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72" r:id="rId1"/>
  </p:sldMasterIdLst>
  <p:notesMasterIdLst>
    <p:notesMasterId r:id="rId25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97" r:id="rId11"/>
    <p:sldId id="267" r:id="rId12"/>
    <p:sldId id="292" r:id="rId13"/>
    <p:sldId id="305" r:id="rId14"/>
    <p:sldId id="295" r:id="rId15"/>
    <p:sldId id="298" r:id="rId16"/>
    <p:sldId id="299" r:id="rId17"/>
    <p:sldId id="289" r:id="rId18"/>
    <p:sldId id="290" r:id="rId19"/>
    <p:sldId id="302" r:id="rId20"/>
    <p:sldId id="300" r:id="rId21"/>
    <p:sldId id="301" r:id="rId22"/>
    <p:sldId id="303" r:id="rId23"/>
    <p:sldId id="294" r:id="rId24"/>
  </p:sldIdLst>
  <p:sldSz cx="12192000" cy="6858000"/>
  <p:notesSz cx="6858000" cy="9144000"/>
  <p:embeddedFontLst>
    <p:embeddedFont>
      <p:font typeface="メイリオ" panose="020B0604030504040204" pitchFamily="50" charset="-128"/>
      <p:regular r:id="rId26"/>
      <p:bold r:id="rId27"/>
      <p:italic r:id="rId28"/>
      <p:boldItalic r:id="rId29"/>
    </p:embeddedFont>
    <p:embeddedFont>
      <p:font typeface="メイリオ" panose="020B0604030504040204" pitchFamily="50" charset="-128"/>
      <p:regular r:id="rId26"/>
      <p:bold r:id="rId27"/>
      <p:italic r:id="rId28"/>
      <p:boldItalic r:id="rId29"/>
    </p:embeddedFont>
    <p:embeddedFont>
      <p:font typeface="游ゴシック" panose="020B0400000000000000" pitchFamily="50" charset="-128"/>
      <p:regular r:id="rId30"/>
      <p:bold r:id="rId31"/>
    </p:embeddedFont>
    <p:embeddedFont>
      <p:font typeface="Nunito Light" pitchFamily="2" charset="0"/>
      <p:regular r:id="rId32"/>
      <p:italic r:id="rId33"/>
    </p:embeddedFont>
  </p:embeddedFontLst>
  <p:defaultTextStyle>
    <a:defPPr>
      <a:defRPr lang="en-US"/>
    </a:defPPr>
    <a:lvl1pPr marL="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0477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60953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91430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21907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52384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82861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213338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2438156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>
          <p15:clr>
            <a:srgbClr val="A4A3A4"/>
          </p15:clr>
        </p15:guide>
        <p15:guide id="2" pos="19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9DC5"/>
    <a:srgbClr val="9FC5E8"/>
    <a:srgbClr val="EEF3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12" y="420"/>
      </p:cViewPr>
      <p:guideLst>
        <p:guide orient="horz" pos="1440"/>
        <p:guide pos="19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DA820-C347-4AF5-AB48-ECB40C2C7EB7}" type="datetimeFigureOut">
              <a:rPr kumimoji="1" lang="ja-JP" altLang="en-US" smtClean="0"/>
              <a:t>2025/3/24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5D43CA-6176-4E77-9777-1C6F9DDC61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7855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ラフィックス 203">
            <a:extLst>
              <a:ext uri="{FF2B5EF4-FFF2-40B4-BE49-F238E27FC236}">
                <a16:creationId xmlns:a16="http://schemas.microsoft.com/office/drawing/2014/main" id="{D52DF759-A1C6-AE97-C771-616B35EDB508}"/>
              </a:ext>
            </a:extLst>
          </p:cNvPr>
          <p:cNvGrpSpPr/>
          <p:nvPr userDrawn="1"/>
        </p:nvGrpSpPr>
        <p:grpSpPr>
          <a:xfrm>
            <a:off x="9469192" y="5571906"/>
            <a:ext cx="1941512" cy="1275208"/>
            <a:chOff x="3405539" y="4247635"/>
            <a:chExt cx="1519085" cy="997753"/>
          </a:xfrm>
        </p:grpSpPr>
        <p:grpSp>
          <p:nvGrpSpPr>
            <p:cNvPr id="4" name="グラフィックス 203">
              <a:extLst>
                <a:ext uri="{FF2B5EF4-FFF2-40B4-BE49-F238E27FC236}">
                  <a16:creationId xmlns:a16="http://schemas.microsoft.com/office/drawing/2014/main" id="{98A8DB64-0691-0EF1-AE97-D35179E864E1}"/>
                </a:ext>
              </a:extLst>
            </p:cNvPr>
            <p:cNvGrpSpPr/>
            <p:nvPr/>
          </p:nvGrpSpPr>
          <p:grpSpPr>
            <a:xfrm>
              <a:off x="3595582" y="4247635"/>
              <a:ext cx="158372" cy="825703"/>
              <a:chOff x="3595582" y="4247635"/>
              <a:chExt cx="158372" cy="825703"/>
            </a:xfrm>
          </p:grpSpPr>
          <p:sp>
            <p:nvSpPr>
              <p:cNvPr id="363" name="フリーフォーム: 図形 362">
                <a:extLst>
                  <a:ext uri="{FF2B5EF4-FFF2-40B4-BE49-F238E27FC236}">
                    <a16:creationId xmlns:a16="http://schemas.microsoft.com/office/drawing/2014/main" id="{704D9758-97AD-B221-50D9-D27E0C781BAE}"/>
                  </a:ext>
                </a:extLst>
              </p:cNvPr>
              <p:cNvSpPr/>
              <p:nvPr/>
            </p:nvSpPr>
            <p:spPr>
              <a:xfrm>
                <a:off x="3595582" y="4526375"/>
                <a:ext cx="158372" cy="546963"/>
              </a:xfrm>
              <a:custGeom>
                <a:avLst/>
                <a:gdLst>
                  <a:gd name="connsiteX0" fmla="*/ 81267 w 158372"/>
                  <a:gd name="connsiteY0" fmla="*/ 546964 h 546963"/>
                  <a:gd name="connsiteX1" fmla="*/ 77105 w 158372"/>
                  <a:gd name="connsiteY1" fmla="*/ 546964 h 546963"/>
                  <a:gd name="connsiteX2" fmla="*/ 0 w 158372"/>
                  <a:gd name="connsiteY2" fmla="*/ 469859 h 546963"/>
                  <a:gd name="connsiteX3" fmla="*/ 0 w 158372"/>
                  <a:gd name="connsiteY3" fmla="*/ 0 h 546963"/>
                  <a:gd name="connsiteX4" fmla="*/ 158372 w 158372"/>
                  <a:gd name="connsiteY4" fmla="*/ 0 h 546963"/>
                  <a:gd name="connsiteX5" fmla="*/ 158372 w 158372"/>
                  <a:gd name="connsiteY5" fmla="*/ 469859 h 546963"/>
                  <a:gd name="connsiteX6" fmla="*/ 81267 w 158372"/>
                  <a:gd name="connsiteY6" fmla="*/ 546964 h 546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546963">
                    <a:moveTo>
                      <a:pt x="81267" y="546964"/>
                    </a:moveTo>
                    <a:lnTo>
                      <a:pt x="77105" y="546964"/>
                    </a:lnTo>
                    <a:cubicBezTo>
                      <a:pt x="34519" y="546964"/>
                      <a:pt x="0" y="512445"/>
                      <a:pt x="0" y="469859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469859"/>
                    </a:lnTo>
                    <a:cubicBezTo>
                      <a:pt x="158372" y="512445"/>
                      <a:pt x="123854" y="546964"/>
                      <a:pt x="81267" y="54696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4" name="フリーフォーム: 図形 363">
                <a:extLst>
                  <a:ext uri="{FF2B5EF4-FFF2-40B4-BE49-F238E27FC236}">
                    <a16:creationId xmlns:a16="http://schemas.microsoft.com/office/drawing/2014/main" id="{DEF86F77-E82C-67B8-2A8E-08BE0842BD87}"/>
                  </a:ext>
                </a:extLst>
              </p:cNvPr>
              <p:cNvSpPr/>
              <p:nvPr/>
            </p:nvSpPr>
            <p:spPr>
              <a:xfrm>
                <a:off x="3595582" y="4247635"/>
                <a:ext cx="158372" cy="825703"/>
              </a:xfrm>
              <a:custGeom>
                <a:avLst/>
                <a:gdLst>
                  <a:gd name="connsiteX0" fmla="*/ 81267 w 158372"/>
                  <a:gd name="connsiteY0" fmla="*/ 825703 h 825703"/>
                  <a:gd name="connsiteX1" fmla="*/ 77105 w 158372"/>
                  <a:gd name="connsiteY1" fmla="*/ 825703 h 825703"/>
                  <a:gd name="connsiteX2" fmla="*/ 0 w 158372"/>
                  <a:gd name="connsiteY2" fmla="*/ 748598 h 825703"/>
                  <a:gd name="connsiteX3" fmla="*/ 0 w 158372"/>
                  <a:gd name="connsiteY3" fmla="*/ 0 h 825703"/>
                  <a:gd name="connsiteX4" fmla="*/ 158372 w 158372"/>
                  <a:gd name="connsiteY4" fmla="*/ 0 h 825703"/>
                  <a:gd name="connsiteX5" fmla="*/ 158372 w 158372"/>
                  <a:gd name="connsiteY5" fmla="*/ 748598 h 825703"/>
                  <a:gd name="connsiteX6" fmla="*/ 81267 w 158372"/>
                  <a:gd name="connsiteY6" fmla="*/ 825703 h 825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825703">
                    <a:moveTo>
                      <a:pt x="81267" y="825703"/>
                    </a:moveTo>
                    <a:lnTo>
                      <a:pt x="77105" y="825703"/>
                    </a:lnTo>
                    <a:cubicBezTo>
                      <a:pt x="34519" y="825703"/>
                      <a:pt x="0" y="791185"/>
                      <a:pt x="0" y="748598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748598"/>
                    </a:lnTo>
                    <a:cubicBezTo>
                      <a:pt x="158372" y="791185"/>
                      <a:pt x="123854" y="825703"/>
                      <a:pt x="81267" y="825703"/>
                    </a:cubicBezTo>
                    <a:close/>
                  </a:path>
                </a:pathLst>
              </a:custGeom>
              <a:noFill/>
              <a:ln w="2857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5" name="フリーフォーム: 図形 364">
                <a:extLst>
                  <a:ext uri="{FF2B5EF4-FFF2-40B4-BE49-F238E27FC236}">
                    <a16:creationId xmlns:a16="http://schemas.microsoft.com/office/drawing/2014/main" id="{C39B5F80-41AA-0293-664D-377B283B93AC}"/>
                  </a:ext>
                </a:extLst>
              </p:cNvPr>
              <p:cNvSpPr/>
              <p:nvPr/>
            </p:nvSpPr>
            <p:spPr>
              <a:xfrm>
                <a:off x="3631482" y="4358497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6" name="フリーフォーム: 図形 365">
                <a:extLst>
                  <a:ext uri="{FF2B5EF4-FFF2-40B4-BE49-F238E27FC236}">
                    <a16:creationId xmlns:a16="http://schemas.microsoft.com/office/drawing/2014/main" id="{599D1E7E-C2E1-CCD0-3849-B0DD63B9237D}"/>
                  </a:ext>
                </a:extLst>
              </p:cNvPr>
              <p:cNvSpPr/>
              <p:nvPr/>
            </p:nvSpPr>
            <p:spPr>
              <a:xfrm>
                <a:off x="3631482" y="4423943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7" name="フリーフォーム: 図形 366">
                <a:extLst>
                  <a:ext uri="{FF2B5EF4-FFF2-40B4-BE49-F238E27FC236}">
                    <a16:creationId xmlns:a16="http://schemas.microsoft.com/office/drawing/2014/main" id="{8CF1E5A4-E67E-5A85-414B-439FD6EF5B91}"/>
                  </a:ext>
                </a:extLst>
              </p:cNvPr>
              <p:cNvSpPr/>
              <p:nvPr/>
            </p:nvSpPr>
            <p:spPr>
              <a:xfrm>
                <a:off x="3631482" y="4489380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8" name="フリーフォーム: 図形 367">
                <a:extLst>
                  <a:ext uri="{FF2B5EF4-FFF2-40B4-BE49-F238E27FC236}">
                    <a16:creationId xmlns:a16="http://schemas.microsoft.com/office/drawing/2014/main" id="{D0EFC046-D35C-39EF-64C5-B94854778C0F}"/>
                  </a:ext>
                </a:extLst>
              </p:cNvPr>
              <p:cNvSpPr/>
              <p:nvPr/>
            </p:nvSpPr>
            <p:spPr>
              <a:xfrm>
                <a:off x="3631482" y="4554816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9" name="フリーフォーム: 図形 368">
                <a:extLst>
                  <a:ext uri="{FF2B5EF4-FFF2-40B4-BE49-F238E27FC236}">
                    <a16:creationId xmlns:a16="http://schemas.microsoft.com/office/drawing/2014/main" id="{1147E2C1-217C-5CA0-5156-47A8D1713E5B}"/>
                  </a:ext>
                </a:extLst>
              </p:cNvPr>
              <p:cNvSpPr/>
              <p:nvPr/>
            </p:nvSpPr>
            <p:spPr>
              <a:xfrm>
                <a:off x="3631482" y="4620263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70" name="フリーフォーム: 図形 369">
                <a:extLst>
                  <a:ext uri="{FF2B5EF4-FFF2-40B4-BE49-F238E27FC236}">
                    <a16:creationId xmlns:a16="http://schemas.microsoft.com/office/drawing/2014/main" id="{81244B38-0B18-F660-F5CF-0F08CE555368}"/>
                  </a:ext>
                </a:extLst>
              </p:cNvPr>
              <p:cNvSpPr/>
              <p:nvPr/>
            </p:nvSpPr>
            <p:spPr>
              <a:xfrm>
                <a:off x="3631482" y="4685699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71" name="フリーフォーム: 図形 370">
                <a:extLst>
                  <a:ext uri="{FF2B5EF4-FFF2-40B4-BE49-F238E27FC236}">
                    <a16:creationId xmlns:a16="http://schemas.microsoft.com/office/drawing/2014/main" id="{7734958C-9D99-E4C0-D415-E033D6BF50C3}"/>
                  </a:ext>
                </a:extLst>
              </p:cNvPr>
              <p:cNvSpPr/>
              <p:nvPr/>
            </p:nvSpPr>
            <p:spPr>
              <a:xfrm>
                <a:off x="3631482" y="4751136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72" name="フリーフォーム: 図形 371">
                <a:extLst>
                  <a:ext uri="{FF2B5EF4-FFF2-40B4-BE49-F238E27FC236}">
                    <a16:creationId xmlns:a16="http://schemas.microsoft.com/office/drawing/2014/main" id="{EEEF1116-A041-4041-7279-0F64EC538B82}"/>
                  </a:ext>
                </a:extLst>
              </p:cNvPr>
              <p:cNvSpPr/>
              <p:nvPr/>
            </p:nvSpPr>
            <p:spPr>
              <a:xfrm>
                <a:off x="3631482" y="4816582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73" name="フリーフォーム: 図形 372">
                <a:extLst>
                  <a:ext uri="{FF2B5EF4-FFF2-40B4-BE49-F238E27FC236}">
                    <a16:creationId xmlns:a16="http://schemas.microsoft.com/office/drawing/2014/main" id="{6C1F7590-827D-3A38-AE8C-BE6B1884D7AA}"/>
                  </a:ext>
                </a:extLst>
              </p:cNvPr>
              <p:cNvSpPr/>
              <p:nvPr/>
            </p:nvSpPr>
            <p:spPr>
              <a:xfrm>
                <a:off x="3631482" y="4882019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74" name="フリーフォーム: 図形 373">
                <a:extLst>
                  <a:ext uri="{FF2B5EF4-FFF2-40B4-BE49-F238E27FC236}">
                    <a16:creationId xmlns:a16="http://schemas.microsoft.com/office/drawing/2014/main" id="{AA90B4E3-E8DF-3F16-6CFB-903541773A63}"/>
                  </a:ext>
                </a:extLst>
              </p:cNvPr>
              <p:cNvSpPr/>
              <p:nvPr/>
            </p:nvSpPr>
            <p:spPr>
              <a:xfrm>
                <a:off x="3631482" y="4947456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5" name="グラフィックス 203">
              <a:extLst>
                <a:ext uri="{FF2B5EF4-FFF2-40B4-BE49-F238E27FC236}">
                  <a16:creationId xmlns:a16="http://schemas.microsoft.com/office/drawing/2014/main" id="{18AB16C5-8B05-2030-49FE-1374E4DCDEFC}"/>
                </a:ext>
              </a:extLst>
            </p:cNvPr>
            <p:cNvGrpSpPr/>
            <p:nvPr/>
          </p:nvGrpSpPr>
          <p:grpSpPr>
            <a:xfrm>
              <a:off x="3920775" y="4247635"/>
              <a:ext cx="158372" cy="825703"/>
              <a:chOff x="3920775" y="4247635"/>
              <a:chExt cx="158372" cy="825703"/>
            </a:xfrm>
          </p:grpSpPr>
          <p:sp>
            <p:nvSpPr>
              <p:cNvPr id="351" name="フリーフォーム: 図形 350">
                <a:extLst>
                  <a:ext uri="{FF2B5EF4-FFF2-40B4-BE49-F238E27FC236}">
                    <a16:creationId xmlns:a16="http://schemas.microsoft.com/office/drawing/2014/main" id="{3B915450-5742-E3FA-1B35-1318ADF3EB39}"/>
                  </a:ext>
                </a:extLst>
              </p:cNvPr>
              <p:cNvSpPr/>
              <p:nvPr/>
            </p:nvSpPr>
            <p:spPr>
              <a:xfrm>
                <a:off x="3920775" y="4526375"/>
                <a:ext cx="158372" cy="546963"/>
              </a:xfrm>
              <a:custGeom>
                <a:avLst/>
                <a:gdLst>
                  <a:gd name="connsiteX0" fmla="*/ 81267 w 158372"/>
                  <a:gd name="connsiteY0" fmla="*/ 546964 h 546963"/>
                  <a:gd name="connsiteX1" fmla="*/ 77105 w 158372"/>
                  <a:gd name="connsiteY1" fmla="*/ 546964 h 546963"/>
                  <a:gd name="connsiteX2" fmla="*/ 0 w 158372"/>
                  <a:gd name="connsiteY2" fmla="*/ 469859 h 546963"/>
                  <a:gd name="connsiteX3" fmla="*/ 0 w 158372"/>
                  <a:gd name="connsiteY3" fmla="*/ 0 h 546963"/>
                  <a:gd name="connsiteX4" fmla="*/ 158372 w 158372"/>
                  <a:gd name="connsiteY4" fmla="*/ 0 h 546963"/>
                  <a:gd name="connsiteX5" fmla="*/ 158372 w 158372"/>
                  <a:gd name="connsiteY5" fmla="*/ 469859 h 546963"/>
                  <a:gd name="connsiteX6" fmla="*/ 81267 w 158372"/>
                  <a:gd name="connsiteY6" fmla="*/ 546964 h 546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546963">
                    <a:moveTo>
                      <a:pt x="81267" y="546964"/>
                    </a:moveTo>
                    <a:lnTo>
                      <a:pt x="77105" y="546964"/>
                    </a:lnTo>
                    <a:cubicBezTo>
                      <a:pt x="34519" y="546964"/>
                      <a:pt x="0" y="512445"/>
                      <a:pt x="0" y="469859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469859"/>
                    </a:lnTo>
                    <a:cubicBezTo>
                      <a:pt x="158372" y="512445"/>
                      <a:pt x="123853" y="546964"/>
                      <a:pt x="81267" y="54696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2" name="フリーフォーム: 図形 351">
                <a:extLst>
                  <a:ext uri="{FF2B5EF4-FFF2-40B4-BE49-F238E27FC236}">
                    <a16:creationId xmlns:a16="http://schemas.microsoft.com/office/drawing/2014/main" id="{9F400930-7D08-C13B-F5AB-00A1EA223F9F}"/>
                  </a:ext>
                </a:extLst>
              </p:cNvPr>
              <p:cNvSpPr/>
              <p:nvPr/>
            </p:nvSpPr>
            <p:spPr>
              <a:xfrm>
                <a:off x="3920775" y="4247635"/>
                <a:ext cx="158372" cy="825703"/>
              </a:xfrm>
              <a:custGeom>
                <a:avLst/>
                <a:gdLst>
                  <a:gd name="connsiteX0" fmla="*/ 81267 w 158372"/>
                  <a:gd name="connsiteY0" fmla="*/ 825703 h 825703"/>
                  <a:gd name="connsiteX1" fmla="*/ 77105 w 158372"/>
                  <a:gd name="connsiteY1" fmla="*/ 825703 h 825703"/>
                  <a:gd name="connsiteX2" fmla="*/ 0 w 158372"/>
                  <a:gd name="connsiteY2" fmla="*/ 748598 h 825703"/>
                  <a:gd name="connsiteX3" fmla="*/ 0 w 158372"/>
                  <a:gd name="connsiteY3" fmla="*/ 0 h 825703"/>
                  <a:gd name="connsiteX4" fmla="*/ 158372 w 158372"/>
                  <a:gd name="connsiteY4" fmla="*/ 0 h 825703"/>
                  <a:gd name="connsiteX5" fmla="*/ 158372 w 158372"/>
                  <a:gd name="connsiteY5" fmla="*/ 748598 h 825703"/>
                  <a:gd name="connsiteX6" fmla="*/ 81267 w 158372"/>
                  <a:gd name="connsiteY6" fmla="*/ 825703 h 825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825703">
                    <a:moveTo>
                      <a:pt x="81267" y="825703"/>
                    </a:moveTo>
                    <a:lnTo>
                      <a:pt x="77105" y="825703"/>
                    </a:lnTo>
                    <a:cubicBezTo>
                      <a:pt x="34519" y="825703"/>
                      <a:pt x="0" y="791185"/>
                      <a:pt x="0" y="748598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748598"/>
                    </a:lnTo>
                    <a:cubicBezTo>
                      <a:pt x="158372" y="791185"/>
                      <a:pt x="123853" y="825703"/>
                      <a:pt x="81267" y="825703"/>
                    </a:cubicBezTo>
                    <a:close/>
                  </a:path>
                </a:pathLst>
              </a:custGeom>
              <a:noFill/>
              <a:ln w="2857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3" name="フリーフォーム: 図形 352">
                <a:extLst>
                  <a:ext uri="{FF2B5EF4-FFF2-40B4-BE49-F238E27FC236}">
                    <a16:creationId xmlns:a16="http://schemas.microsoft.com/office/drawing/2014/main" id="{42AD31CE-DE82-734D-0882-370C024E933F}"/>
                  </a:ext>
                </a:extLst>
              </p:cNvPr>
              <p:cNvSpPr/>
              <p:nvPr/>
            </p:nvSpPr>
            <p:spPr>
              <a:xfrm>
                <a:off x="3956675" y="4358497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4" name="フリーフォーム: 図形 353">
                <a:extLst>
                  <a:ext uri="{FF2B5EF4-FFF2-40B4-BE49-F238E27FC236}">
                    <a16:creationId xmlns:a16="http://schemas.microsoft.com/office/drawing/2014/main" id="{C0AD1317-B224-2156-DAD8-5FC21015D336}"/>
                  </a:ext>
                </a:extLst>
              </p:cNvPr>
              <p:cNvSpPr/>
              <p:nvPr/>
            </p:nvSpPr>
            <p:spPr>
              <a:xfrm>
                <a:off x="3956675" y="4423943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5" name="フリーフォーム: 図形 354">
                <a:extLst>
                  <a:ext uri="{FF2B5EF4-FFF2-40B4-BE49-F238E27FC236}">
                    <a16:creationId xmlns:a16="http://schemas.microsoft.com/office/drawing/2014/main" id="{E87B1681-45FA-0310-C316-3A4BE4CF66AB}"/>
                  </a:ext>
                </a:extLst>
              </p:cNvPr>
              <p:cNvSpPr/>
              <p:nvPr/>
            </p:nvSpPr>
            <p:spPr>
              <a:xfrm>
                <a:off x="3956675" y="4489380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6" name="フリーフォーム: 図形 355">
                <a:extLst>
                  <a:ext uri="{FF2B5EF4-FFF2-40B4-BE49-F238E27FC236}">
                    <a16:creationId xmlns:a16="http://schemas.microsoft.com/office/drawing/2014/main" id="{1B27C6A3-B1F0-F1A2-B953-87556CCA2CD6}"/>
                  </a:ext>
                </a:extLst>
              </p:cNvPr>
              <p:cNvSpPr/>
              <p:nvPr/>
            </p:nvSpPr>
            <p:spPr>
              <a:xfrm>
                <a:off x="3956675" y="4554816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7" name="フリーフォーム: 図形 356">
                <a:extLst>
                  <a:ext uri="{FF2B5EF4-FFF2-40B4-BE49-F238E27FC236}">
                    <a16:creationId xmlns:a16="http://schemas.microsoft.com/office/drawing/2014/main" id="{CAF0F5E9-45F6-5EE2-A2A7-514D05A83A76}"/>
                  </a:ext>
                </a:extLst>
              </p:cNvPr>
              <p:cNvSpPr/>
              <p:nvPr/>
            </p:nvSpPr>
            <p:spPr>
              <a:xfrm>
                <a:off x="3956675" y="4620263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8" name="フリーフォーム: 図形 357">
                <a:extLst>
                  <a:ext uri="{FF2B5EF4-FFF2-40B4-BE49-F238E27FC236}">
                    <a16:creationId xmlns:a16="http://schemas.microsoft.com/office/drawing/2014/main" id="{EC25D14F-C713-DEF8-254E-A54098B3E17D}"/>
                  </a:ext>
                </a:extLst>
              </p:cNvPr>
              <p:cNvSpPr/>
              <p:nvPr/>
            </p:nvSpPr>
            <p:spPr>
              <a:xfrm>
                <a:off x="3956675" y="4685699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9" name="フリーフォーム: 図形 358">
                <a:extLst>
                  <a:ext uri="{FF2B5EF4-FFF2-40B4-BE49-F238E27FC236}">
                    <a16:creationId xmlns:a16="http://schemas.microsoft.com/office/drawing/2014/main" id="{169ABADF-28DE-3339-60F4-84836FB576BB}"/>
                  </a:ext>
                </a:extLst>
              </p:cNvPr>
              <p:cNvSpPr/>
              <p:nvPr/>
            </p:nvSpPr>
            <p:spPr>
              <a:xfrm>
                <a:off x="3956675" y="4751136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0" name="フリーフォーム: 図形 359">
                <a:extLst>
                  <a:ext uri="{FF2B5EF4-FFF2-40B4-BE49-F238E27FC236}">
                    <a16:creationId xmlns:a16="http://schemas.microsoft.com/office/drawing/2014/main" id="{D9FA4B2D-BEBA-85C8-A853-1B49769513F3}"/>
                  </a:ext>
                </a:extLst>
              </p:cNvPr>
              <p:cNvSpPr/>
              <p:nvPr/>
            </p:nvSpPr>
            <p:spPr>
              <a:xfrm>
                <a:off x="3956675" y="4816582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1" name="フリーフォーム: 図形 360">
                <a:extLst>
                  <a:ext uri="{FF2B5EF4-FFF2-40B4-BE49-F238E27FC236}">
                    <a16:creationId xmlns:a16="http://schemas.microsoft.com/office/drawing/2014/main" id="{E0DBEF67-6339-6B39-800A-8F9A81111DB3}"/>
                  </a:ext>
                </a:extLst>
              </p:cNvPr>
              <p:cNvSpPr/>
              <p:nvPr/>
            </p:nvSpPr>
            <p:spPr>
              <a:xfrm>
                <a:off x="3956675" y="4882019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2" name="フリーフォーム: 図形 361">
                <a:extLst>
                  <a:ext uri="{FF2B5EF4-FFF2-40B4-BE49-F238E27FC236}">
                    <a16:creationId xmlns:a16="http://schemas.microsoft.com/office/drawing/2014/main" id="{C658AB9D-E816-A994-1081-28F98ACD348A}"/>
                  </a:ext>
                </a:extLst>
              </p:cNvPr>
              <p:cNvSpPr/>
              <p:nvPr/>
            </p:nvSpPr>
            <p:spPr>
              <a:xfrm>
                <a:off x="3956675" y="4947456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6" name="グラフィックス 203">
              <a:extLst>
                <a:ext uri="{FF2B5EF4-FFF2-40B4-BE49-F238E27FC236}">
                  <a16:creationId xmlns:a16="http://schemas.microsoft.com/office/drawing/2014/main" id="{036EB56B-4D43-803D-7162-765698DC7344}"/>
                </a:ext>
              </a:extLst>
            </p:cNvPr>
            <p:cNvGrpSpPr/>
            <p:nvPr/>
          </p:nvGrpSpPr>
          <p:grpSpPr>
            <a:xfrm>
              <a:off x="4245968" y="4247635"/>
              <a:ext cx="158372" cy="825703"/>
              <a:chOff x="4245968" y="4247635"/>
              <a:chExt cx="158372" cy="825703"/>
            </a:xfrm>
          </p:grpSpPr>
          <p:sp>
            <p:nvSpPr>
              <p:cNvPr id="339" name="フリーフォーム: 図形 338">
                <a:extLst>
                  <a:ext uri="{FF2B5EF4-FFF2-40B4-BE49-F238E27FC236}">
                    <a16:creationId xmlns:a16="http://schemas.microsoft.com/office/drawing/2014/main" id="{5835A9A3-4136-A4E1-8641-F9A8A7F1C212}"/>
                  </a:ext>
                </a:extLst>
              </p:cNvPr>
              <p:cNvSpPr/>
              <p:nvPr/>
            </p:nvSpPr>
            <p:spPr>
              <a:xfrm>
                <a:off x="4245968" y="4526375"/>
                <a:ext cx="158372" cy="546963"/>
              </a:xfrm>
              <a:custGeom>
                <a:avLst/>
                <a:gdLst>
                  <a:gd name="connsiteX0" fmla="*/ 81267 w 158372"/>
                  <a:gd name="connsiteY0" fmla="*/ 546964 h 546963"/>
                  <a:gd name="connsiteX1" fmla="*/ 77105 w 158372"/>
                  <a:gd name="connsiteY1" fmla="*/ 546964 h 546963"/>
                  <a:gd name="connsiteX2" fmla="*/ 0 w 158372"/>
                  <a:gd name="connsiteY2" fmla="*/ 469859 h 546963"/>
                  <a:gd name="connsiteX3" fmla="*/ 0 w 158372"/>
                  <a:gd name="connsiteY3" fmla="*/ 0 h 546963"/>
                  <a:gd name="connsiteX4" fmla="*/ 158372 w 158372"/>
                  <a:gd name="connsiteY4" fmla="*/ 0 h 546963"/>
                  <a:gd name="connsiteX5" fmla="*/ 158372 w 158372"/>
                  <a:gd name="connsiteY5" fmla="*/ 469859 h 546963"/>
                  <a:gd name="connsiteX6" fmla="*/ 81267 w 158372"/>
                  <a:gd name="connsiteY6" fmla="*/ 546964 h 546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546963">
                    <a:moveTo>
                      <a:pt x="81267" y="546964"/>
                    </a:moveTo>
                    <a:lnTo>
                      <a:pt x="77105" y="546964"/>
                    </a:lnTo>
                    <a:cubicBezTo>
                      <a:pt x="34519" y="546964"/>
                      <a:pt x="0" y="512445"/>
                      <a:pt x="0" y="469859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469859"/>
                    </a:lnTo>
                    <a:cubicBezTo>
                      <a:pt x="158372" y="512445"/>
                      <a:pt x="123854" y="546964"/>
                      <a:pt x="81267" y="54696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0" name="フリーフォーム: 図形 339">
                <a:extLst>
                  <a:ext uri="{FF2B5EF4-FFF2-40B4-BE49-F238E27FC236}">
                    <a16:creationId xmlns:a16="http://schemas.microsoft.com/office/drawing/2014/main" id="{48637D2D-0428-221B-A841-6C4BF6B2231A}"/>
                  </a:ext>
                </a:extLst>
              </p:cNvPr>
              <p:cNvSpPr/>
              <p:nvPr/>
            </p:nvSpPr>
            <p:spPr>
              <a:xfrm>
                <a:off x="4245968" y="4247635"/>
                <a:ext cx="158372" cy="825703"/>
              </a:xfrm>
              <a:custGeom>
                <a:avLst/>
                <a:gdLst>
                  <a:gd name="connsiteX0" fmla="*/ 81267 w 158372"/>
                  <a:gd name="connsiteY0" fmla="*/ 825703 h 825703"/>
                  <a:gd name="connsiteX1" fmla="*/ 77105 w 158372"/>
                  <a:gd name="connsiteY1" fmla="*/ 825703 h 825703"/>
                  <a:gd name="connsiteX2" fmla="*/ 0 w 158372"/>
                  <a:gd name="connsiteY2" fmla="*/ 748598 h 825703"/>
                  <a:gd name="connsiteX3" fmla="*/ 0 w 158372"/>
                  <a:gd name="connsiteY3" fmla="*/ 0 h 825703"/>
                  <a:gd name="connsiteX4" fmla="*/ 158372 w 158372"/>
                  <a:gd name="connsiteY4" fmla="*/ 0 h 825703"/>
                  <a:gd name="connsiteX5" fmla="*/ 158372 w 158372"/>
                  <a:gd name="connsiteY5" fmla="*/ 748598 h 825703"/>
                  <a:gd name="connsiteX6" fmla="*/ 81267 w 158372"/>
                  <a:gd name="connsiteY6" fmla="*/ 825703 h 825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825703">
                    <a:moveTo>
                      <a:pt x="81267" y="825703"/>
                    </a:moveTo>
                    <a:lnTo>
                      <a:pt x="77105" y="825703"/>
                    </a:lnTo>
                    <a:cubicBezTo>
                      <a:pt x="34519" y="825703"/>
                      <a:pt x="0" y="791185"/>
                      <a:pt x="0" y="748598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748598"/>
                    </a:lnTo>
                    <a:cubicBezTo>
                      <a:pt x="158372" y="791185"/>
                      <a:pt x="123854" y="825703"/>
                      <a:pt x="81267" y="825703"/>
                    </a:cubicBezTo>
                    <a:close/>
                  </a:path>
                </a:pathLst>
              </a:custGeom>
              <a:noFill/>
              <a:ln w="2857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1" name="フリーフォーム: 図形 340">
                <a:extLst>
                  <a:ext uri="{FF2B5EF4-FFF2-40B4-BE49-F238E27FC236}">
                    <a16:creationId xmlns:a16="http://schemas.microsoft.com/office/drawing/2014/main" id="{15DFAACA-6593-ED3B-2521-EEE039026653}"/>
                  </a:ext>
                </a:extLst>
              </p:cNvPr>
              <p:cNvSpPr/>
              <p:nvPr/>
            </p:nvSpPr>
            <p:spPr>
              <a:xfrm>
                <a:off x="4281868" y="4358497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2" name="フリーフォーム: 図形 341">
                <a:extLst>
                  <a:ext uri="{FF2B5EF4-FFF2-40B4-BE49-F238E27FC236}">
                    <a16:creationId xmlns:a16="http://schemas.microsoft.com/office/drawing/2014/main" id="{0EB485AC-53DE-DBF1-1177-905CDD81AF6A}"/>
                  </a:ext>
                </a:extLst>
              </p:cNvPr>
              <p:cNvSpPr/>
              <p:nvPr/>
            </p:nvSpPr>
            <p:spPr>
              <a:xfrm>
                <a:off x="4281868" y="4423943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3" name="フリーフォーム: 図形 342">
                <a:extLst>
                  <a:ext uri="{FF2B5EF4-FFF2-40B4-BE49-F238E27FC236}">
                    <a16:creationId xmlns:a16="http://schemas.microsoft.com/office/drawing/2014/main" id="{20A31F2B-02C7-841E-04B2-3771F834075E}"/>
                  </a:ext>
                </a:extLst>
              </p:cNvPr>
              <p:cNvSpPr/>
              <p:nvPr/>
            </p:nvSpPr>
            <p:spPr>
              <a:xfrm>
                <a:off x="4281868" y="4489380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4" name="フリーフォーム: 図形 343">
                <a:extLst>
                  <a:ext uri="{FF2B5EF4-FFF2-40B4-BE49-F238E27FC236}">
                    <a16:creationId xmlns:a16="http://schemas.microsoft.com/office/drawing/2014/main" id="{03EECD25-BDEB-C75A-4297-34C1BCFD3C9D}"/>
                  </a:ext>
                </a:extLst>
              </p:cNvPr>
              <p:cNvSpPr/>
              <p:nvPr/>
            </p:nvSpPr>
            <p:spPr>
              <a:xfrm>
                <a:off x="4281868" y="4554816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5" name="フリーフォーム: 図形 344">
                <a:extLst>
                  <a:ext uri="{FF2B5EF4-FFF2-40B4-BE49-F238E27FC236}">
                    <a16:creationId xmlns:a16="http://schemas.microsoft.com/office/drawing/2014/main" id="{B1F4EA05-9ECC-00DD-3B19-1CADEF229198}"/>
                  </a:ext>
                </a:extLst>
              </p:cNvPr>
              <p:cNvSpPr/>
              <p:nvPr/>
            </p:nvSpPr>
            <p:spPr>
              <a:xfrm>
                <a:off x="4281868" y="4620263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6" name="フリーフォーム: 図形 345">
                <a:extLst>
                  <a:ext uri="{FF2B5EF4-FFF2-40B4-BE49-F238E27FC236}">
                    <a16:creationId xmlns:a16="http://schemas.microsoft.com/office/drawing/2014/main" id="{11FEB6BD-9D02-4F16-389D-6F0D3CC2072D}"/>
                  </a:ext>
                </a:extLst>
              </p:cNvPr>
              <p:cNvSpPr/>
              <p:nvPr/>
            </p:nvSpPr>
            <p:spPr>
              <a:xfrm>
                <a:off x="4281868" y="4685699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7" name="フリーフォーム: 図形 346">
                <a:extLst>
                  <a:ext uri="{FF2B5EF4-FFF2-40B4-BE49-F238E27FC236}">
                    <a16:creationId xmlns:a16="http://schemas.microsoft.com/office/drawing/2014/main" id="{22E9F75F-34B4-A220-67E3-A6F6D9CCF20E}"/>
                  </a:ext>
                </a:extLst>
              </p:cNvPr>
              <p:cNvSpPr/>
              <p:nvPr/>
            </p:nvSpPr>
            <p:spPr>
              <a:xfrm>
                <a:off x="4281868" y="4751136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8" name="フリーフォーム: 図形 347">
                <a:extLst>
                  <a:ext uri="{FF2B5EF4-FFF2-40B4-BE49-F238E27FC236}">
                    <a16:creationId xmlns:a16="http://schemas.microsoft.com/office/drawing/2014/main" id="{AAFCCDC9-3600-FB42-E0E8-73C00679AC37}"/>
                  </a:ext>
                </a:extLst>
              </p:cNvPr>
              <p:cNvSpPr/>
              <p:nvPr/>
            </p:nvSpPr>
            <p:spPr>
              <a:xfrm>
                <a:off x="4281868" y="4816582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9" name="フリーフォーム: 図形 348">
                <a:extLst>
                  <a:ext uri="{FF2B5EF4-FFF2-40B4-BE49-F238E27FC236}">
                    <a16:creationId xmlns:a16="http://schemas.microsoft.com/office/drawing/2014/main" id="{E9FCB947-D923-0426-33BC-071106BD9AAC}"/>
                  </a:ext>
                </a:extLst>
              </p:cNvPr>
              <p:cNvSpPr/>
              <p:nvPr/>
            </p:nvSpPr>
            <p:spPr>
              <a:xfrm>
                <a:off x="4281868" y="4882019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0" name="フリーフォーム: 図形 349">
                <a:extLst>
                  <a:ext uri="{FF2B5EF4-FFF2-40B4-BE49-F238E27FC236}">
                    <a16:creationId xmlns:a16="http://schemas.microsoft.com/office/drawing/2014/main" id="{39B2FB21-62E2-23B4-780B-DE8C6041630C}"/>
                  </a:ext>
                </a:extLst>
              </p:cNvPr>
              <p:cNvSpPr/>
              <p:nvPr/>
            </p:nvSpPr>
            <p:spPr>
              <a:xfrm>
                <a:off x="4281868" y="4947456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7" name="グラフィックス 203">
              <a:extLst>
                <a:ext uri="{FF2B5EF4-FFF2-40B4-BE49-F238E27FC236}">
                  <a16:creationId xmlns:a16="http://schemas.microsoft.com/office/drawing/2014/main" id="{AE2E1B85-32CC-CBB4-C116-0D9E24A09827}"/>
                </a:ext>
              </a:extLst>
            </p:cNvPr>
            <p:cNvGrpSpPr/>
            <p:nvPr/>
          </p:nvGrpSpPr>
          <p:grpSpPr>
            <a:xfrm>
              <a:off x="4571161" y="4247635"/>
              <a:ext cx="158372" cy="825703"/>
              <a:chOff x="4571161" y="4247635"/>
              <a:chExt cx="158372" cy="825703"/>
            </a:xfrm>
          </p:grpSpPr>
          <p:sp>
            <p:nvSpPr>
              <p:cNvPr id="61" name="フリーフォーム: 図形 60">
                <a:extLst>
                  <a:ext uri="{FF2B5EF4-FFF2-40B4-BE49-F238E27FC236}">
                    <a16:creationId xmlns:a16="http://schemas.microsoft.com/office/drawing/2014/main" id="{94E4EE97-7AA9-27F1-45EF-A0BAF4164457}"/>
                  </a:ext>
                </a:extLst>
              </p:cNvPr>
              <p:cNvSpPr/>
              <p:nvPr/>
            </p:nvSpPr>
            <p:spPr>
              <a:xfrm>
                <a:off x="4571161" y="4526375"/>
                <a:ext cx="158372" cy="546963"/>
              </a:xfrm>
              <a:custGeom>
                <a:avLst/>
                <a:gdLst>
                  <a:gd name="connsiteX0" fmla="*/ 81267 w 158372"/>
                  <a:gd name="connsiteY0" fmla="*/ 546964 h 546963"/>
                  <a:gd name="connsiteX1" fmla="*/ 77105 w 158372"/>
                  <a:gd name="connsiteY1" fmla="*/ 546964 h 546963"/>
                  <a:gd name="connsiteX2" fmla="*/ 0 w 158372"/>
                  <a:gd name="connsiteY2" fmla="*/ 469859 h 546963"/>
                  <a:gd name="connsiteX3" fmla="*/ 0 w 158372"/>
                  <a:gd name="connsiteY3" fmla="*/ 0 h 546963"/>
                  <a:gd name="connsiteX4" fmla="*/ 158372 w 158372"/>
                  <a:gd name="connsiteY4" fmla="*/ 0 h 546963"/>
                  <a:gd name="connsiteX5" fmla="*/ 158372 w 158372"/>
                  <a:gd name="connsiteY5" fmla="*/ 469859 h 546963"/>
                  <a:gd name="connsiteX6" fmla="*/ 81267 w 158372"/>
                  <a:gd name="connsiteY6" fmla="*/ 546964 h 546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546963">
                    <a:moveTo>
                      <a:pt x="81267" y="546964"/>
                    </a:moveTo>
                    <a:lnTo>
                      <a:pt x="77105" y="546964"/>
                    </a:lnTo>
                    <a:cubicBezTo>
                      <a:pt x="34519" y="546964"/>
                      <a:pt x="0" y="512445"/>
                      <a:pt x="0" y="469859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469859"/>
                    </a:lnTo>
                    <a:cubicBezTo>
                      <a:pt x="158372" y="512445"/>
                      <a:pt x="123853" y="546964"/>
                      <a:pt x="81267" y="54696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24" name="フリーフォーム: 図形 323">
                <a:extLst>
                  <a:ext uri="{FF2B5EF4-FFF2-40B4-BE49-F238E27FC236}">
                    <a16:creationId xmlns:a16="http://schemas.microsoft.com/office/drawing/2014/main" id="{8F543A3B-9D76-348B-E9E4-321B3B1399BA}"/>
                  </a:ext>
                </a:extLst>
              </p:cNvPr>
              <p:cNvSpPr/>
              <p:nvPr/>
            </p:nvSpPr>
            <p:spPr>
              <a:xfrm>
                <a:off x="4571161" y="4247635"/>
                <a:ext cx="158372" cy="825703"/>
              </a:xfrm>
              <a:custGeom>
                <a:avLst/>
                <a:gdLst>
                  <a:gd name="connsiteX0" fmla="*/ 81267 w 158372"/>
                  <a:gd name="connsiteY0" fmla="*/ 825703 h 825703"/>
                  <a:gd name="connsiteX1" fmla="*/ 77105 w 158372"/>
                  <a:gd name="connsiteY1" fmla="*/ 825703 h 825703"/>
                  <a:gd name="connsiteX2" fmla="*/ 0 w 158372"/>
                  <a:gd name="connsiteY2" fmla="*/ 748598 h 825703"/>
                  <a:gd name="connsiteX3" fmla="*/ 0 w 158372"/>
                  <a:gd name="connsiteY3" fmla="*/ 0 h 825703"/>
                  <a:gd name="connsiteX4" fmla="*/ 158372 w 158372"/>
                  <a:gd name="connsiteY4" fmla="*/ 0 h 825703"/>
                  <a:gd name="connsiteX5" fmla="*/ 158372 w 158372"/>
                  <a:gd name="connsiteY5" fmla="*/ 748598 h 825703"/>
                  <a:gd name="connsiteX6" fmla="*/ 81267 w 158372"/>
                  <a:gd name="connsiteY6" fmla="*/ 825703 h 825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825703">
                    <a:moveTo>
                      <a:pt x="81267" y="825703"/>
                    </a:moveTo>
                    <a:lnTo>
                      <a:pt x="77105" y="825703"/>
                    </a:lnTo>
                    <a:cubicBezTo>
                      <a:pt x="34519" y="825703"/>
                      <a:pt x="0" y="791185"/>
                      <a:pt x="0" y="748598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748598"/>
                    </a:lnTo>
                    <a:cubicBezTo>
                      <a:pt x="158372" y="791185"/>
                      <a:pt x="123853" y="825703"/>
                      <a:pt x="81267" y="825703"/>
                    </a:cubicBezTo>
                    <a:close/>
                  </a:path>
                </a:pathLst>
              </a:custGeom>
              <a:noFill/>
              <a:ln w="2857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25" name="フリーフォーム: 図形 324">
                <a:extLst>
                  <a:ext uri="{FF2B5EF4-FFF2-40B4-BE49-F238E27FC236}">
                    <a16:creationId xmlns:a16="http://schemas.microsoft.com/office/drawing/2014/main" id="{53241A29-1A4C-EC10-ECFE-01E46B6C5431}"/>
                  </a:ext>
                </a:extLst>
              </p:cNvPr>
              <p:cNvSpPr/>
              <p:nvPr/>
            </p:nvSpPr>
            <p:spPr>
              <a:xfrm>
                <a:off x="4607061" y="4358497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26" name="フリーフォーム: 図形 325">
                <a:extLst>
                  <a:ext uri="{FF2B5EF4-FFF2-40B4-BE49-F238E27FC236}">
                    <a16:creationId xmlns:a16="http://schemas.microsoft.com/office/drawing/2014/main" id="{033E5899-56E5-E7DF-3B33-046553F38EEA}"/>
                  </a:ext>
                </a:extLst>
              </p:cNvPr>
              <p:cNvSpPr/>
              <p:nvPr/>
            </p:nvSpPr>
            <p:spPr>
              <a:xfrm>
                <a:off x="4607061" y="4423943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27" name="フリーフォーム: 図形 326">
                <a:extLst>
                  <a:ext uri="{FF2B5EF4-FFF2-40B4-BE49-F238E27FC236}">
                    <a16:creationId xmlns:a16="http://schemas.microsoft.com/office/drawing/2014/main" id="{08117E5B-958A-72FC-A9F9-D1F675E52041}"/>
                  </a:ext>
                </a:extLst>
              </p:cNvPr>
              <p:cNvSpPr/>
              <p:nvPr/>
            </p:nvSpPr>
            <p:spPr>
              <a:xfrm>
                <a:off x="4607061" y="4489380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28" name="フリーフォーム: 図形 327">
                <a:extLst>
                  <a:ext uri="{FF2B5EF4-FFF2-40B4-BE49-F238E27FC236}">
                    <a16:creationId xmlns:a16="http://schemas.microsoft.com/office/drawing/2014/main" id="{87039536-BE76-DCED-F9BB-ACD881CBA83B}"/>
                  </a:ext>
                </a:extLst>
              </p:cNvPr>
              <p:cNvSpPr/>
              <p:nvPr/>
            </p:nvSpPr>
            <p:spPr>
              <a:xfrm>
                <a:off x="4607061" y="4554816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32" name="フリーフォーム: 図形 331">
                <a:extLst>
                  <a:ext uri="{FF2B5EF4-FFF2-40B4-BE49-F238E27FC236}">
                    <a16:creationId xmlns:a16="http://schemas.microsoft.com/office/drawing/2014/main" id="{A10B80DE-9253-DA06-7543-8EAF5E4D8999}"/>
                  </a:ext>
                </a:extLst>
              </p:cNvPr>
              <p:cNvSpPr/>
              <p:nvPr/>
            </p:nvSpPr>
            <p:spPr>
              <a:xfrm>
                <a:off x="4607061" y="4620263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33" name="フリーフォーム: 図形 332">
                <a:extLst>
                  <a:ext uri="{FF2B5EF4-FFF2-40B4-BE49-F238E27FC236}">
                    <a16:creationId xmlns:a16="http://schemas.microsoft.com/office/drawing/2014/main" id="{39F575BA-53D6-2CC0-88A7-0B93E4855441}"/>
                  </a:ext>
                </a:extLst>
              </p:cNvPr>
              <p:cNvSpPr/>
              <p:nvPr/>
            </p:nvSpPr>
            <p:spPr>
              <a:xfrm>
                <a:off x="4607061" y="4685699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35" name="フリーフォーム: 図形 334">
                <a:extLst>
                  <a:ext uri="{FF2B5EF4-FFF2-40B4-BE49-F238E27FC236}">
                    <a16:creationId xmlns:a16="http://schemas.microsoft.com/office/drawing/2014/main" id="{C6239D04-0FCB-5791-B879-54E77E1BAF58}"/>
                  </a:ext>
                </a:extLst>
              </p:cNvPr>
              <p:cNvSpPr/>
              <p:nvPr/>
            </p:nvSpPr>
            <p:spPr>
              <a:xfrm>
                <a:off x="4607061" y="4751136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36" name="フリーフォーム: 図形 335">
                <a:extLst>
                  <a:ext uri="{FF2B5EF4-FFF2-40B4-BE49-F238E27FC236}">
                    <a16:creationId xmlns:a16="http://schemas.microsoft.com/office/drawing/2014/main" id="{E2DA8932-786F-C7E6-E447-18AF69C4FE2D}"/>
                  </a:ext>
                </a:extLst>
              </p:cNvPr>
              <p:cNvSpPr/>
              <p:nvPr/>
            </p:nvSpPr>
            <p:spPr>
              <a:xfrm>
                <a:off x="4607061" y="4816582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37" name="フリーフォーム: 図形 336">
                <a:extLst>
                  <a:ext uri="{FF2B5EF4-FFF2-40B4-BE49-F238E27FC236}">
                    <a16:creationId xmlns:a16="http://schemas.microsoft.com/office/drawing/2014/main" id="{26197C69-30A6-4816-8D86-EC3C9E1F1B08}"/>
                  </a:ext>
                </a:extLst>
              </p:cNvPr>
              <p:cNvSpPr/>
              <p:nvPr/>
            </p:nvSpPr>
            <p:spPr>
              <a:xfrm>
                <a:off x="4607061" y="4882019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38" name="フリーフォーム: 図形 337">
                <a:extLst>
                  <a:ext uri="{FF2B5EF4-FFF2-40B4-BE49-F238E27FC236}">
                    <a16:creationId xmlns:a16="http://schemas.microsoft.com/office/drawing/2014/main" id="{501F20F8-0693-01DD-4BE7-6ED153E92276}"/>
                  </a:ext>
                </a:extLst>
              </p:cNvPr>
              <p:cNvSpPr/>
              <p:nvPr/>
            </p:nvSpPr>
            <p:spPr>
              <a:xfrm>
                <a:off x="4607061" y="4947456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E2683FE7-CAF1-3CB8-B5E5-6D68EF69B856}"/>
                </a:ext>
              </a:extLst>
            </p:cNvPr>
            <p:cNvSpPr/>
            <p:nvPr/>
          </p:nvSpPr>
          <p:spPr>
            <a:xfrm>
              <a:off x="3468890" y="4685699"/>
              <a:ext cx="1396841" cy="9525"/>
            </a:xfrm>
            <a:custGeom>
              <a:avLst/>
              <a:gdLst>
                <a:gd name="connsiteX0" fmla="*/ 0 w 1396841"/>
                <a:gd name="connsiteY0" fmla="*/ 0 h 9525"/>
                <a:gd name="connsiteX1" fmla="*/ 1396841 w 139684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6841" h="9525">
                  <a:moveTo>
                    <a:pt x="0" y="0"/>
                  </a:moveTo>
                  <a:lnTo>
                    <a:pt x="1396841" y="0"/>
                  </a:lnTo>
                </a:path>
              </a:pathLst>
            </a:custGeom>
            <a:ln w="47625" cap="rnd">
              <a:solidFill>
                <a:srgbClr val="363D4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56249EB3-8741-B34A-90D9-A1636993A202}"/>
                </a:ext>
              </a:extLst>
            </p:cNvPr>
            <p:cNvSpPr/>
            <p:nvPr/>
          </p:nvSpPr>
          <p:spPr>
            <a:xfrm>
              <a:off x="3468890" y="4816582"/>
              <a:ext cx="1396841" cy="9525"/>
            </a:xfrm>
            <a:custGeom>
              <a:avLst/>
              <a:gdLst>
                <a:gd name="connsiteX0" fmla="*/ 0 w 1396841"/>
                <a:gd name="connsiteY0" fmla="*/ 0 h 9525"/>
                <a:gd name="connsiteX1" fmla="*/ 1396841 w 139684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6841" h="9525">
                  <a:moveTo>
                    <a:pt x="0" y="0"/>
                  </a:moveTo>
                  <a:lnTo>
                    <a:pt x="1396841" y="0"/>
                  </a:lnTo>
                </a:path>
              </a:pathLst>
            </a:custGeom>
            <a:ln w="28575" cap="rnd">
              <a:solidFill>
                <a:srgbClr val="363D4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9" name="フリーフォーム: 図形 58">
              <a:extLst>
                <a:ext uri="{FF2B5EF4-FFF2-40B4-BE49-F238E27FC236}">
                  <a16:creationId xmlns:a16="http://schemas.microsoft.com/office/drawing/2014/main" id="{B15D0020-4386-3242-AA05-FE25C670A4DA}"/>
                </a:ext>
              </a:extLst>
            </p:cNvPr>
            <p:cNvSpPr/>
            <p:nvPr/>
          </p:nvSpPr>
          <p:spPr>
            <a:xfrm>
              <a:off x="3405539" y="4685700"/>
              <a:ext cx="117781" cy="559688"/>
            </a:xfrm>
            <a:custGeom>
              <a:avLst/>
              <a:gdLst>
                <a:gd name="connsiteX0" fmla="*/ 117196 w 117781"/>
                <a:gd name="connsiteY0" fmla="*/ 0 h 559688"/>
                <a:gd name="connsiteX1" fmla="*/ 0 w 117781"/>
                <a:gd name="connsiteY1" fmla="*/ 559689 h 559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781" h="559688">
                  <a:moveTo>
                    <a:pt x="117196" y="0"/>
                  </a:moveTo>
                  <a:cubicBezTo>
                    <a:pt x="117196" y="0"/>
                    <a:pt x="133036" y="426653"/>
                    <a:pt x="0" y="559689"/>
                  </a:cubicBezTo>
                </a:path>
              </a:pathLst>
            </a:custGeom>
            <a:noFill/>
            <a:ln w="47625" cap="rnd">
              <a:solidFill>
                <a:srgbClr val="363D4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0" name="フリーフォーム: 図形 59">
              <a:extLst>
                <a:ext uri="{FF2B5EF4-FFF2-40B4-BE49-F238E27FC236}">
                  <a16:creationId xmlns:a16="http://schemas.microsoft.com/office/drawing/2014/main" id="{43336CB4-6A9C-B183-6CEF-9BA344EB5BC6}"/>
                </a:ext>
              </a:extLst>
            </p:cNvPr>
            <p:cNvSpPr/>
            <p:nvPr/>
          </p:nvSpPr>
          <p:spPr>
            <a:xfrm>
              <a:off x="4806843" y="4685700"/>
              <a:ext cx="117781" cy="559688"/>
            </a:xfrm>
            <a:custGeom>
              <a:avLst/>
              <a:gdLst>
                <a:gd name="connsiteX0" fmla="*/ 586 w 117781"/>
                <a:gd name="connsiteY0" fmla="*/ 0 h 559688"/>
                <a:gd name="connsiteX1" fmla="*/ 117782 w 117781"/>
                <a:gd name="connsiteY1" fmla="*/ 559689 h 559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781" h="559688">
                  <a:moveTo>
                    <a:pt x="586" y="0"/>
                  </a:moveTo>
                  <a:cubicBezTo>
                    <a:pt x="586" y="0"/>
                    <a:pt x="-15254" y="426653"/>
                    <a:pt x="117782" y="559689"/>
                  </a:cubicBezTo>
                </a:path>
              </a:pathLst>
            </a:custGeom>
            <a:noFill/>
            <a:ln w="47625" cap="rnd">
              <a:solidFill>
                <a:srgbClr val="363D4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334" name="図プレースホルダー 333">
            <a:extLst>
              <a:ext uri="{FF2B5EF4-FFF2-40B4-BE49-F238E27FC236}">
                <a16:creationId xmlns:a16="http://schemas.microsoft.com/office/drawing/2014/main" id="{A6B3163E-71B5-E681-312C-C69D77F17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8774" y="2367954"/>
            <a:ext cx="3605163" cy="360158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kumimoji="1" lang="en-US" altLang="ja-JP" dirty="0"/>
              <a:t>QR cord</a:t>
            </a:r>
            <a:endParaRPr kumimoji="1" lang="ja-JP" altLang="en-US" dirty="0"/>
          </a:p>
        </p:txBody>
      </p:sp>
      <p:sp>
        <p:nvSpPr>
          <p:cNvPr id="8" name="Google Shape;10;p36">
            <a:extLst>
              <a:ext uri="{FF2B5EF4-FFF2-40B4-BE49-F238E27FC236}">
                <a16:creationId xmlns:a16="http://schemas.microsoft.com/office/drawing/2014/main" id="{BD18F355-ED33-5A3F-A7A8-32C42B6F6321}"/>
              </a:ext>
            </a:extLst>
          </p:cNvPr>
          <p:cNvSpPr/>
          <p:nvPr/>
        </p:nvSpPr>
        <p:spPr>
          <a:xfrm rot="10800000" flipH="1">
            <a:off x="0" y="-5866"/>
            <a:ext cx="1864098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329" name="テキスト プレースホルダー 328">
            <a:extLst>
              <a:ext uri="{FF2B5EF4-FFF2-40B4-BE49-F238E27FC236}">
                <a16:creationId xmlns:a16="http://schemas.microsoft.com/office/drawing/2014/main" id="{0F9F2830-1824-0CC7-6BC7-329277FFC3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64096" y="958783"/>
            <a:ext cx="8474517" cy="90721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  <p:sp>
        <p:nvSpPr>
          <p:cNvPr id="9" name="Google Shape;11;p36">
            <a:extLst>
              <a:ext uri="{FF2B5EF4-FFF2-40B4-BE49-F238E27FC236}">
                <a16:creationId xmlns:a16="http://schemas.microsoft.com/office/drawing/2014/main" id="{90A06790-13F0-8D0C-7CFB-9B4F4B56F85E}"/>
              </a:ext>
            </a:extLst>
          </p:cNvPr>
          <p:cNvSpPr/>
          <p:nvPr/>
        </p:nvSpPr>
        <p:spPr>
          <a:xfrm rot="10800000" flipH="1">
            <a:off x="0" y="3383901"/>
            <a:ext cx="1864098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10" name="Google Shape;12;p36">
            <a:extLst>
              <a:ext uri="{FF2B5EF4-FFF2-40B4-BE49-F238E27FC236}">
                <a16:creationId xmlns:a16="http://schemas.microsoft.com/office/drawing/2014/main" id="{F67F4553-ED02-3BCC-5D18-A1E9429E59B7}"/>
              </a:ext>
            </a:extLst>
          </p:cNvPr>
          <p:cNvSpPr/>
          <p:nvPr/>
        </p:nvSpPr>
        <p:spPr>
          <a:xfrm rot="10800000" flipH="1">
            <a:off x="11592957" y="-5882"/>
            <a:ext cx="610156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11" name="Google Shape;13;p36">
            <a:extLst>
              <a:ext uri="{FF2B5EF4-FFF2-40B4-BE49-F238E27FC236}">
                <a16:creationId xmlns:a16="http://schemas.microsoft.com/office/drawing/2014/main" id="{DE45A566-3AF6-B9AA-2094-E4441ABA7CA8}"/>
              </a:ext>
            </a:extLst>
          </p:cNvPr>
          <p:cNvSpPr/>
          <p:nvPr/>
        </p:nvSpPr>
        <p:spPr>
          <a:xfrm rot="10800000" flipH="1">
            <a:off x="11592957" y="3383885"/>
            <a:ext cx="610156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64;p36">
            <a:extLst>
              <a:ext uri="{FF2B5EF4-FFF2-40B4-BE49-F238E27FC236}">
                <a16:creationId xmlns:a16="http://schemas.microsoft.com/office/drawing/2014/main" id="{BAC36420-07EB-7C53-F54F-1C6C041E7ED8}"/>
              </a:ext>
            </a:extLst>
          </p:cNvPr>
          <p:cNvSpPr/>
          <p:nvPr/>
        </p:nvSpPr>
        <p:spPr>
          <a:xfrm rot="5400000">
            <a:off x="2162968" y="-596545"/>
            <a:ext cx="1048927" cy="1144815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grpSp>
        <p:nvGrpSpPr>
          <p:cNvPr id="63" name="Google Shape;65;p36">
            <a:extLst>
              <a:ext uri="{FF2B5EF4-FFF2-40B4-BE49-F238E27FC236}">
                <a16:creationId xmlns:a16="http://schemas.microsoft.com/office/drawing/2014/main" id="{0E5F88EF-D2E2-AA0E-8043-248421BE855B}"/>
              </a:ext>
            </a:extLst>
          </p:cNvPr>
          <p:cNvGrpSpPr/>
          <p:nvPr/>
        </p:nvGrpSpPr>
        <p:grpSpPr>
          <a:xfrm>
            <a:off x="94286" y="1687507"/>
            <a:ext cx="488117" cy="5087073"/>
            <a:chOff x="42063" y="1209300"/>
            <a:chExt cx="374825" cy="3909925"/>
          </a:xfrm>
        </p:grpSpPr>
        <p:grpSp>
          <p:nvGrpSpPr>
            <p:cNvPr id="193" name="Google Shape;66;p36">
              <a:extLst>
                <a:ext uri="{FF2B5EF4-FFF2-40B4-BE49-F238E27FC236}">
                  <a16:creationId xmlns:a16="http://schemas.microsoft.com/office/drawing/2014/main" id="{A141F1B8-F4BA-CF25-6FCB-DE882E446E9A}"/>
                </a:ext>
              </a:extLst>
            </p:cNvPr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318" name="Google Shape;67;p36">
                <a:extLst>
                  <a:ext uri="{FF2B5EF4-FFF2-40B4-BE49-F238E27FC236}">
                    <a16:creationId xmlns:a16="http://schemas.microsoft.com/office/drawing/2014/main" id="{84A76B3B-E4E8-D046-A6A4-872468C30DE7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9" name="Google Shape;68;p36">
                <a:extLst>
                  <a:ext uri="{FF2B5EF4-FFF2-40B4-BE49-F238E27FC236}">
                    <a16:creationId xmlns:a16="http://schemas.microsoft.com/office/drawing/2014/main" id="{80A49949-2D92-F9E6-6245-ECBEE6B003C3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20" name="Google Shape;69;p36">
                <a:extLst>
                  <a:ext uri="{FF2B5EF4-FFF2-40B4-BE49-F238E27FC236}">
                    <a16:creationId xmlns:a16="http://schemas.microsoft.com/office/drawing/2014/main" id="{8089B935-5CED-B51D-A9BE-C2A9041F3BB0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94" name="Google Shape;70;p36">
              <a:extLst>
                <a:ext uri="{FF2B5EF4-FFF2-40B4-BE49-F238E27FC236}">
                  <a16:creationId xmlns:a16="http://schemas.microsoft.com/office/drawing/2014/main" id="{0CB8256C-1F7E-3598-4FE5-373655532548}"/>
                </a:ext>
              </a:extLst>
            </p:cNvPr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315" name="Google Shape;71;p36">
                <a:extLst>
                  <a:ext uri="{FF2B5EF4-FFF2-40B4-BE49-F238E27FC236}">
                    <a16:creationId xmlns:a16="http://schemas.microsoft.com/office/drawing/2014/main" id="{73F35F24-3ABA-0C65-39C0-FB6FFFAD3260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6" name="Google Shape;72;p36">
                <a:extLst>
                  <a:ext uri="{FF2B5EF4-FFF2-40B4-BE49-F238E27FC236}">
                    <a16:creationId xmlns:a16="http://schemas.microsoft.com/office/drawing/2014/main" id="{7AF45081-2CD6-660F-1CF3-D37B50726210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7" name="Google Shape;73;p36">
                <a:extLst>
                  <a:ext uri="{FF2B5EF4-FFF2-40B4-BE49-F238E27FC236}">
                    <a16:creationId xmlns:a16="http://schemas.microsoft.com/office/drawing/2014/main" id="{D353868F-5E7E-877D-AA8C-56C3E5791856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95" name="Google Shape;74;p36">
              <a:extLst>
                <a:ext uri="{FF2B5EF4-FFF2-40B4-BE49-F238E27FC236}">
                  <a16:creationId xmlns:a16="http://schemas.microsoft.com/office/drawing/2014/main" id="{49EC1C8E-7FF9-066E-8451-3D62C1E7BA59}"/>
                </a:ext>
              </a:extLst>
            </p:cNvPr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312" name="Google Shape;75;p36">
                <a:extLst>
                  <a:ext uri="{FF2B5EF4-FFF2-40B4-BE49-F238E27FC236}">
                    <a16:creationId xmlns:a16="http://schemas.microsoft.com/office/drawing/2014/main" id="{F2E6C3A9-4E72-8CD6-59D5-813F1C9CA37D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3" name="Google Shape;76;p36">
                <a:extLst>
                  <a:ext uri="{FF2B5EF4-FFF2-40B4-BE49-F238E27FC236}">
                    <a16:creationId xmlns:a16="http://schemas.microsoft.com/office/drawing/2014/main" id="{6E4A07FE-7D15-451A-CB55-FA6D01A5001E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4" name="Google Shape;77;p36">
                <a:extLst>
                  <a:ext uri="{FF2B5EF4-FFF2-40B4-BE49-F238E27FC236}">
                    <a16:creationId xmlns:a16="http://schemas.microsoft.com/office/drawing/2014/main" id="{8DA23AF2-33CD-AE3A-170B-5E85443DB88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96" name="Google Shape;78;p36">
              <a:extLst>
                <a:ext uri="{FF2B5EF4-FFF2-40B4-BE49-F238E27FC236}">
                  <a16:creationId xmlns:a16="http://schemas.microsoft.com/office/drawing/2014/main" id="{C19FA13C-8556-9F11-190F-0BC2E6F81D40}"/>
                </a:ext>
              </a:extLst>
            </p:cNvPr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309" name="Google Shape;79;p36">
                <a:extLst>
                  <a:ext uri="{FF2B5EF4-FFF2-40B4-BE49-F238E27FC236}">
                    <a16:creationId xmlns:a16="http://schemas.microsoft.com/office/drawing/2014/main" id="{607BC7B1-6C7A-3A9F-A4C7-66A0466EFBB9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0" name="Google Shape;80;p36">
                <a:extLst>
                  <a:ext uri="{FF2B5EF4-FFF2-40B4-BE49-F238E27FC236}">
                    <a16:creationId xmlns:a16="http://schemas.microsoft.com/office/drawing/2014/main" id="{8CC173E6-6848-24C1-2483-2B7CC40B4162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1" name="Google Shape;81;p36">
                <a:extLst>
                  <a:ext uri="{FF2B5EF4-FFF2-40B4-BE49-F238E27FC236}">
                    <a16:creationId xmlns:a16="http://schemas.microsoft.com/office/drawing/2014/main" id="{82A5C741-585F-A8E4-8EAA-52559CEFFA92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82;p36">
              <a:extLst>
                <a:ext uri="{FF2B5EF4-FFF2-40B4-BE49-F238E27FC236}">
                  <a16:creationId xmlns:a16="http://schemas.microsoft.com/office/drawing/2014/main" id="{74AB25F8-8F71-8120-22C5-0DE9DD8ACFBF}"/>
                </a:ext>
              </a:extLst>
            </p:cNvPr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306" name="Google Shape;83;p36">
                <a:extLst>
                  <a:ext uri="{FF2B5EF4-FFF2-40B4-BE49-F238E27FC236}">
                    <a16:creationId xmlns:a16="http://schemas.microsoft.com/office/drawing/2014/main" id="{2A0BE796-FCA0-F8C2-624F-A68E24C429B8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07" name="Google Shape;84;p36">
                <a:extLst>
                  <a:ext uri="{FF2B5EF4-FFF2-40B4-BE49-F238E27FC236}">
                    <a16:creationId xmlns:a16="http://schemas.microsoft.com/office/drawing/2014/main" id="{C3913C18-2028-37DE-1C94-9176364F7679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08" name="Google Shape;85;p36">
                <a:extLst>
                  <a:ext uri="{FF2B5EF4-FFF2-40B4-BE49-F238E27FC236}">
                    <a16:creationId xmlns:a16="http://schemas.microsoft.com/office/drawing/2014/main" id="{52B0E69D-5AE9-2149-A2B7-F86E2AB8310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98" name="Google Shape;86;p36">
              <a:extLst>
                <a:ext uri="{FF2B5EF4-FFF2-40B4-BE49-F238E27FC236}">
                  <a16:creationId xmlns:a16="http://schemas.microsoft.com/office/drawing/2014/main" id="{5940C0C5-6DFA-A2D1-C599-08C6353C3F3D}"/>
                </a:ext>
              </a:extLst>
            </p:cNvPr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303" name="Google Shape;87;p36">
                <a:extLst>
                  <a:ext uri="{FF2B5EF4-FFF2-40B4-BE49-F238E27FC236}">
                    <a16:creationId xmlns:a16="http://schemas.microsoft.com/office/drawing/2014/main" id="{733FF984-6CA6-020B-FFF5-0623B6F304CA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04" name="Google Shape;88;p36">
                <a:extLst>
                  <a:ext uri="{FF2B5EF4-FFF2-40B4-BE49-F238E27FC236}">
                    <a16:creationId xmlns:a16="http://schemas.microsoft.com/office/drawing/2014/main" id="{D7E4F835-3726-F9A0-140E-B5FF99F595AD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05" name="Google Shape;89;p36">
                <a:extLst>
                  <a:ext uri="{FF2B5EF4-FFF2-40B4-BE49-F238E27FC236}">
                    <a16:creationId xmlns:a16="http://schemas.microsoft.com/office/drawing/2014/main" id="{9738C89D-43C4-2F1F-1F39-9B79E5BCED5C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99" name="Google Shape;90;p36">
              <a:extLst>
                <a:ext uri="{FF2B5EF4-FFF2-40B4-BE49-F238E27FC236}">
                  <a16:creationId xmlns:a16="http://schemas.microsoft.com/office/drawing/2014/main" id="{40D89AE4-510A-16CC-562B-85C86306EE78}"/>
                </a:ext>
              </a:extLst>
            </p:cNvPr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300" name="Google Shape;91;p36">
                <a:extLst>
                  <a:ext uri="{FF2B5EF4-FFF2-40B4-BE49-F238E27FC236}">
                    <a16:creationId xmlns:a16="http://schemas.microsoft.com/office/drawing/2014/main" id="{24817CBF-6CE1-41BE-B924-8F9151B2F407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01" name="Google Shape;92;p36">
                <a:extLst>
                  <a:ext uri="{FF2B5EF4-FFF2-40B4-BE49-F238E27FC236}">
                    <a16:creationId xmlns:a16="http://schemas.microsoft.com/office/drawing/2014/main" id="{0719683C-7581-7B1D-E7B2-B8D993908DD6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02" name="Google Shape;93;p36">
                <a:extLst>
                  <a:ext uri="{FF2B5EF4-FFF2-40B4-BE49-F238E27FC236}">
                    <a16:creationId xmlns:a16="http://schemas.microsoft.com/office/drawing/2014/main" id="{E1C98E8C-0705-C303-7166-1EBE640E0179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0" name="Google Shape;94;p36">
              <a:extLst>
                <a:ext uri="{FF2B5EF4-FFF2-40B4-BE49-F238E27FC236}">
                  <a16:creationId xmlns:a16="http://schemas.microsoft.com/office/drawing/2014/main" id="{728CF80F-88F7-6E55-9764-BF7DC9EC838E}"/>
                </a:ext>
              </a:extLst>
            </p:cNvPr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297" name="Google Shape;95;p36">
                <a:extLst>
                  <a:ext uri="{FF2B5EF4-FFF2-40B4-BE49-F238E27FC236}">
                    <a16:creationId xmlns:a16="http://schemas.microsoft.com/office/drawing/2014/main" id="{43099A98-5619-7B18-104C-A450200ADC21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8" name="Google Shape;96;p36">
                <a:extLst>
                  <a:ext uri="{FF2B5EF4-FFF2-40B4-BE49-F238E27FC236}">
                    <a16:creationId xmlns:a16="http://schemas.microsoft.com/office/drawing/2014/main" id="{1886FDBF-518D-1CC1-EB57-AA492D874FB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9" name="Google Shape;97;p36">
                <a:extLst>
                  <a:ext uri="{FF2B5EF4-FFF2-40B4-BE49-F238E27FC236}">
                    <a16:creationId xmlns:a16="http://schemas.microsoft.com/office/drawing/2014/main" id="{C60EF4C3-F75D-0770-A84A-58222004C780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1" name="Google Shape;98;p36">
              <a:extLst>
                <a:ext uri="{FF2B5EF4-FFF2-40B4-BE49-F238E27FC236}">
                  <a16:creationId xmlns:a16="http://schemas.microsoft.com/office/drawing/2014/main" id="{1E5E91A0-0E40-D1FD-FC7A-6EF3E7672702}"/>
                </a:ext>
              </a:extLst>
            </p:cNvPr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294" name="Google Shape;99;p36">
                <a:extLst>
                  <a:ext uri="{FF2B5EF4-FFF2-40B4-BE49-F238E27FC236}">
                    <a16:creationId xmlns:a16="http://schemas.microsoft.com/office/drawing/2014/main" id="{E346C751-B22F-102E-E818-85DECDB041BB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5" name="Google Shape;100;p36">
                <a:extLst>
                  <a:ext uri="{FF2B5EF4-FFF2-40B4-BE49-F238E27FC236}">
                    <a16:creationId xmlns:a16="http://schemas.microsoft.com/office/drawing/2014/main" id="{8604BBEB-D1DD-DFF3-9BD4-8FA59A646C59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6" name="Google Shape;101;p36">
                <a:extLst>
                  <a:ext uri="{FF2B5EF4-FFF2-40B4-BE49-F238E27FC236}">
                    <a16:creationId xmlns:a16="http://schemas.microsoft.com/office/drawing/2014/main" id="{4BBA017E-696C-F8E2-9FD6-173FF9943F80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2" name="Google Shape;102;p36">
              <a:extLst>
                <a:ext uri="{FF2B5EF4-FFF2-40B4-BE49-F238E27FC236}">
                  <a16:creationId xmlns:a16="http://schemas.microsoft.com/office/drawing/2014/main" id="{45812981-7E7E-D020-BBA3-04EB9C3DA869}"/>
                </a:ext>
              </a:extLst>
            </p:cNvPr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291" name="Google Shape;103;p36">
                <a:extLst>
                  <a:ext uri="{FF2B5EF4-FFF2-40B4-BE49-F238E27FC236}">
                    <a16:creationId xmlns:a16="http://schemas.microsoft.com/office/drawing/2014/main" id="{A26AE642-39FE-A2F0-23E7-42935180F119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2" name="Google Shape;104;p36">
                <a:extLst>
                  <a:ext uri="{FF2B5EF4-FFF2-40B4-BE49-F238E27FC236}">
                    <a16:creationId xmlns:a16="http://schemas.microsoft.com/office/drawing/2014/main" id="{DDC47D40-4F8A-22CA-3541-B99307AE14FC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3" name="Google Shape;105;p36">
                <a:extLst>
                  <a:ext uri="{FF2B5EF4-FFF2-40B4-BE49-F238E27FC236}">
                    <a16:creationId xmlns:a16="http://schemas.microsoft.com/office/drawing/2014/main" id="{E520EA25-95E0-4310-CF21-9A7A6387825F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3" name="Google Shape;106;p36">
              <a:extLst>
                <a:ext uri="{FF2B5EF4-FFF2-40B4-BE49-F238E27FC236}">
                  <a16:creationId xmlns:a16="http://schemas.microsoft.com/office/drawing/2014/main" id="{9ECC2FA4-6309-F4CD-F3A1-3C6DE18FC2F0}"/>
                </a:ext>
              </a:extLst>
            </p:cNvPr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288" name="Google Shape;107;p36">
                <a:extLst>
                  <a:ext uri="{FF2B5EF4-FFF2-40B4-BE49-F238E27FC236}">
                    <a16:creationId xmlns:a16="http://schemas.microsoft.com/office/drawing/2014/main" id="{D8E8567E-D036-618B-2AFB-8E60A021A3D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9" name="Google Shape;108;p36">
                <a:extLst>
                  <a:ext uri="{FF2B5EF4-FFF2-40B4-BE49-F238E27FC236}">
                    <a16:creationId xmlns:a16="http://schemas.microsoft.com/office/drawing/2014/main" id="{88496D45-F186-6DAD-0EDD-FA02F2C2F97F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0" name="Google Shape;109;p36">
                <a:extLst>
                  <a:ext uri="{FF2B5EF4-FFF2-40B4-BE49-F238E27FC236}">
                    <a16:creationId xmlns:a16="http://schemas.microsoft.com/office/drawing/2014/main" id="{44D0C044-7969-0002-5BAD-FF3BB662848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4" name="Google Shape;110;p36">
              <a:extLst>
                <a:ext uri="{FF2B5EF4-FFF2-40B4-BE49-F238E27FC236}">
                  <a16:creationId xmlns:a16="http://schemas.microsoft.com/office/drawing/2014/main" id="{5DCA818C-F9C8-3013-501F-454298A0D11D}"/>
                </a:ext>
              </a:extLst>
            </p:cNvPr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285" name="Google Shape;111;p36">
                <a:extLst>
                  <a:ext uri="{FF2B5EF4-FFF2-40B4-BE49-F238E27FC236}">
                    <a16:creationId xmlns:a16="http://schemas.microsoft.com/office/drawing/2014/main" id="{C50B6E3D-C979-528D-EA6E-134A043BAB5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6" name="Google Shape;112;p36">
                <a:extLst>
                  <a:ext uri="{FF2B5EF4-FFF2-40B4-BE49-F238E27FC236}">
                    <a16:creationId xmlns:a16="http://schemas.microsoft.com/office/drawing/2014/main" id="{488AA7F2-894B-3F1D-AA22-1B9C5722984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7" name="Google Shape;113;p36">
                <a:extLst>
                  <a:ext uri="{FF2B5EF4-FFF2-40B4-BE49-F238E27FC236}">
                    <a16:creationId xmlns:a16="http://schemas.microsoft.com/office/drawing/2014/main" id="{B456E863-6252-395B-D584-106BB48536DF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5" name="Google Shape;114;p36">
              <a:extLst>
                <a:ext uri="{FF2B5EF4-FFF2-40B4-BE49-F238E27FC236}">
                  <a16:creationId xmlns:a16="http://schemas.microsoft.com/office/drawing/2014/main" id="{6DEFAE01-178F-28B0-0C21-0525C2AE09E7}"/>
                </a:ext>
              </a:extLst>
            </p:cNvPr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282" name="Google Shape;115;p36">
                <a:extLst>
                  <a:ext uri="{FF2B5EF4-FFF2-40B4-BE49-F238E27FC236}">
                    <a16:creationId xmlns:a16="http://schemas.microsoft.com/office/drawing/2014/main" id="{B4B4978C-7414-F002-858F-6E3AB4FE5D18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3" name="Google Shape;116;p36">
                <a:extLst>
                  <a:ext uri="{FF2B5EF4-FFF2-40B4-BE49-F238E27FC236}">
                    <a16:creationId xmlns:a16="http://schemas.microsoft.com/office/drawing/2014/main" id="{CD178B07-A0F3-93CA-1BF3-BBDB91801452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4" name="Google Shape;117;p36">
                <a:extLst>
                  <a:ext uri="{FF2B5EF4-FFF2-40B4-BE49-F238E27FC236}">
                    <a16:creationId xmlns:a16="http://schemas.microsoft.com/office/drawing/2014/main" id="{0681B72F-EE2E-B715-9CE0-75B0AD58485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6" name="Google Shape;118;p36">
              <a:extLst>
                <a:ext uri="{FF2B5EF4-FFF2-40B4-BE49-F238E27FC236}">
                  <a16:creationId xmlns:a16="http://schemas.microsoft.com/office/drawing/2014/main" id="{68F0D516-72CE-0D13-A305-70B4A83BF042}"/>
                </a:ext>
              </a:extLst>
            </p:cNvPr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279" name="Google Shape;119;p36">
                <a:extLst>
                  <a:ext uri="{FF2B5EF4-FFF2-40B4-BE49-F238E27FC236}">
                    <a16:creationId xmlns:a16="http://schemas.microsoft.com/office/drawing/2014/main" id="{EC572001-82B6-7192-C5A7-EA50FBD23B8D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0" name="Google Shape;120;p36">
                <a:extLst>
                  <a:ext uri="{FF2B5EF4-FFF2-40B4-BE49-F238E27FC236}">
                    <a16:creationId xmlns:a16="http://schemas.microsoft.com/office/drawing/2014/main" id="{4D10BDB1-7FE5-E92F-BD3A-30E40436C2F2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1" name="Google Shape;121;p36">
                <a:extLst>
                  <a:ext uri="{FF2B5EF4-FFF2-40B4-BE49-F238E27FC236}">
                    <a16:creationId xmlns:a16="http://schemas.microsoft.com/office/drawing/2014/main" id="{21A05199-9AEA-A7D1-A8A6-A60A7743805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7" name="Google Shape;122;p36">
              <a:extLst>
                <a:ext uri="{FF2B5EF4-FFF2-40B4-BE49-F238E27FC236}">
                  <a16:creationId xmlns:a16="http://schemas.microsoft.com/office/drawing/2014/main" id="{AFD9B3C6-9BD1-118D-E4EA-8C8FF1D706A4}"/>
                </a:ext>
              </a:extLst>
            </p:cNvPr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276" name="Google Shape;123;p36">
                <a:extLst>
                  <a:ext uri="{FF2B5EF4-FFF2-40B4-BE49-F238E27FC236}">
                    <a16:creationId xmlns:a16="http://schemas.microsoft.com/office/drawing/2014/main" id="{D164B607-147E-0645-FFEE-CEFD4B044F5E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77" name="Google Shape;124;p36">
                <a:extLst>
                  <a:ext uri="{FF2B5EF4-FFF2-40B4-BE49-F238E27FC236}">
                    <a16:creationId xmlns:a16="http://schemas.microsoft.com/office/drawing/2014/main" id="{6FEE6B3D-9814-8B9B-6C94-BA3B4DB2A935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78" name="Google Shape;125;p36">
                <a:extLst>
                  <a:ext uri="{FF2B5EF4-FFF2-40B4-BE49-F238E27FC236}">
                    <a16:creationId xmlns:a16="http://schemas.microsoft.com/office/drawing/2014/main" id="{DC17BF74-6C6B-FB95-95FE-DCD3230A71E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8" name="Google Shape;126;p36">
              <a:extLst>
                <a:ext uri="{FF2B5EF4-FFF2-40B4-BE49-F238E27FC236}">
                  <a16:creationId xmlns:a16="http://schemas.microsoft.com/office/drawing/2014/main" id="{DB77860E-2B56-2D55-7769-B00874863F99}"/>
                </a:ext>
              </a:extLst>
            </p:cNvPr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273" name="Google Shape;127;p36">
                <a:extLst>
                  <a:ext uri="{FF2B5EF4-FFF2-40B4-BE49-F238E27FC236}">
                    <a16:creationId xmlns:a16="http://schemas.microsoft.com/office/drawing/2014/main" id="{18349547-8C14-3052-A25B-3520D67EAB9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74" name="Google Shape;128;p36">
                <a:extLst>
                  <a:ext uri="{FF2B5EF4-FFF2-40B4-BE49-F238E27FC236}">
                    <a16:creationId xmlns:a16="http://schemas.microsoft.com/office/drawing/2014/main" id="{84C56CED-2C7E-10A2-A889-66D5D383C99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75" name="Google Shape;129;p36">
                <a:extLst>
                  <a:ext uri="{FF2B5EF4-FFF2-40B4-BE49-F238E27FC236}">
                    <a16:creationId xmlns:a16="http://schemas.microsoft.com/office/drawing/2014/main" id="{9565BF97-E717-B925-C9B4-2F6AF27E793E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9" name="Google Shape;130;p36">
              <a:extLst>
                <a:ext uri="{FF2B5EF4-FFF2-40B4-BE49-F238E27FC236}">
                  <a16:creationId xmlns:a16="http://schemas.microsoft.com/office/drawing/2014/main" id="{F5E92F90-BEC0-8B9F-F73C-0C2BF2076DA6}"/>
                </a:ext>
              </a:extLst>
            </p:cNvPr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270" name="Google Shape;131;p36">
                <a:extLst>
                  <a:ext uri="{FF2B5EF4-FFF2-40B4-BE49-F238E27FC236}">
                    <a16:creationId xmlns:a16="http://schemas.microsoft.com/office/drawing/2014/main" id="{A4479C25-5A3D-04F4-AE42-3D4A81D4E7A7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71" name="Google Shape;132;p36">
                <a:extLst>
                  <a:ext uri="{FF2B5EF4-FFF2-40B4-BE49-F238E27FC236}">
                    <a16:creationId xmlns:a16="http://schemas.microsoft.com/office/drawing/2014/main" id="{44C35B71-CFDD-DC50-7FFE-B6970A449795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72" name="Google Shape;133;p36">
                <a:extLst>
                  <a:ext uri="{FF2B5EF4-FFF2-40B4-BE49-F238E27FC236}">
                    <a16:creationId xmlns:a16="http://schemas.microsoft.com/office/drawing/2014/main" id="{186D8A8C-2F03-0DDD-9F48-EEC63A6FA7E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0" name="Google Shape;134;p36">
              <a:extLst>
                <a:ext uri="{FF2B5EF4-FFF2-40B4-BE49-F238E27FC236}">
                  <a16:creationId xmlns:a16="http://schemas.microsoft.com/office/drawing/2014/main" id="{3BCD23B0-BB20-57B3-F85F-1CEC17E6D863}"/>
                </a:ext>
              </a:extLst>
            </p:cNvPr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267" name="Google Shape;135;p36">
                <a:extLst>
                  <a:ext uri="{FF2B5EF4-FFF2-40B4-BE49-F238E27FC236}">
                    <a16:creationId xmlns:a16="http://schemas.microsoft.com/office/drawing/2014/main" id="{14E2A1EF-5526-CBCA-5D8B-6BC4EF524E13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8" name="Google Shape;136;p36">
                <a:extLst>
                  <a:ext uri="{FF2B5EF4-FFF2-40B4-BE49-F238E27FC236}">
                    <a16:creationId xmlns:a16="http://schemas.microsoft.com/office/drawing/2014/main" id="{25B2EC83-D4BC-3317-8030-EACB741CAC17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9" name="Google Shape;137;p36">
                <a:extLst>
                  <a:ext uri="{FF2B5EF4-FFF2-40B4-BE49-F238E27FC236}">
                    <a16:creationId xmlns:a16="http://schemas.microsoft.com/office/drawing/2014/main" id="{B175B69D-BECF-350D-9507-91C87BD5BEF8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1" name="Google Shape;138;p36">
              <a:extLst>
                <a:ext uri="{FF2B5EF4-FFF2-40B4-BE49-F238E27FC236}">
                  <a16:creationId xmlns:a16="http://schemas.microsoft.com/office/drawing/2014/main" id="{411D39F0-C572-3FCC-778A-860DCE4F2875}"/>
                </a:ext>
              </a:extLst>
            </p:cNvPr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264" name="Google Shape;139;p36">
                <a:extLst>
                  <a:ext uri="{FF2B5EF4-FFF2-40B4-BE49-F238E27FC236}">
                    <a16:creationId xmlns:a16="http://schemas.microsoft.com/office/drawing/2014/main" id="{2BDB1837-4E42-3080-7FE3-EF008A333DFE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5" name="Google Shape;140;p36">
                <a:extLst>
                  <a:ext uri="{FF2B5EF4-FFF2-40B4-BE49-F238E27FC236}">
                    <a16:creationId xmlns:a16="http://schemas.microsoft.com/office/drawing/2014/main" id="{75C1B586-8F16-BE7B-4B74-AB388F10BE6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6" name="Google Shape;141;p36">
                <a:extLst>
                  <a:ext uri="{FF2B5EF4-FFF2-40B4-BE49-F238E27FC236}">
                    <a16:creationId xmlns:a16="http://schemas.microsoft.com/office/drawing/2014/main" id="{DFBD0C41-3AB0-4D8F-39F9-8BB5FE52ADEA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Google Shape;142;p36">
              <a:extLst>
                <a:ext uri="{FF2B5EF4-FFF2-40B4-BE49-F238E27FC236}">
                  <a16:creationId xmlns:a16="http://schemas.microsoft.com/office/drawing/2014/main" id="{2A0D755E-048D-8E93-F667-2A2B2BAE4E19}"/>
                </a:ext>
              </a:extLst>
            </p:cNvPr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261" name="Google Shape;143;p36">
                <a:extLst>
                  <a:ext uri="{FF2B5EF4-FFF2-40B4-BE49-F238E27FC236}">
                    <a16:creationId xmlns:a16="http://schemas.microsoft.com/office/drawing/2014/main" id="{7C65A930-4AB7-7B87-44AD-B17439861A39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2" name="Google Shape;144;p36">
                <a:extLst>
                  <a:ext uri="{FF2B5EF4-FFF2-40B4-BE49-F238E27FC236}">
                    <a16:creationId xmlns:a16="http://schemas.microsoft.com/office/drawing/2014/main" id="{86DBD5EB-17D7-C769-05CB-46EDB55A39A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3" name="Google Shape;145;p36">
                <a:extLst>
                  <a:ext uri="{FF2B5EF4-FFF2-40B4-BE49-F238E27FC236}">
                    <a16:creationId xmlns:a16="http://schemas.microsoft.com/office/drawing/2014/main" id="{6F47CC8A-A747-49DC-7BB6-64B3FDB95B41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3" name="Google Shape;146;p36">
              <a:extLst>
                <a:ext uri="{FF2B5EF4-FFF2-40B4-BE49-F238E27FC236}">
                  <a16:creationId xmlns:a16="http://schemas.microsoft.com/office/drawing/2014/main" id="{73D948E8-C8F9-C595-623B-DB976F101138}"/>
                </a:ext>
              </a:extLst>
            </p:cNvPr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258" name="Google Shape;147;p36">
                <a:extLst>
                  <a:ext uri="{FF2B5EF4-FFF2-40B4-BE49-F238E27FC236}">
                    <a16:creationId xmlns:a16="http://schemas.microsoft.com/office/drawing/2014/main" id="{9AAE61DB-EC2A-3CE2-2282-7CB554A2FF8B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9" name="Google Shape;148;p36">
                <a:extLst>
                  <a:ext uri="{FF2B5EF4-FFF2-40B4-BE49-F238E27FC236}">
                    <a16:creationId xmlns:a16="http://schemas.microsoft.com/office/drawing/2014/main" id="{CCD2DA67-BE87-7358-AAB8-23B6A73CD075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0" name="Google Shape;149;p36">
                <a:extLst>
                  <a:ext uri="{FF2B5EF4-FFF2-40B4-BE49-F238E27FC236}">
                    <a16:creationId xmlns:a16="http://schemas.microsoft.com/office/drawing/2014/main" id="{B45DD250-410F-9FC4-2365-5F8C8341AE2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4" name="Google Shape;150;p36">
              <a:extLst>
                <a:ext uri="{FF2B5EF4-FFF2-40B4-BE49-F238E27FC236}">
                  <a16:creationId xmlns:a16="http://schemas.microsoft.com/office/drawing/2014/main" id="{7B8D07DF-AB98-C5B1-394F-7FB26A927FD9}"/>
                </a:ext>
              </a:extLst>
            </p:cNvPr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255" name="Google Shape;151;p36">
                <a:extLst>
                  <a:ext uri="{FF2B5EF4-FFF2-40B4-BE49-F238E27FC236}">
                    <a16:creationId xmlns:a16="http://schemas.microsoft.com/office/drawing/2014/main" id="{695E5A10-7B03-DE01-47E2-D28549743BC3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6" name="Google Shape;152;p36">
                <a:extLst>
                  <a:ext uri="{FF2B5EF4-FFF2-40B4-BE49-F238E27FC236}">
                    <a16:creationId xmlns:a16="http://schemas.microsoft.com/office/drawing/2014/main" id="{64276E58-8E0E-1D3A-0DC4-2A81517E2CB7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7" name="Google Shape;153;p36">
                <a:extLst>
                  <a:ext uri="{FF2B5EF4-FFF2-40B4-BE49-F238E27FC236}">
                    <a16:creationId xmlns:a16="http://schemas.microsoft.com/office/drawing/2014/main" id="{E8769508-E1E7-51AD-FBE3-0CFB6931555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5" name="Google Shape;154;p36">
              <a:extLst>
                <a:ext uri="{FF2B5EF4-FFF2-40B4-BE49-F238E27FC236}">
                  <a16:creationId xmlns:a16="http://schemas.microsoft.com/office/drawing/2014/main" id="{81705CEE-63F0-4D03-D286-24DABB76BEE5}"/>
                </a:ext>
              </a:extLst>
            </p:cNvPr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252" name="Google Shape;155;p36">
                <a:extLst>
                  <a:ext uri="{FF2B5EF4-FFF2-40B4-BE49-F238E27FC236}">
                    <a16:creationId xmlns:a16="http://schemas.microsoft.com/office/drawing/2014/main" id="{490017B2-E94F-043D-1E72-7574C6D5506C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3" name="Google Shape;156;p36">
                <a:extLst>
                  <a:ext uri="{FF2B5EF4-FFF2-40B4-BE49-F238E27FC236}">
                    <a16:creationId xmlns:a16="http://schemas.microsoft.com/office/drawing/2014/main" id="{42411D10-0C5B-4149-655C-1619EDCD76EB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4" name="Google Shape;157;p36">
                <a:extLst>
                  <a:ext uri="{FF2B5EF4-FFF2-40B4-BE49-F238E27FC236}">
                    <a16:creationId xmlns:a16="http://schemas.microsoft.com/office/drawing/2014/main" id="{C688F8C9-EE1A-76A5-A94B-3840ACB2490C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6" name="Google Shape;158;p36">
              <a:extLst>
                <a:ext uri="{FF2B5EF4-FFF2-40B4-BE49-F238E27FC236}">
                  <a16:creationId xmlns:a16="http://schemas.microsoft.com/office/drawing/2014/main" id="{1B2CE1AB-F80D-DB03-FEE7-959C1F772FFE}"/>
                </a:ext>
              </a:extLst>
            </p:cNvPr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249" name="Google Shape;159;p36">
                <a:extLst>
                  <a:ext uri="{FF2B5EF4-FFF2-40B4-BE49-F238E27FC236}">
                    <a16:creationId xmlns:a16="http://schemas.microsoft.com/office/drawing/2014/main" id="{D247CCB3-9FC8-6857-B59A-46DB57886BD9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0" name="Google Shape;160;p36">
                <a:extLst>
                  <a:ext uri="{FF2B5EF4-FFF2-40B4-BE49-F238E27FC236}">
                    <a16:creationId xmlns:a16="http://schemas.microsoft.com/office/drawing/2014/main" id="{3511A66F-6D9D-398C-B553-B584A4B6F23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1" name="Google Shape;161;p36">
                <a:extLst>
                  <a:ext uri="{FF2B5EF4-FFF2-40B4-BE49-F238E27FC236}">
                    <a16:creationId xmlns:a16="http://schemas.microsoft.com/office/drawing/2014/main" id="{2DBE2233-C932-9E42-0547-2C2628106A0E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7" name="Google Shape;162;p36">
              <a:extLst>
                <a:ext uri="{FF2B5EF4-FFF2-40B4-BE49-F238E27FC236}">
                  <a16:creationId xmlns:a16="http://schemas.microsoft.com/office/drawing/2014/main" id="{E161C015-F15B-79CF-44A0-E581FF2D1252}"/>
                </a:ext>
              </a:extLst>
            </p:cNvPr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246" name="Google Shape;163;p36">
                <a:extLst>
                  <a:ext uri="{FF2B5EF4-FFF2-40B4-BE49-F238E27FC236}">
                    <a16:creationId xmlns:a16="http://schemas.microsoft.com/office/drawing/2014/main" id="{3BFAD013-672E-ADFF-ED14-023E7D003E5A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47" name="Google Shape;164;p36">
                <a:extLst>
                  <a:ext uri="{FF2B5EF4-FFF2-40B4-BE49-F238E27FC236}">
                    <a16:creationId xmlns:a16="http://schemas.microsoft.com/office/drawing/2014/main" id="{E124415A-B455-D853-C3BE-61F41ECFABCB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48" name="Google Shape;165;p36">
                <a:extLst>
                  <a:ext uri="{FF2B5EF4-FFF2-40B4-BE49-F238E27FC236}">
                    <a16:creationId xmlns:a16="http://schemas.microsoft.com/office/drawing/2014/main" id="{530A00C3-C6DB-D56B-BD13-BAA14BB0E16F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8" name="Google Shape;166;p36">
              <a:extLst>
                <a:ext uri="{FF2B5EF4-FFF2-40B4-BE49-F238E27FC236}">
                  <a16:creationId xmlns:a16="http://schemas.microsoft.com/office/drawing/2014/main" id="{5A0EA97B-6E02-BCCD-94F4-854EE69DC304}"/>
                </a:ext>
              </a:extLst>
            </p:cNvPr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243" name="Google Shape;167;p36">
                <a:extLst>
                  <a:ext uri="{FF2B5EF4-FFF2-40B4-BE49-F238E27FC236}">
                    <a16:creationId xmlns:a16="http://schemas.microsoft.com/office/drawing/2014/main" id="{C0351DE5-C362-45E5-5FB4-7F0E6753B8EC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44" name="Google Shape;168;p36">
                <a:extLst>
                  <a:ext uri="{FF2B5EF4-FFF2-40B4-BE49-F238E27FC236}">
                    <a16:creationId xmlns:a16="http://schemas.microsoft.com/office/drawing/2014/main" id="{61705AEB-C05B-EE73-F118-8C553A91DE4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45" name="Google Shape;169;p36">
                <a:extLst>
                  <a:ext uri="{FF2B5EF4-FFF2-40B4-BE49-F238E27FC236}">
                    <a16:creationId xmlns:a16="http://schemas.microsoft.com/office/drawing/2014/main" id="{2E014FCA-F993-D2DD-DFC7-C639CCAADE7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9" name="Google Shape;170;p36">
              <a:extLst>
                <a:ext uri="{FF2B5EF4-FFF2-40B4-BE49-F238E27FC236}">
                  <a16:creationId xmlns:a16="http://schemas.microsoft.com/office/drawing/2014/main" id="{CDE87FF8-36ED-963D-C4E8-4CAA1140C424}"/>
                </a:ext>
              </a:extLst>
            </p:cNvPr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240" name="Google Shape;171;p36">
                <a:extLst>
                  <a:ext uri="{FF2B5EF4-FFF2-40B4-BE49-F238E27FC236}">
                    <a16:creationId xmlns:a16="http://schemas.microsoft.com/office/drawing/2014/main" id="{BAF1207C-E67D-8A71-2CEA-0763E758F28C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41" name="Google Shape;172;p36">
                <a:extLst>
                  <a:ext uri="{FF2B5EF4-FFF2-40B4-BE49-F238E27FC236}">
                    <a16:creationId xmlns:a16="http://schemas.microsoft.com/office/drawing/2014/main" id="{468F7799-24BE-A0E2-21A0-6F546687BA31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42" name="Google Shape;173;p36">
                <a:extLst>
                  <a:ext uri="{FF2B5EF4-FFF2-40B4-BE49-F238E27FC236}">
                    <a16:creationId xmlns:a16="http://schemas.microsoft.com/office/drawing/2014/main" id="{68BA1716-0F1D-967A-406C-4EA18A6FC45C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20" name="Google Shape;174;p36">
              <a:extLst>
                <a:ext uri="{FF2B5EF4-FFF2-40B4-BE49-F238E27FC236}">
                  <a16:creationId xmlns:a16="http://schemas.microsoft.com/office/drawing/2014/main" id="{D0930A4D-D880-4B18-3BC3-0C23DB603339}"/>
                </a:ext>
              </a:extLst>
            </p:cNvPr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237" name="Google Shape;175;p36">
                <a:extLst>
                  <a:ext uri="{FF2B5EF4-FFF2-40B4-BE49-F238E27FC236}">
                    <a16:creationId xmlns:a16="http://schemas.microsoft.com/office/drawing/2014/main" id="{0D916F43-6CB7-FAF7-C410-458FB66CD5D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8" name="Google Shape;176;p36">
                <a:extLst>
                  <a:ext uri="{FF2B5EF4-FFF2-40B4-BE49-F238E27FC236}">
                    <a16:creationId xmlns:a16="http://schemas.microsoft.com/office/drawing/2014/main" id="{767A994D-25D8-1B5E-BD9B-9EDA1E2B2E0F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9" name="Google Shape;177;p36">
                <a:extLst>
                  <a:ext uri="{FF2B5EF4-FFF2-40B4-BE49-F238E27FC236}">
                    <a16:creationId xmlns:a16="http://schemas.microsoft.com/office/drawing/2014/main" id="{2818B87E-BBEB-D297-568C-1853EB4641A0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21" name="Google Shape;178;p36">
              <a:extLst>
                <a:ext uri="{FF2B5EF4-FFF2-40B4-BE49-F238E27FC236}">
                  <a16:creationId xmlns:a16="http://schemas.microsoft.com/office/drawing/2014/main" id="{71B959B0-BD8B-8C1D-37B3-13C30DCE36D0}"/>
                </a:ext>
              </a:extLst>
            </p:cNvPr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234" name="Google Shape;179;p36">
                <a:extLst>
                  <a:ext uri="{FF2B5EF4-FFF2-40B4-BE49-F238E27FC236}">
                    <a16:creationId xmlns:a16="http://schemas.microsoft.com/office/drawing/2014/main" id="{03E3398C-C62B-09E7-E67D-9B48AB6FC7F0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5" name="Google Shape;180;p36">
                <a:extLst>
                  <a:ext uri="{FF2B5EF4-FFF2-40B4-BE49-F238E27FC236}">
                    <a16:creationId xmlns:a16="http://schemas.microsoft.com/office/drawing/2014/main" id="{DE60BFA9-8D6A-E0A2-CB6B-F287B75EAA6B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6" name="Google Shape;181;p36">
                <a:extLst>
                  <a:ext uri="{FF2B5EF4-FFF2-40B4-BE49-F238E27FC236}">
                    <a16:creationId xmlns:a16="http://schemas.microsoft.com/office/drawing/2014/main" id="{0CC908E1-F101-88D3-58AA-5D315F95FCF4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22" name="Google Shape;182;p36">
              <a:extLst>
                <a:ext uri="{FF2B5EF4-FFF2-40B4-BE49-F238E27FC236}">
                  <a16:creationId xmlns:a16="http://schemas.microsoft.com/office/drawing/2014/main" id="{5655E148-7E16-602C-2E92-383460945D8C}"/>
                </a:ext>
              </a:extLst>
            </p:cNvPr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231" name="Google Shape;183;p36">
                <a:extLst>
                  <a:ext uri="{FF2B5EF4-FFF2-40B4-BE49-F238E27FC236}">
                    <a16:creationId xmlns:a16="http://schemas.microsoft.com/office/drawing/2014/main" id="{0A28BF48-F76F-D5B5-5955-3AEE9B3C4D81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2" name="Google Shape;184;p36">
                <a:extLst>
                  <a:ext uri="{FF2B5EF4-FFF2-40B4-BE49-F238E27FC236}">
                    <a16:creationId xmlns:a16="http://schemas.microsoft.com/office/drawing/2014/main" id="{34F4E37F-CE52-918B-F52B-DA7B248CF07B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3" name="Google Shape;185;p36">
                <a:extLst>
                  <a:ext uri="{FF2B5EF4-FFF2-40B4-BE49-F238E27FC236}">
                    <a16:creationId xmlns:a16="http://schemas.microsoft.com/office/drawing/2014/main" id="{7EB396FD-C05A-7B61-FC01-06E518803AD4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23" name="Google Shape;186;p36">
              <a:extLst>
                <a:ext uri="{FF2B5EF4-FFF2-40B4-BE49-F238E27FC236}">
                  <a16:creationId xmlns:a16="http://schemas.microsoft.com/office/drawing/2014/main" id="{F11376E4-D42E-C888-B32E-6D63DBF7380D}"/>
                </a:ext>
              </a:extLst>
            </p:cNvPr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228" name="Google Shape;187;p36">
                <a:extLst>
                  <a:ext uri="{FF2B5EF4-FFF2-40B4-BE49-F238E27FC236}">
                    <a16:creationId xmlns:a16="http://schemas.microsoft.com/office/drawing/2014/main" id="{7E347A48-C581-8C84-9B39-4B648799C59E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29" name="Google Shape;188;p36">
                <a:extLst>
                  <a:ext uri="{FF2B5EF4-FFF2-40B4-BE49-F238E27FC236}">
                    <a16:creationId xmlns:a16="http://schemas.microsoft.com/office/drawing/2014/main" id="{D8B5AEE0-3F19-0A6F-EF69-AA221E5B127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0" name="Google Shape;189;p36">
                <a:extLst>
                  <a:ext uri="{FF2B5EF4-FFF2-40B4-BE49-F238E27FC236}">
                    <a16:creationId xmlns:a16="http://schemas.microsoft.com/office/drawing/2014/main" id="{1033101E-E8DD-BE54-22BC-A80E08DBC37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24" name="Google Shape;190;p36">
              <a:extLst>
                <a:ext uri="{FF2B5EF4-FFF2-40B4-BE49-F238E27FC236}">
                  <a16:creationId xmlns:a16="http://schemas.microsoft.com/office/drawing/2014/main" id="{EE24E804-1470-3B18-4FE6-9CE65D86D580}"/>
                </a:ext>
              </a:extLst>
            </p:cNvPr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225" name="Google Shape;191;p36">
                <a:extLst>
                  <a:ext uri="{FF2B5EF4-FFF2-40B4-BE49-F238E27FC236}">
                    <a16:creationId xmlns:a16="http://schemas.microsoft.com/office/drawing/2014/main" id="{6DAA0055-EF95-178F-E266-EA9F6ACA8F0D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26" name="Google Shape;192;p36">
                <a:extLst>
                  <a:ext uri="{FF2B5EF4-FFF2-40B4-BE49-F238E27FC236}">
                    <a16:creationId xmlns:a16="http://schemas.microsoft.com/office/drawing/2014/main" id="{A69DDF7B-B47D-F349-B012-C77E26D99887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27" name="Google Shape;193;p36">
                <a:extLst>
                  <a:ext uri="{FF2B5EF4-FFF2-40B4-BE49-F238E27FC236}">
                    <a16:creationId xmlns:a16="http://schemas.microsoft.com/office/drawing/2014/main" id="{8B7A9552-4127-7FE7-7E7D-B0B51BAA4298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4" name="Google Shape;194;p36">
            <a:extLst>
              <a:ext uri="{FF2B5EF4-FFF2-40B4-BE49-F238E27FC236}">
                <a16:creationId xmlns:a16="http://schemas.microsoft.com/office/drawing/2014/main" id="{58C78C0D-9D6A-4DE9-B145-162B7C9ACC00}"/>
              </a:ext>
            </a:extLst>
          </p:cNvPr>
          <p:cNvGrpSpPr/>
          <p:nvPr/>
        </p:nvGrpSpPr>
        <p:grpSpPr>
          <a:xfrm rot="5400000">
            <a:off x="8461595" y="-2196845"/>
            <a:ext cx="487672" cy="5091710"/>
            <a:chOff x="42063" y="1209300"/>
            <a:chExt cx="374825" cy="3909925"/>
          </a:xfrm>
        </p:grpSpPr>
        <p:grpSp>
          <p:nvGrpSpPr>
            <p:cNvPr id="65" name="Google Shape;195;p36">
              <a:extLst>
                <a:ext uri="{FF2B5EF4-FFF2-40B4-BE49-F238E27FC236}">
                  <a16:creationId xmlns:a16="http://schemas.microsoft.com/office/drawing/2014/main" id="{3A82F2C0-AEEB-7975-B75A-EEDBC16A8744}"/>
                </a:ext>
              </a:extLst>
            </p:cNvPr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190" name="Google Shape;196;p36">
                <a:extLst>
                  <a:ext uri="{FF2B5EF4-FFF2-40B4-BE49-F238E27FC236}">
                    <a16:creationId xmlns:a16="http://schemas.microsoft.com/office/drawing/2014/main" id="{8DF1BCDF-F9FC-0A7B-DC6D-4F4A0A2E06D6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91" name="Google Shape;197;p36">
                <a:extLst>
                  <a:ext uri="{FF2B5EF4-FFF2-40B4-BE49-F238E27FC236}">
                    <a16:creationId xmlns:a16="http://schemas.microsoft.com/office/drawing/2014/main" id="{C92708CD-6916-1C51-F345-20EBE9166423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92" name="Google Shape;198;p36">
                <a:extLst>
                  <a:ext uri="{FF2B5EF4-FFF2-40B4-BE49-F238E27FC236}">
                    <a16:creationId xmlns:a16="http://schemas.microsoft.com/office/drawing/2014/main" id="{5B2F0308-88E1-E31B-5C53-BD0FA2AA095E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66" name="Google Shape;199;p36">
              <a:extLst>
                <a:ext uri="{FF2B5EF4-FFF2-40B4-BE49-F238E27FC236}">
                  <a16:creationId xmlns:a16="http://schemas.microsoft.com/office/drawing/2014/main" id="{5E90E5ED-07B1-DDD6-3255-5E0C55AA0AC1}"/>
                </a:ext>
              </a:extLst>
            </p:cNvPr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187" name="Google Shape;200;p36">
                <a:extLst>
                  <a:ext uri="{FF2B5EF4-FFF2-40B4-BE49-F238E27FC236}">
                    <a16:creationId xmlns:a16="http://schemas.microsoft.com/office/drawing/2014/main" id="{ACBD8248-E560-6700-CFE9-755528357A44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8" name="Google Shape;201;p36">
                <a:extLst>
                  <a:ext uri="{FF2B5EF4-FFF2-40B4-BE49-F238E27FC236}">
                    <a16:creationId xmlns:a16="http://schemas.microsoft.com/office/drawing/2014/main" id="{5A32F06E-234B-D954-5544-8F7D9A30AA86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9" name="Google Shape;202;p36">
                <a:extLst>
                  <a:ext uri="{FF2B5EF4-FFF2-40B4-BE49-F238E27FC236}">
                    <a16:creationId xmlns:a16="http://schemas.microsoft.com/office/drawing/2014/main" id="{A29371D6-A2F8-0F4F-1C0F-922B08CC2E6B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67" name="Google Shape;203;p36">
              <a:extLst>
                <a:ext uri="{FF2B5EF4-FFF2-40B4-BE49-F238E27FC236}">
                  <a16:creationId xmlns:a16="http://schemas.microsoft.com/office/drawing/2014/main" id="{F2251938-77DF-E3B6-B61E-2A334C8056A9}"/>
                </a:ext>
              </a:extLst>
            </p:cNvPr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184" name="Google Shape;204;p36">
                <a:extLst>
                  <a:ext uri="{FF2B5EF4-FFF2-40B4-BE49-F238E27FC236}">
                    <a16:creationId xmlns:a16="http://schemas.microsoft.com/office/drawing/2014/main" id="{5456D446-5874-49F0-D091-7A565D6663C9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5" name="Google Shape;205;p36">
                <a:extLst>
                  <a:ext uri="{FF2B5EF4-FFF2-40B4-BE49-F238E27FC236}">
                    <a16:creationId xmlns:a16="http://schemas.microsoft.com/office/drawing/2014/main" id="{206EF76E-DFBF-A728-9B4B-7CDC396F22A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6" name="Google Shape;206;p36">
                <a:extLst>
                  <a:ext uri="{FF2B5EF4-FFF2-40B4-BE49-F238E27FC236}">
                    <a16:creationId xmlns:a16="http://schemas.microsoft.com/office/drawing/2014/main" id="{E72E0595-0701-0ACA-8FB6-5736CD2D0815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207;p36">
              <a:extLst>
                <a:ext uri="{FF2B5EF4-FFF2-40B4-BE49-F238E27FC236}">
                  <a16:creationId xmlns:a16="http://schemas.microsoft.com/office/drawing/2014/main" id="{B5CF3FA0-4D5B-07A1-CAD7-8D528078B4BF}"/>
                </a:ext>
              </a:extLst>
            </p:cNvPr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181" name="Google Shape;208;p36">
                <a:extLst>
                  <a:ext uri="{FF2B5EF4-FFF2-40B4-BE49-F238E27FC236}">
                    <a16:creationId xmlns:a16="http://schemas.microsoft.com/office/drawing/2014/main" id="{AC242405-A60C-975C-7C41-EC69BD1B3523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2" name="Google Shape;209;p36">
                <a:extLst>
                  <a:ext uri="{FF2B5EF4-FFF2-40B4-BE49-F238E27FC236}">
                    <a16:creationId xmlns:a16="http://schemas.microsoft.com/office/drawing/2014/main" id="{A3264FF7-8DAC-7C0B-F024-3B313531F34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3" name="Google Shape;210;p36">
                <a:extLst>
                  <a:ext uri="{FF2B5EF4-FFF2-40B4-BE49-F238E27FC236}">
                    <a16:creationId xmlns:a16="http://schemas.microsoft.com/office/drawing/2014/main" id="{A2897C08-F4CB-818D-A532-8483C379BBDC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69" name="Google Shape;211;p36">
              <a:extLst>
                <a:ext uri="{FF2B5EF4-FFF2-40B4-BE49-F238E27FC236}">
                  <a16:creationId xmlns:a16="http://schemas.microsoft.com/office/drawing/2014/main" id="{8B72DD03-2D08-933A-A465-2AAEEED86232}"/>
                </a:ext>
              </a:extLst>
            </p:cNvPr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178" name="Google Shape;212;p36">
                <a:extLst>
                  <a:ext uri="{FF2B5EF4-FFF2-40B4-BE49-F238E27FC236}">
                    <a16:creationId xmlns:a16="http://schemas.microsoft.com/office/drawing/2014/main" id="{2391B6F7-0AF6-9BCE-FB1A-1836F7799BBB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9" name="Google Shape;213;p36">
                <a:extLst>
                  <a:ext uri="{FF2B5EF4-FFF2-40B4-BE49-F238E27FC236}">
                    <a16:creationId xmlns:a16="http://schemas.microsoft.com/office/drawing/2014/main" id="{74A6348C-067D-CD10-813F-CDA22FC128CB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0" name="Google Shape;214;p36">
                <a:extLst>
                  <a:ext uri="{FF2B5EF4-FFF2-40B4-BE49-F238E27FC236}">
                    <a16:creationId xmlns:a16="http://schemas.microsoft.com/office/drawing/2014/main" id="{08DB7504-96C7-596B-2B88-FB371B3C0B72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0" name="Google Shape;215;p36">
              <a:extLst>
                <a:ext uri="{FF2B5EF4-FFF2-40B4-BE49-F238E27FC236}">
                  <a16:creationId xmlns:a16="http://schemas.microsoft.com/office/drawing/2014/main" id="{8AD5AB9E-DE96-A339-B9A0-6B0C08CCBC2A}"/>
                </a:ext>
              </a:extLst>
            </p:cNvPr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175" name="Google Shape;216;p36">
                <a:extLst>
                  <a:ext uri="{FF2B5EF4-FFF2-40B4-BE49-F238E27FC236}">
                    <a16:creationId xmlns:a16="http://schemas.microsoft.com/office/drawing/2014/main" id="{BF3C6995-F61F-342B-7D82-EED858E6EB80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6" name="Google Shape;217;p36">
                <a:extLst>
                  <a:ext uri="{FF2B5EF4-FFF2-40B4-BE49-F238E27FC236}">
                    <a16:creationId xmlns:a16="http://schemas.microsoft.com/office/drawing/2014/main" id="{FEEE6C8C-DDC2-FDF8-2165-6A78A702D5F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7" name="Google Shape;218;p36">
                <a:extLst>
                  <a:ext uri="{FF2B5EF4-FFF2-40B4-BE49-F238E27FC236}">
                    <a16:creationId xmlns:a16="http://schemas.microsoft.com/office/drawing/2014/main" id="{80A499CE-EAD8-3CCF-2565-D7A7C335C0DD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1" name="Google Shape;219;p36">
              <a:extLst>
                <a:ext uri="{FF2B5EF4-FFF2-40B4-BE49-F238E27FC236}">
                  <a16:creationId xmlns:a16="http://schemas.microsoft.com/office/drawing/2014/main" id="{826AC565-CC32-9D42-1FFF-F04B20D93E27}"/>
                </a:ext>
              </a:extLst>
            </p:cNvPr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172" name="Google Shape;220;p36">
                <a:extLst>
                  <a:ext uri="{FF2B5EF4-FFF2-40B4-BE49-F238E27FC236}">
                    <a16:creationId xmlns:a16="http://schemas.microsoft.com/office/drawing/2014/main" id="{D29BA059-9FB0-D7B2-C2D1-4161C983A836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3" name="Google Shape;221;p36">
                <a:extLst>
                  <a:ext uri="{FF2B5EF4-FFF2-40B4-BE49-F238E27FC236}">
                    <a16:creationId xmlns:a16="http://schemas.microsoft.com/office/drawing/2014/main" id="{A9A24157-08D9-6D9D-64F2-74EC29D9CA5F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4" name="Google Shape;222;p36">
                <a:extLst>
                  <a:ext uri="{FF2B5EF4-FFF2-40B4-BE49-F238E27FC236}">
                    <a16:creationId xmlns:a16="http://schemas.microsoft.com/office/drawing/2014/main" id="{E2558338-C492-B1FB-DCEC-4BF39EEB3636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2" name="Google Shape;223;p36">
              <a:extLst>
                <a:ext uri="{FF2B5EF4-FFF2-40B4-BE49-F238E27FC236}">
                  <a16:creationId xmlns:a16="http://schemas.microsoft.com/office/drawing/2014/main" id="{87537ADA-AA7E-F66A-0B4D-48AAB002CD11}"/>
                </a:ext>
              </a:extLst>
            </p:cNvPr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169" name="Google Shape;224;p36">
                <a:extLst>
                  <a:ext uri="{FF2B5EF4-FFF2-40B4-BE49-F238E27FC236}">
                    <a16:creationId xmlns:a16="http://schemas.microsoft.com/office/drawing/2014/main" id="{CFDF4980-5CD5-F67A-A98F-945134212231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0" name="Google Shape;225;p36">
                <a:extLst>
                  <a:ext uri="{FF2B5EF4-FFF2-40B4-BE49-F238E27FC236}">
                    <a16:creationId xmlns:a16="http://schemas.microsoft.com/office/drawing/2014/main" id="{FBD7EDC0-23B8-4CB0-2653-667A899D45A6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1" name="Google Shape;226;p36">
                <a:extLst>
                  <a:ext uri="{FF2B5EF4-FFF2-40B4-BE49-F238E27FC236}">
                    <a16:creationId xmlns:a16="http://schemas.microsoft.com/office/drawing/2014/main" id="{ED96E075-B5A8-34B3-C00A-8416FA0212BF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3" name="Google Shape;227;p36">
              <a:extLst>
                <a:ext uri="{FF2B5EF4-FFF2-40B4-BE49-F238E27FC236}">
                  <a16:creationId xmlns:a16="http://schemas.microsoft.com/office/drawing/2014/main" id="{4BD9DF15-2055-1758-BCB8-B1EA63F66E89}"/>
                </a:ext>
              </a:extLst>
            </p:cNvPr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166" name="Google Shape;228;p36">
                <a:extLst>
                  <a:ext uri="{FF2B5EF4-FFF2-40B4-BE49-F238E27FC236}">
                    <a16:creationId xmlns:a16="http://schemas.microsoft.com/office/drawing/2014/main" id="{1748FD8F-AAC0-ACF0-103C-1A9FDC26A66A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7" name="Google Shape;229;p36">
                <a:extLst>
                  <a:ext uri="{FF2B5EF4-FFF2-40B4-BE49-F238E27FC236}">
                    <a16:creationId xmlns:a16="http://schemas.microsoft.com/office/drawing/2014/main" id="{A8FA2DF3-A20E-AB4B-E71C-00B2B61C6060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8" name="Google Shape;230;p36">
                <a:extLst>
                  <a:ext uri="{FF2B5EF4-FFF2-40B4-BE49-F238E27FC236}">
                    <a16:creationId xmlns:a16="http://schemas.microsoft.com/office/drawing/2014/main" id="{E2188C6E-A4A2-7806-0F52-C159BA2813E0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4" name="Google Shape;231;p36">
              <a:extLst>
                <a:ext uri="{FF2B5EF4-FFF2-40B4-BE49-F238E27FC236}">
                  <a16:creationId xmlns:a16="http://schemas.microsoft.com/office/drawing/2014/main" id="{90669736-F759-ED53-310B-F8BD685603BB}"/>
                </a:ext>
              </a:extLst>
            </p:cNvPr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163" name="Google Shape;232;p36">
                <a:extLst>
                  <a:ext uri="{FF2B5EF4-FFF2-40B4-BE49-F238E27FC236}">
                    <a16:creationId xmlns:a16="http://schemas.microsoft.com/office/drawing/2014/main" id="{9018D432-298B-4154-0DAB-E5D4E0673D9D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4" name="Google Shape;233;p36">
                <a:extLst>
                  <a:ext uri="{FF2B5EF4-FFF2-40B4-BE49-F238E27FC236}">
                    <a16:creationId xmlns:a16="http://schemas.microsoft.com/office/drawing/2014/main" id="{CFF4E835-BFC4-11C8-FF3A-0E66826129EE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5" name="Google Shape;234;p36">
                <a:extLst>
                  <a:ext uri="{FF2B5EF4-FFF2-40B4-BE49-F238E27FC236}">
                    <a16:creationId xmlns:a16="http://schemas.microsoft.com/office/drawing/2014/main" id="{129EF879-C1CF-5BDE-D66A-3402323025F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5" name="Google Shape;235;p36">
              <a:extLst>
                <a:ext uri="{FF2B5EF4-FFF2-40B4-BE49-F238E27FC236}">
                  <a16:creationId xmlns:a16="http://schemas.microsoft.com/office/drawing/2014/main" id="{EE5E469C-1F4A-C802-90D7-5D9BA45F362B}"/>
                </a:ext>
              </a:extLst>
            </p:cNvPr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160" name="Google Shape;236;p36">
                <a:extLst>
                  <a:ext uri="{FF2B5EF4-FFF2-40B4-BE49-F238E27FC236}">
                    <a16:creationId xmlns:a16="http://schemas.microsoft.com/office/drawing/2014/main" id="{722F0875-E4E2-B731-8583-0A84A49CA1AB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1" name="Google Shape;237;p36">
                <a:extLst>
                  <a:ext uri="{FF2B5EF4-FFF2-40B4-BE49-F238E27FC236}">
                    <a16:creationId xmlns:a16="http://schemas.microsoft.com/office/drawing/2014/main" id="{F9D99774-0836-FE12-6E00-EB1999FE8B7D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2" name="Google Shape;238;p36">
                <a:extLst>
                  <a:ext uri="{FF2B5EF4-FFF2-40B4-BE49-F238E27FC236}">
                    <a16:creationId xmlns:a16="http://schemas.microsoft.com/office/drawing/2014/main" id="{4B85170C-868B-2AE2-03E5-90764A8BD9F1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6" name="Google Shape;239;p36">
              <a:extLst>
                <a:ext uri="{FF2B5EF4-FFF2-40B4-BE49-F238E27FC236}">
                  <a16:creationId xmlns:a16="http://schemas.microsoft.com/office/drawing/2014/main" id="{4CFB54F0-4FCC-8300-7B26-3ED68C44DA39}"/>
                </a:ext>
              </a:extLst>
            </p:cNvPr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157" name="Google Shape;240;p36">
                <a:extLst>
                  <a:ext uri="{FF2B5EF4-FFF2-40B4-BE49-F238E27FC236}">
                    <a16:creationId xmlns:a16="http://schemas.microsoft.com/office/drawing/2014/main" id="{4D15866D-0FA8-FB50-2CFB-28FBEF43DCAA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8" name="Google Shape;241;p36">
                <a:extLst>
                  <a:ext uri="{FF2B5EF4-FFF2-40B4-BE49-F238E27FC236}">
                    <a16:creationId xmlns:a16="http://schemas.microsoft.com/office/drawing/2014/main" id="{78A26507-7113-2E28-DFAB-B0EC6688430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9" name="Google Shape;242;p36">
                <a:extLst>
                  <a:ext uri="{FF2B5EF4-FFF2-40B4-BE49-F238E27FC236}">
                    <a16:creationId xmlns:a16="http://schemas.microsoft.com/office/drawing/2014/main" id="{CE4D527D-0AB7-66EA-4DB0-C7D16FE12B35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7" name="Google Shape;243;p36">
              <a:extLst>
                <a:ext uri="{FF2B5EF4-FFF2-40B4-BE49-F238E27FC236}">
                  <a16:creationId xmlns:a16="http://schemas.microsoft.com/office/drawing/2014/main" id="{56EAE0A3-32EE-DE64-9150-571FFB9CD190}"/>
                </a:ext>
              </a:extLst>
            </p:cNvPr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154" name="Google Shape;244;p36">
                <a:extLst>
                  <a:ext uri="{FF2B5EF4-FFF2-40B4-BE49-F238E27FC236}">
                    <a16:creationId xmlns:a16="http://schemas.microsoft.com/office/drawing/2014/main" id="{7D4AC16E-B99E-B709-657A-99CDBFF1DAE2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5" name="Google Shape;245;p36">
                <a:extLst>
                  <a:ext uri="{FF2B5EF4-FFF2-40B4-BE49-F238E27FC236}">
                    <a16:creationId xmlns:a16="http://schemas.microsoft.com/office/drawing/2014/main" id="{EC356959-ACCF-DF3C-8F3B-F07455C7579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6" name="Google Shape;246;p36">
                <a:extLst>
                  <a:ext uri="{FF2B5EF4-FFF2-40B4-BE49-F238E27FC236}">
                    <a16:creationId xmlns:a16="http://schemas.microsoft.com/office/drawing/2014/main" id="{F296AC48-D656-544B-817F-1BB1B244E8E1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8" name="Google Shape;247;p36">
              <a:extLst>
                <a:ext uri="{FF2B5EF4-FFF2-40B4-BE49-F238E27FC236}">
                  <a16:creationId xmlns:a16="http://schemas.microsoft.com/office/drawing/2014/main" id="{A42B51AA-74DC-4291-FE0F-6D256262CB46}"/>
                </a:ext>
              </a:extLst>
            </p:cNvPr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151" name="Google Shape;248;p36">
                <a:extLst>
                  <a:ext uri="{FF2B5EF4-FFF2-40B4-BE49-F238E27FC236}">
                    <a16:creationId xmlns:a16="http://schemas.microsoft.com/office/drawing/2014/main" id="{3304B3EE-2185-DD7F-4734-A2A3A03CB94A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2" name="Google Shape;249;p36">
                <a:extLst>
                  <a:ext uri="{FF2B5EF4-FFF2-40B4-BE49-F238E27FC236}">
                    <a16:creationId xmlns:a16="http://schemas.microsoft.com/office/drawing/2014/main" id="{FE2F94FC-1CAF-7BDD-A43F-1099DE8C904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3" name="Google Shape;250;p36">
                <a:extLst>
                  <a:ext uri="{FF2B5EF4-FFF2-40B4-BE49-F238E27FC236}">
                    <a16:creationId xmlns:a16="http://schemas.microsoft.com/office/drawing/2014/main" id="{9B373677-CC7A-D271-A0FF-B3D7F94FDD5B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9" name="Google Shape;251;p36">
              <a:extLst>
                <a:ext uri="{FF2B5EF4-FFF2-40B4-BE49-F238E27FC236}">
                  <a16:creationId xmlns:a16="http://schemas.microsoft.com/office/drawing/2014/main" id="{10EDAC70-CEF9-B11F-0317-91AA2DB73523}"/>
                </a:ext>
              </a:extLst>
            </p:cNvPr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148" name="Google Shape;252;p36">
                <a:extLst>
                  <a:ext uri="{FF2B5EF4-FFF2-40B4-BE49-F238E27FC236}">
                    <a16:creationId xmlns:a16="http://schemas.microsoft.com/office/drawing/2014/main" id="{81834FAB-679C-071E-E111-8EE412725043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9" name="Google Shape;253;p36">
                <a:extLst>
                  <a:ext uri="{FF2B5EF4-FFF2-40B4-BE49-F238E27FC236}">
                    <a16:creationId xmlns:a16="http://schemas.microsoft.com/office/drawing/2014/main" id="{C6D401B7-1C34-BCFE-D43E-C963CD2871CC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0" name="Google Shape;254;p36">
                <a:extLst>
                  <a:ext uri="{FF2B5EF4-FFF2-40B4-BE49-F238E27FC236}">
                    <a16:creationId xmlns:a16="http://schemas.microsoft.com/office/drawing/2014/main" id="{ADE0F6FD-35EB-E862-1AF7-3407B1A42002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0" name="Google Shape;255;p36">
              <a:extLst>
                <a:ext uri="{FF2B5EF4-FFF2-40B4-BE49-F238E27FC236}">
                  <a16:creationId xmlns:a16="http://schemas.microsoft.com/office/drawing/2014/main" id="{6AD245BF-60B3-804D-16E5-C63B1AB50A03}"/>
                </a:ext>
              </a:extLst>
            </p:cNvPr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145" name="Google Shape;256;p36">
                <a:extLst>
                  <a:ext uri="{FF2B5EF4-FFF2-40B4-BE49-F238E27FC236}">
                    <a16:creationId xmlns:a16="http://schemas.microsoft.com/office/drawing/2014/main" id="{9E4C6116-D89B-6D50-C92D-21799B529B0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6" name="Google Shape;257;p36">
                <a:extLst>
                  <a:ext uri="{FF2B5EF4-FFF2-40B4-BE49-F238E27FC236}">
                    <a16:creationId xmlns:a16="http://schemas.microsoft.com/office/drawing/2014/main" id="{9EAAA161-F9C4-4D82-B732-C088A4057843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7" name="Google Shape;258;p36">
                <a:extLst>
                  <a:ext uri="{FF2B5EF4-FFF2-40B4-BE49-F238E27FC236}">
                    <a16:creationId xmlns:a16="http://schemas.microsoft.com/office/drawing/2014/main" id="{C54A683D-3853-5E59-E377-E9C5EAEF1802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1" name="Google Shape;259;p36">
              <a:extLst>
                <a:ext uri="{FF2B5EF4-FFF2-40B4-BE49-F238E27FC236}">
                  <a16:creationId xmlns:a16="http://schemas.microsoft.com/office/drawing/2014/main" id="{4201A2C3-734B-1B66-878E-A0FD95F1058E}"/>
                </a:ext>
              </a:extLst>
            </p:cNvPr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142" name="Google Shape;260;p36">
                <a:extLst>
                  <a:ext uri="{FF2B5EF4-FFF2-40B4-BE49-F238E27FC236}">
                    <a16:creationId xmlns:a16="http://schemas.microsoft.com/office/drawing/2014/main" id="{F312681B-C7EE-18B2-584F-6DAC35740FD2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3" name="Google Shape;261;p36">
                <a:extLst>
                  <a:ext uri="{FF2B5EF4-FFF2-40B4-BE49-F238E27FC236}">
                    <a16:creationId xmlns:a16="http://schemas.microsoft.com/office/drawing/2014/main" id="{5D68587D-4ED0-0C82-AB94-8CC3251D410D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4" name="Google Shape;262;p36">
                <a:extLst>
                  <a:ext uri="{FF2B5EF4-FFF2-40B4-BE49-F238E27FC236}">
                    <a16:creationId xmlns:a16="http://schemas.microsoft.com/office/drawing/2014/main" id="{9F3BA2E4-0A5E-B66F-039A-DE25A32BFB61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2" name="Google Shape;263;p36">
              <a:extLst>
                <a:ext uri="{FF2B5EF4-FFF2-40B4-BE49-F238E27FC236}">
                  <a16:creationId xmlns:a16="http://schemas.microsoft.com/office/drawing/2014/main" id="{6D061E47-058D-0FD6-8C1E-579DE30DF087}"/>
                </a:ext>
              </a:extLst>
            </p:cNvPr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139" name="Google Shape;264;p36">
                <a:extLst>
                  <a:ext uri="{FF2B5EF4-FFF2-40B4-BE49-F238E27FC236}">
                    <a16:creationId xmlns:a16="http://schemas.microsoft.com/office/drawing/2014/main" id="{F6D638FA-953C-0822-F684-F4AC6DC776FF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0" name="Google Shape;265;p36">
                <a:extLst>
                  <a:ext uri="{FF2B5EF4-FFF2-40B4-BE49-F238E27FC236}">
                    <a16:creationId xmlns:a16="http://schemas.microsoft.com/office/drawing/2014/main" id="{FE1FD959-A648-9CBA-E384-0D19119FABA8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1" name="Google Shape;266;p36">
                <a:extLst>
                  <a:ext uri="{FF2B5EF4-FFF2-40B4-BE49-F238E27FC236}">
                    <a16:creationId xmlns:a16="http://schemas.microsoft.com/office/drawing/2014/main" id="{D5D622FF-315A-7E9A-9908-69F77FEBE08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3" name="Google Shape;267;p36">
              <a:extLst>
                <a:ext uri="{FF2B5EF4-FFF2-40B4-BE49-F238E27FC236}">
                  <a16:creationId xmlns:a16="http://schemas.microsoft.com/office/drawing/2014/main" id="{E41E54A9-3DCF-68FA-BD7E-DF1DB5A1BCFE}"/>
                </a:ext>
              </a:extLst>
            </p:cNvPr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136" name="Google Shape;268;p36">
                <a:extLst>
                  <a:ext uri="{FF2B5EF4-FFF2-40B4-BE49-F238E27FC236}">
                    <a16:creationId xmlns:a16="http://schemas.microsoft.com/office/drawing/2014/main" id="{D051CF48-BBB0-1594-8C77-18292F14B267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7" name="Google Shape;269;p36">
                <a:extLst>
                  <a:ext uri="{FF2B5EF4-FFF2-40B4-BE49-F238E27FC236}">
                    <a16:creationId xmlns:a16="http://schemas.microsoft.com/office/drawing/2014/main" id="{34560DAF-83ED-B58C-5742-F31A0C5C9A9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8" name="Google Shape;270;p36">
                <a:extLst>
                  <a:ext uri="{FF2B5EF4-FFF2-40B4-BE49-F238E27FC236}">
                    <a16:creationId xmlns:a16="http://schemas.microsoft.com/office/drawing/2014/main" id="{9F5371C3-D404-48DE-27E0-23628DC176DE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4" name="Google Shape;271;p36">
              <a:extLst>
                <a:ext uri="{FF2B5EF4-FFF2-40B4-BE49-F238E27FC236}">
                  <a16:creationId xmlns:a16="http://schemas.microsoft.com/office/drawing/2014/main" id="{095BEA09-C6E0-AAF8-2D67-490A120DDE5B}"/>
                </a:ext>
              </a:extLst>
            </p:cNvPr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133" name="Google Shape;272;p36">
                <a:extLst>
                  <a:ext uri="{FF2B5EF4-FFF2-40B4-BE49-F238E27FC236}">
                    <a16:creationId xmlns:a16="http://schemas.microsoft.com/office/drawing/2014/main" id="{1880EEF3-C7A9-09C2-8A25-27E70CD9F488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4" name="Google Shape;273;p36">
                <a:extLst>
                  <a:ext uri="{FF2B5EF4-FFF2-40B4-BE49-F238E27FC236}">
                    <a16:creationId xmlns:a16="http://schemas.microsoft.com/office/drawing/2014/main" id="{C9ADF2F6-22EF-9419-0174-683D11772CCE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5" name="Google Shape;274;p36">
                <a:extLst>
                  <a:ext uri="{FF2B5EF4-FFF2-40B4-BE49-F238E27FC236}">
                    <a16:creationId xmlns:a16="http://schemas.microsoft.com/office/drawing/2014/main" id="{1969D6CC-E8EA-73B0-62CA-1DC9B15493F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5" name="Google Shape;275;p36">
              <a:extLst>
                <a:ext uri="{FF2B5EF4-FFF2-40B4-BE49-F238E27FC236}">
                  <a16:creationId xmlns:a16="http://schemas.microsoft.com/office/drawing/2014/main" id="{BB5A5D55-BCBF-96A4-0E34-759491D097B0}"/>
                </a:ext>
              </a:extLst>
            </p:cNvPr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130" name="Google Shape;276;p36">
                <a:extLst>
                  <a:ext uri="{FF2B5EF4-FFF2-40B4-BE49-F238E27FC236}">
                    <a16:creationId xmlns:a16="http://schemas.microsoft.com/office/drawing/2014/main" id="{C725EF50-B151-6785-3A55-4215E12D0293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1" name="Google Shape;277;p36">
                <a:extLst>
                  <a:ext uri="{FF2B5EF4-FFF2-40B4-BE49-F238E27FC236}">
                    <a16:creationId xmlns:a16="http://schemas.microsoft.com/office/drawing/2014/main" id="{925593D1-0262-EA60-9F66-E0305F640FE1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2" name="Google Shape;278;p36">
                <a:extLst>
                  <a:ext uri="{FF2B5EF4-FFF2-40B4-BE49-F238E27FC236}">
                    <a16:creationId xmlns:a16="http://schemas.microsoft.com/office/drawing/2014/main" id="{D074F6B8-3495-32D9-3A06-ABF835753FD8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6" name="Google Shape;279;p36">
              <a:extLst>
                <a:ext uri="{FF2B5EF4-FFF2-40B4-BE49-F238E27FC236}">
                  <a16:creationId xmlns:a16="http://schemas.microsoft.com/office/drawing/2014/main" id="{C85391CF-4887-6236-B787-BD118D439092}"/>
                </a:ext>
              </a:extLst>
            </p:cNvPr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127" name="Google Shape;280;p36">
                <a:extLst>
                  <a:ext uri="{FF2B5EF4-FFF2-40B4-BE49-F238E27FC236}">
                    <a16:creationId xmlns:a16="http://schemas.microsoft.com/office/drawing/2014/main" id="{E892C348-1D54-19EF-878F-E69C6E7971B9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8" name="Google Shape;281;p36">
                <a:extLst>
                  <a:ext uri="{FF2B5EF4-FFF2-40B4-BE49-F238E27FC236}">
                    <a16:creationId xmlns:a16="http://schemas.microsoft.com/office/drawing/2014/main" id="{8012CC08-E321-C4DF-4429-3FE45B4C8586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9" name="Google Shape;282;p36">
                <a:extLst>
                  <a:ext uri="{FF2B5EF4-FFF2-40B4-BE49-F238E27FC236}">
                    <a16:creationId xmlns:a16="http://schemas.microsoft.com/office/drawing/2014/main" id="{2F3CEF13-6B37-1D93-BC9C-C41D6BC7ED5A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7" name="Google Shape;283;p36">
              <a:extLst>
                <a:ext uri="{FF2B5EF4-FFF2-40B4-BE49-F238E27FC236}">
                  <a16:creationId xmlns:a16="http://schemas.microsoft.com/office/drawing/2014/main" id="{0F2C005B-8DA7-DA58-2604-7A7909FF669D}"/>
                </a:ext>
              </a:extLst>
            </p:cNvPr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124" name="Google Shape;284;p36">
                <a:extLst>
                  <a:ext uri="{FF2B5EF4-FFF2-40B4-BE49-F238E27FC236}">
                    <a16:creationId xmlns:a16="http://schemas.microsoft.com/office/drawing/2014/main" id="{27854653-D500-A634-3949-FF47D0C04E2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5" name="Google Shape;285;p36">
                <a:extLst>
                  <a:ext uri="{FF2B5EF4-FFF2-40B4-BE49-F238E27FC236}">
                    <a16:creationId xmlns:a16="http://schemas.microsoft.com/office/drawing/2014/main" id="{A0C22F12-8859-11DF-31D9-F0DAA84E28A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6" name="Google Shape;286;p36">
                <a:extLst>
                  <a:ext uri="{FF2B5EF4-FFF2-40B4-BE49-F238E27FC236}">
                    <a16:creationId xmlns:a16="http://schemas.microsoft.com/office/drawing/2014/main" id="{A4798E73-E0AE-70D6-0B8E-5A3BA8C4CA62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8" name="Google Shape;287;p36">
              <a:extLst>
                <a:ext uri="{FF2B5EF4-FFF2-40B4-BE49-F238E27FC236}">
                  <a16:creationId xmlns:a16="http://schemas.microsoft.com/office/drawing/2014/main" id="{9D2125FC-2455-BF64-4A8A-8BA2514BD85E}"/>
                </a:ext>
              </a:extLst>
            </p:cNvPr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121" name="Google Shape;288;p36">
                <a:extLst>
                  <a:ext uri="{FF2B5EF4-FFF2-40B4-BE49-F238E27FC236}">
                    <a16:creationId xmlns:a16="http://schemas.microsoft.com/office/drawing/2014/main" id="{395FB255-F8AA-4414-2F41-8532AA667467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2" name="Google Shape;289;p36">
                <a:extLst>
                  <a:ext uri="{FF2B5EF4-FFF2-40B4-BE49-F238E27FC236}">
                    <a16:creationId xmlns:a16="http://schemas.microsoft.com/office/drawing/2014/main" id="{3F420CD0-4F47-DC1C-4FF8-51954399F202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3" name="Google Shape;290;p36">
                <a:extLst>
                  <a:ext uri="{FF2B5EF4-FFF2-40B4-BE49-F238E27FC236}">
                    <a16:creationId xmlns:a16="http://schemas.microsoft.com/office/drawing/2014/main" id="{87ABC305-BC63-6109-3409-FDB819C23845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9" name="Google Shape;291;p36">
              <a:extLst>
                <a:ext uri="{FF2B5EF4-FFF2-40B4-BE49-F238E27FC236}">
                  <a16:creationId xmlns:a16="http://schemas.microsoft.com/office/drawing/2014/main" id="{ADFBE660-74F1-6C71-2CC5-855524C4D23A}"/>
                </a:ext>
              </a:extLst>
            </p:cNvPr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118" name="Google Shape;292;p36">
                <a:extLst>
                  <a:ext uri="{FF2B5EF4-FFF2-40B4-BE49-F238E27FC236}">
                    <a16:creationId xmlns:a16="http://schemas.microsoft.com/office/drawing/2014/main" id="{045C3C7C-9B4E-8441-B652-BF067A5E0F7B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9" name="Google Shape;293;p36">
                <a:extLst>
                  <a:ext uri="{FF2B5EF4-FFF2-40B4-BE49-F238E27FC236}">
                    <a16:creationId xmlns:a16="http://schemas.microsoft.com/office/drawing/2014/main" id="{87DA7B54-E07D-1211-E84E-89A5A9D7D910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0" name="Google Shape;294;p36">
                <a:extLst>
                  <a:ext uri="{FF2B5EF4-FFF2-40B4-BE49-F238E27FC236}">
                    <a16:creationId xmlns:a16="http://schemas.microsoft.com/office/drawing/2014/main" id="{01D7E05C-9DC4-02FA-0FB8-518DA83FAD1C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0" name="Google Shape;295;p36">
              <a:extLst>
                <a:ext uri="{FF2B5EF4-FFF2-40B4-BE49-F238E27FC236}">
                  <a16:creationId xmlns:a16="http://schemas.microsoft.com/office/drawing/2014/main" id="{DB611C10-FA27-7313-57B0-22AAA31CBD4F}"/>
                </a:ext>
              </a:extLst>
            </p:cNvPr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115" name="Google Shape;296;p36">
                <a:extLst>
                  <a:ext uri="{FF2B5EF4-FFF2-40B4-BE49-F238E27FC236}">
                    <a16:creationId xmlns:a16="http://schemas.microsoft.com/office/drawing/2014/main" id="{F981D0CB-E232-7574-F80D-9F28B26177C0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6" name="Google Shape;297;p36">
                <a:extLst>
                  <a:ext uri="{FF2B5EF4-FFF2-40B4-BE49-F238E27FC236}">
                    <a16:creationId xmlns:a16="http://schemas.microsoft.com/office/drawing/2014/main" id="{68BCE537-AB1F-F2BE-38D8-EDB0537BE8D7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7" name="Google Shape;298;p36">
                <a:extLst>
                  <a:ext uri="{FF2B5EF4-FFF2-40B4-BE49-F238E27FC236}">
                    <a16:creationId xmlns:a16="http://schemas.microsoft.com/office/drawing/2014/main" id="{B9AD763A-A2A6-2581-9D61-0F602EF74341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1" name="Google Shape;299;p36">
              <a:extLst>
                <a:ext uri="{FF2B5EF4-FFF2-40B4-BE49-F238E27FC236}">
                  <a16:creationId xmlns:a16="http://schemas.microsoft.com/office/drawing/2014/main" id="{9079EB46-9DB0-12DC-783A-1665981F2CC9}"/>
                </a:ext>
              </a:extLst>
            </p:cNvPr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112" name="Google Shape;300;p36">
                <a:extLst>
                  <a:ext uri="{FF2B5EF4-FFF2-40B4-BE49-F238E27FC236}">
                    <a16:creationId xmlns:a16="http://schemas.microsoft.com/office/drawing/2014/main" id="{26756ADB-CB83-02CE-7D98-81853ACA76C7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3" name="Google Shape;301;p36">
                <a:extLst>
                  <a:ext uri="{FF2B5EF4-FFF2-40B4-BE49-F238E27FC236}">
                    <a16:creationId xmlns:a16="http://schemas.microsoft.com/office/drawing/2014/main" id="{F0068B54-B189-4D5C-D51E-7027B3C4E15C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4" name="Google Shape;302;p36">
                <a:extLst>
                  <a:ext uri="{FF2B5EF4-FFF2-40B4-BE49-F238E27FC236}">
                    <a16:creationId xmlns:a16="http://schemas.microsoft.com/office/drawing/2014/main" id="{C1B4EEF1-C9C0-5C4D-1BCF-1A10DC45AA55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2" name="Google Shape;303;p36">
              <a:extLst>
                <a:ext uri="{FF2B5EF4-FFF2-40B4-BE49-F238E27FC236}">
                  <a16:creationId xmlns:a16="http://schemas.microsoft.com/office/drawing/2014/main" id="{A846E31E-3BDC-A51B-1B2F-542E528DCDBE}"/>
                </a:ext>
              </a:extLst>
            </p:cNvPr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109" name="Google Shape;304;p36">
                <a:extLst>
                  <a:ext uri="{FF2B5EF4-FFF2-40B4-BE49-F238E27FC236}">
                    <a16:creationId xmlns:a16="http://schemas.microsoft.com/office/drawing/2014/main" id="{56A00D22-E9E4-5D26-A282-A67509761A3F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0" name="Google Shape;305;p36">
                <a:extLst>
                  <a:ext uri="{FF2B5EF4-FFF2-40B4-BE49-F238E27FC236}">
                    <a16:creationId xmlns:a16="http://schemas.microsoft.com/office/drawing/2014/main" id="{DF82F9D9-1F8A-348B-3C45-C6AA06031EE0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1" name="Google Shape;306;p36">
                <a:extLst>
                  <a:ext uri="{FF2B5EF4-FFF2-40B4-BE49-F238E27FC236}">
                    <a16:creationId xmlns:a16="http://schemas.microsoft.com/office/drawing/2014/main" id="{08210376-1297-DAD9-87EC-FAA43B43F6F9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3" name="Google Shape;307;p36">
              <a:extLst>
                <a:ext uri="{FF2B5EF4-FFF2-40B4-BE49-F238E27FC236}">
                  <a16:creationId xmlns:a16="http://schemas.microsoft.com/office/drawing/2014/main" id="{A4B192C4-49F0-FA03-862A-C66B81B2CEF3}"/>
                </a:ext>
              </a:extLst>
            </p:cNvPr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106" name="Google Shape;308;p36">
                <a:extLst>
                  <a:ext uri="{FF2B5EF4-FFF2-40B4-BE49-F238E27FC236}">
                    <a16:creationId xmlns:a16="http://schemas.microsoft.com/office/drawing/2014/main" id="{8F990466-E5F0-C3FA-659C-F11FCC4D4C51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07" name="Google Shape;309;p36">
                <a:extLst>
                  <a:ext uri="{FF2B5EF4-FFF2-40B4-BE49-F238E27FC236}">
                    <a16:creationId xmlns:a16="http://schemas.microsoft.com/office/drawing/2014/main" id="{F55FA2A3-7BDF-4576-8AA9-3B231F1C0328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08" name="Google Shape;310;p36">
                <a:extLst>
                  <a:ext uri="{FF2B5EF4-FFF2-40B4-BE49-F238E27FC236}">
                    <a16:creationId xmlns:a16="http://schemas.microsoft.com/office/drawing/2014/main" id="{24AF648F-B9C9-3A79-7D63-5CD68C74159B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4" name="Google Shape;311;p36">
              <a:extLst>
                <a:ext uri="{FF2B5EF4-FFF2-40B4-BE49-F238E27FC236}">
                  <a16:creationId xmlns:a16="http://schemas.microsoft.com/office/drawing/2014/main" id="{1B721828-6142-96D9-8AB3-64D821E903D5}"/>
                </a:ext>
              </a:extLst>
            </p:cNvPr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103" name="Google Shape;312;p36">
                <a:extLst>
                  <a:ext uri="{FF2B5EF4-FFF2-40B4-BE49-F238E27FC236}">
                    <a16:creationId xmlns:a16="http://schemas.microsoft.com/office/drawing/2014/main" id="{AED1702B-9498-B2C7-B7AD-09597217FE0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04" name="Google Shape;313;p36">
                <a:extLst>
                  <a:ext uri="{FF2B5EF4-FFF2-40B4-BE49-F238E27FC236}">
                    <a16:creationId xmlns:a16="http://schemas.microsoft.com/office/drawing/2014/main" id="{85E49873-4EE0-49F1-4131-643DB510E042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05" name="Google Shape;314;p36">
                <a:extLst>
                  <a:ext uri="{FF2B5EF4-FFF2-40B4-BE49-F238E27FC236}">
                    <a16:creationId xmlns:a16="http://schemas.microsoft.com/office/drawing/2014/main" id="{A358E658-0EC1-114F-EA66-F56245EBF16B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5" name="Google Shape;315;p36">
              <a:extLst>
                <a:ext uri="{FF2B5EF4-FFF2-40B4-BE49-F238E27FC236}">
                  <a16:creationId xmlns:a16="http://schemas.microsoft.com/office/drawing/2014/main" id="{BF6EB9F9-9D88-D645-1991-C122C14D4DC5}"/>
                </a:ext>
              </a:extLst>
            </p:cNvPr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100" name="Google Shape;316;p36">
                <a:extLst>
                  <a:ext uri="{FF2B5EF4-FFF2-40B4-BE49-F238E27FC236}">
                    <a16:creationId xmlns:a16="http://schemas.microsoft.com/office/drawing/2014/main" id="{F1D1D3E6-FFF3-3955-42C6-381EE37FFC64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01" name="Google Shape;317;p36">
                <a:extLst>
                  <a:ext uri="{FF2B5EF4-FFF2-40B4-BE49-F238E27FC236}">
                    <a16:creationId xmlns:a16="http://schemas.microsoft.com/office/drawing/2014/main" id="{F38B9132-BB28-6F9D-0C4D-0F9AB5F6193F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02" name="Google Shape;318;p36">
                <a:extLst>
                  <a:ext uri="{FF2B5EF4-FFF2-40B4-BE49-F238E27FC236}">
                    <a16:creationId xmlns:a16="http://schemas.microsoft.com/office/drawing/2014/main" id="{ABEF6482-BF70-B15C-A5EA-13BA3F2B63DF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6" name="Google Shape;319;p36">
              <a:extLst>
                <a:ext uri="{FF2B5EF4-FFF2-40B4-BE49-F238E27FC236}">
                  <a16:creationId xmlns:a16="http://schemas.microsoft.com/office/drawing/2014/main" id="{7F6224BA-273B-E323-B7AD-A54A07909FCB}"/>
                </a:ext>
              </a:extLst>
            </p:cNvPr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97" name="Google Shape;320;p36">
                <a:extLst>
                  <a:ext uri="{FF2B5EF4-FFF2-40B4-BE49-F238E27FC236}">
                    <a16:creationId xmlns:a16="http://schemas.microsoft.com/office/drawing/2014/main" id="{77D01975-132C-B316-B3DA-B58614B322D8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98" name="Google Shape;321;p36">
                <a:extLst>
                  <a:ext uri="{FF2B5EF4-FFF2-40B4-BE49-F238E27FC236}">
                    <a16:creationId xmlns:a16="http://schemas.microsoft.com/office/drawing/2014/main" id="{C4C2356A-452F-4E69-7B08-FACC4F6EDF03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99" name="Google Shape;322;p36">
                <a:extLst>
                  <a:ext uri="{FF2B5EF4-FFF2-40B4-BE49-F238E27FC236}">
                    <a16:creationId xmlns:a16="http://schemas.microsoft.com/office/drawing/2014/main" id="{0F24836F-E5D2-528D-989E-4D076AAEDCBA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21" name="Google Shape;4331;p1">
            <a:extLst>
              <a:ext uri="{FF2B5EF4-FFF2-40B4-BE49-F238E27FC236}">
                <a16:creationId xmlns:a16="http://schemas.microsoft.com/office/drawing/2014/main" id="{BD6A42B1-590C-2C6F-954D-5404A7082C5E}"/>
              </a:ext>
            </a:extLst>
          </p:cNvPr>
          <p:cNvGrpSpPr/>
          <p:nvPr userDrawn="1"/>
        </p:nvGrpSpPr>
        <p:grpSpPr>
          <a:xfrm>
            <a:off x="9085287" y="1927350"/>
            <a:ext cx="748106" cy="737411"/>
            <a:chOff x="7538675" y="946750"/>
            <a:chExt cx="1000275" cy="985975"/>
          </a:xfrm>
        </p:grpSpPr>
        <p:sp>
          <p:nvSpPr>
            <p:cNvPr id="322" name="Google Shape;4332;p1">
              <a:extLst>
                <a:ext uri="{FF2B5EF4-FFF2-40B4-BE49-F238E27FC236}">
                  <a16:creationId xmlns:a16="http://schemas.microsoft.com/office/drawing/2014/main" id="{34A8EDF4-9648-3C9E-0F8A-D0134AA5E39F}"/>
                </a:ext>
              </a:extLst>
            </p:cNvPr>
            <p:cNvSpPr/>
            <p:nvPr/>
          </p:nvSpPr>
          <p:spPr>
            <a:xfrm>
              <a:off x="7605350" y="999125"/>
              <a:ext cx="933600" cy="933600"/>
            </a:xfrm>
            <a:prstGeom prst="mathPlus">
              <a:avLst>
                <a:gd name="adj1" fmla="val 21171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 sz="1400">
                <a:latin typeface="ＭＳ ゴシック" panose="020B0609070205080204" pitchFamily="49" charset="-128"/>
                <a:ea typeface="ＭＳ ゴシック" panose="020B0609070205080204" pitchFamily="49" charset="-128"/>
                <a:cs typeface="Meiryo"/>
                <a:sym typeface="Meiryo"/>
              </a:endParaRPr>
            </a:p>
          </p:txBody>
        </p:sp>
        <p:sp>
          <p:nvSpPr>
            <p:cNvPr id="323" name="Google Shape;4333;p1">
              <a:extLst>
                <a:ext uri="{FF2B5EF4-FFF2-40B4-BE49-F238E27FC236}">
                  <a16:creationId xmlns:a16="http://schemas.microsoft.com/office/drawing/2014/main" id="{3B7F758D-6156-3549-51AF-B88479DCFAB5}"/>
                </a:ext>
              </a:extLst>
            </p:cNvPr>
            <p:cNvSpPr/>
            <p:nvPr/>
          </p:nvSpPr>
          <p:spPr>
            <a:xfrm>
              <a:off x="7538675" y="946750"/>
              <a:ext cx="933600" cy="933600"/>
            </a:xfrm>
            <a:prstGeom prst="mathPlus">
              <a:avLst>
                <a:gd name="adj1" fmla="val 21171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 sz="1400">
                <a:latin typeface="ＭＳ ゴシック" panose="020B0609070205080204" pitchFamily="49" charset="-128"/>
                <a:ea typeface="ＭＳ ゴシック" panose="020B0609070205080204" pitchFamily="49" charset="-128"/>
                <a:cs typeface="Meiryo"/>
                <a:sym typeface="Meiryo"/>
              </a:endParaRPr>
            </a:p>
          </p:txBody>
        </p:sp>
      </p:grpSp>
      <p:sp>
        <p:nvSpPr>
          <p:cNvPr id="330" name="テキスト プレースホルダー 328">
            <a:extLst>
              <a:ext uri="{FF2B5EF4-FFF2-40B4-BE49-F238E27FC236}">
                <a16:creationId xmlns:a16="http://schemas.microsoft.com/office/drawing/2014/main" id="{427C2754-92A0-9D2D-18CB-773B99835C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64096" y="1892409"/>
            <a:ext cx="8474517" cy="3495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名前</a:t>
            </a:r>
          </a:p>
        </p:txBody>
      </p:sp>
      <p:sp>
        <p:nvSpPr>
          <p:cNvPr id="331" name="テキスト プレースホルダー 328">
            <a:extLst>
              <a:ext uri="{FF2B5EF4-FFF2-40B4-BE49-F238E27FC236}">
                <a16:creationId xmlns:a16="http://schemas.microsoft.com/office/drawing/2014/main" id="{6F4DC0BC-E8EE-481F-E6FC-7DB54B669F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64096" y="6095511"/>
            <a:ext cx="8474517" cy="50545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06001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Section header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4A06EC0-F62B-89FF-43C3-4A6F430ACB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5637" y="1856950"/>
            <a:ext cx="2030363" cy="15269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6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XX</a:t>
            </a:r>
            <a:endParaRPr kumimoji="1" lang="ja-JP" altLang="en-US" dirty="0"/>
          </a:p>
        </p:txBody>
      </p:sp>
      <p:sp>
        <p:nvSpPr>
          <p:cNvPr id="404" name="Google Shape;404;p38"/>
          <p:cNvSpPr/>
          <p:nvPr/>
        </p:nvSpPr>
        <p:spPr>
          <a:xfrm rot="10800000" flipH="1">
            <a:off x="0" y="-5866"/>
            <a:ext cx="3259600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405" name="Google Shape;405;p38"/>
          <p:cNvSpPr/>
          <p:nvPr/>
        </p:nvSpPr>
        <p:spPr>
          <a:xfrm rot="10800000" flipH="1">
            <a:off x="0" y="3383900"/>
            <a:ext cx="3259600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406" name="Google Shape;406;p38"/>
          <p:cNvSpPr/>
          <p:nvPr/>
        </p:nvSpPr>
        <p:spPr>
          <a:xfrm rot="10800000" flipH="1">
            <a:off x="11582400" y="-5905"/>
            <a:ext cx="609600" cy="22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411" name="Google Shape;411;p38"/>
          <p:cNvSpPr/>
          <p:nvPr/>
        </p:nvSpPr>
        <p:spPr>
          <a:xfrm rot="5400000">
            <a:off x="2160520" y="-596024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412" name="Google Shape;412;p38"/>
          <p:cNvGrpSpPr/>
          <p:nvPr/>
        </p:nvGrpSpPr>
        <p:grpSpPr>
          <a:xfrm>
            <a:off x="94200" y="1687507"/>
            <a:ext cx="487672" cy="5087073"/>
            <a:chOff x="42063" y="1209300"/>
            <a:chExt cx="374825" cy="3909925"/>
          </a:xfrm>
        </p:grpSpPr>
        <p:grpSp>
          <p:nvGrpSpPr>
            <p:cNvPr id="413" name="Google Shape;413;p38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414" name="Google Shape;41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17" name="Google Shape;417;p38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418" name="Google Shape;41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21" name="Google Shape;421;p38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422" name="Google Shape;42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25" name="Google Shape;425;p38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426" name="Google Shape;42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29" name="Google Shape;429;p38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430" name="Google Shape;43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33" name="Google Shape;433;p38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434" name="Google Shape;43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37" name="Google Shape;437;p38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438" name="Google Shape;43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41" name="Google Shape;441;p38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442" name="Google Shape;44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45" name="Google Shape;445;p38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446" name="Google Shape;44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49" name="Google Shape;449;p38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450" name="Google Shape;45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53" name="Google Shape;453;p38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454" name="Google Shape;45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57" name="Google Shape;457;p38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458" name="Google Shape;45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61" name="Google Shape;461;p38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462" name="Google Shape;46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65" name="Google Shape;465;p38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466" name="Google Shape;46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69" name="Google Shape;469;p38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470" name="Google Shape;47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73" name="Google Shape;473;p38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474" name="Google Shape;47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77" name="Google Shape;477;p38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478" name="Google Shape;47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81" name="Google Shape;481;p38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482" name="Google Shape;48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85" name="Google Shape;485;p38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486" name="Google Shape;48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89" name="Google Shape;489;p38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490" name="Google Shape;49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93" name="Google Shape;493;p38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494" name="Google Shape;49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97" name="Google Shape;497;p38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498" name="Google Shape;49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01" name="Google Shape;501;p38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502" name="Google Shape;50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05" name="Google Shape;505;p38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506" name="Google Shape;50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09" name="Google Shape;509;p38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510" name="Google Shape;51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13" name="Google Shape;513;p38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514" name="Google Shape;51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17" name="Google Shape;517;p38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518" name="Google Shape;51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21" name="Google Shape;521;p38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522" name="Google Shape;52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25" name="Google Shape;525;p38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526" name="Google Shape;52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29" name="Google Shape;529;p38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530" name="Google Shape;53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33" name="Google Shape;533;p38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534" name="Google Shape;53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37" name="Google Shape;537;p38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538" name="Google Shape;53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41" name="Google Shape;541;p38"/>
          <p:cNvGrpSpPr/>
          <p:nvPr/>
        </p:nvGrpSpPr>
        <p:grpSpPr>
          <a:xfrm rot="5400000">
            <a:off x="8453667" y="-2194526"/>
            <a:ext cx="487672" cy="5087073"/>
            <a:chOff x="42063" y="1209300"/>
            <a:chExt cx="374825" cy="3909925"/>
          </a:xfrm>
        </p:grpSpPr>
        <p:grpSp>
          <p:nvGrpSpPr>
            <p:cNvPr id="542" name="Google Shape;542;p38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543" name="Google Shape;54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46" name="Google Shape;546;p38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547" name="Google Shape;54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50" name="Google Shape;550;p38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551" name="Google Shape;55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54" name="Google Shape;554;p38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555" name="Google Shape;55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58" name="Google Shape;558;p38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559" name="Google Shape;55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62" name="Google Shape;562;p38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563" name="Google Shape;56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66" name="Google Shape;566;p38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567" name="Google Shape;56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70" name="Google Shape;570;p38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571" name="Google Shape;57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74" name="Google Shape;574;p38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575" name="Google Shape;57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78" name="Google Shape;578;p38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579" name="Google Shape;57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82" name="Google Shape;582;p38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583" name="Google Shape;58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86" name="Google Shape;586;p38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587" name="Google Shape;58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90" name="Google Shape;590;p38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591" name="Google Shape;59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94" name="Google Shape;594;p38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595" name="Google Shape;59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98" name="Google Shape;598;p38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599" name="Google Shape;59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02" name="Google Shape;602;p38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603" name="Google Shape;60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06" name="Google Shape;606;p38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607" name="Google Shape;60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10" name="Google Shape;610;p38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611" name="Google Shape;61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14" name="Google Shape;614;p38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615" name="Google Shape;61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18" name="Google Shape;618;p38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619" name="Google Shape;61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22" name="Google Shape;622;p38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623" name="Google Shape;62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26" name="Google Shape;626;p38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627" name="Google Shape;62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30" name="Google Shape;630;p38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631" name="Google Shape;63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34" name="Google Shape;634;p38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635" name="Google Shape;63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38" name="Google Shape;638;p38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639" name="Google Shape;63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42" name="Google Shape;642;p38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643" name="Google Shape;64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46" name="Google Shape;646;p38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647" name="Google Shape;64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50" name="Google Shape;650;p38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651" name="Google Shape;65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54" name="Google Shape;654;p38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655" name="Google Shape;65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58" name="Google Shape;658;p38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659" name="Google Shape;65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62" name="Google Shape;662;p38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663" name="Google Shape;66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66" name="Google Shape;666;p38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667" name="Google Shape;66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6" name="テキスト プレースホルダー 328">
            <a:extLst>
              <a:ext uri="{FF2B5EF4-FFF2-40B4-BE49-F238E27FC236}">
                <a16:creationId xmlns:a16="http://schemas.microsoft.com/office/drawing/2014/main" id="{FE293B1F-AF8A-CE1E-CFEB-CDF0FF3D02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43197" y="3222200"/>
            <a:ext cx="7948803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  <p:grpSp>
        <p:nvGrpSpPr>
          <p:cNvPr id="320" name="グループ化 319">
            <a:extLst>
              <a:ext uri="{FF2B5EF4-FFF2-40B4-BE49-F238E27FC236}">
                <a16:creationId xmlns:a16="http://schemas.microsoft.com/office/drawing/2014/main" id="{597C1454-BC96-C14C-5A3E-5C5C4C374720}"/>
              </a:ext>
            </a:extLst>
          </p:cNvPr>
          <p:cNvGrpSpPr/>
          <p:nvPr userDrawn="1"/>
        </p:nvGrpSpPr>
        <p:grpSpPr>
          <a:xfrm>
            <a:off x="10979534" y="4873435"/>
            <a:ext cx="953888" cy="1984565"/>
            <a:chOff x="10720594" y="2294015"/>
            <a:chExt cx="953888" cy="1984565"/>
          </a:xfrm>
        </p:grpSpPr>
        <p:grpSp>
          <p:nvGrpSpPr>
            <p:cNvPr id="36" name="グラフィックス 203">
              <a:extLst>
                <a:ext uri="{FF2B5EF4-FFF2-40B4-BE49-F238E27FC236}">
                  <a16:creationId xmlns:a16="http://schemas.microsoft.com/office/drawing/2014/main" id="{B03D5DDD-1D84-53E9-462C-9EE79AB04B76}"/>
                </a:ext>
              </a:extLst>
            </p:cNvPr>
            <p:cNvGrpSpPr/>
            <p:nvPr userDrawn="1"/>
          </p:nvGrpSpPr>
          <p:grpSpPr>
            <a:xfrm>
              <a:off x="10720594" y="2294015"/>
              <a:ext cx="953888" cy="1984565"/>
              <a:chOff x="8184295" y="3974357"/>
              <a:chExt cx="608318" cy="1265574"/>
            </a:xfrm>
          </p:grpSpPr>
          <p:grpSp>
            <p:nvGrpSpPr>
              <p:cNvPr id="38" name="グラフィックス 203">
                <a:extLst>
                  <a:ext uri="{FF2B5EF4-FFF2-40B4-BE49-F238E27FC236}">
                    <a16:creationId xmlns:a16="http://schemas.microsoft.com/office/drawing/2014/main" id="{4DAB55DE-D1C2-E057-6733-25B4C408EF21}"/>
                  </a:ext>
                </a:extLst>
              </p:cNvPr>
              <p:cNvGrpSpPr/>
              <p:nvPr/>
            </p:nvGrpSpPr>
            <p:grpSpPr>
              <a:xfrm>
                <a:off x="8184295" y="3974357"/>
                <a:ext cx="608318" cy="1265574"/>
                <a:chOff x="8184108" y="3974372"/>
                <a:chExt cx="608304" cy="1265578"/>
              </a:xfrm>
            </p:grpSpPr>
            <p:sp>
              <p:nvSpPr>
                <p:cNvPr id="43" name="フリーフォーム: 図形 42">
                  <a:extLst>
                    <a:ext uri="{FF2B5EF4-FFF2-40B4-BE49-F238E27FC236}">
                      <a16:creationId xmlns:a16="http://schemas.microsoft.com/office/drawing/2014/main" id="{D7BEE5D5-5D69-AA05-9234-1601129DE43A}"/>
                    </a:ext>
                  </a:extLst>
                </p:cNvPr>
                <p:cNvSpPr/>
                <p:nvPr/>
              </p:nvSpPr>
              <p:spPr>
                <a:xfrm>
                  <a:off x="8355113" y="4557236"/>
                  <a:ext cx="160436" cy="137145"/>
                </a:xfrm>
                <a:custGeom>
                  <a:avLst/>
                  <a:gdLst>
                    <a:gd name="connsiteX0" fmla="*/ 1664 w 160436"/>
                    <a:gd name="connsiteY0" fmla="*/ 0 h 137145"/>
                    <a:gd name="connsiteX1" fmla="*/ 7 w 160436"/>
                    <a:gd name="connsiteY1" fmla="*/ 84601 h 137145"/>
                    <a:gd name="connsiteX2" fmla="*/ 20553 w 160436"/>
                    <a:gd name="connsiteY2" fmla="*/ 116634 h 137145"/>
                    <a:gd name="connsiteX3" fmla="*/ 40317 w 160436"/>
                    <a:gd name="connsiteY3" fmla="*/ 125235 h 137145"/>
                    <a:gd name="connsiteX4" fmla="*/ 61139 w 160436"/>
                    <a:gd name="connsiteY4" fmla="*/ 134302 h 137145"/>
                    <a:gd name="connsiteX5" fmla="*/ 98267 w 160436"/>
                    <a:gd name="connsiteY5" fmla="*/ 127806 h 137145"/>
                    <a:gd name="connsiteX6" fmla="*/ 160437 w 160436"/>
                    <a:gd name="connsiteY6" fmla="*/ 69104 h 137145"/>
                    <a:gd name="connsiteX7" fmla="*/ 1664 w 160436"/>
                    <a:gd name="connsiteY7" fmla="*/ 0 h 137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60436" h="137145">
                      <a:moveTo>
                        <a:pt x="1664" y="0"/>
                      </a:moveTo>
                      <a:lnTo>
                        <a:pt x="7" y="84601"/>
                      </a:lnTo>
                      <a:cubicBezTo>
                        <a:pt x="-269" y="98450"/>
                        <a:pt x="7846" y="111100"/>
                        <a:pt x="20553" y="116634"/>
                      </a:cubicBezTo>
                      <a:lnTo>
                        <a:pt x="40317" y="125235"/>
                      </a:lnTo>
                      <a:lnTo>
                        <a:pt x="61139" y="134302"/>
                      </a:lnTo>
                      <a:cubicBezTo>
                        <a:pt x="73692" y="139770"/>
                        <a:pt x="88304" y="137217"/>
                        <a:pt x="98267" y="127806"/>
                      </a:cubicBezTo>
                      <a:lnTo>
                        <a:pt x="160437" y="69104"/>
                      </a:lnTo>
                      <a:lnTo>
                        <a:pt x="1664" y="0"/>
                      </a:lnTo>
                      <a:close/>
                    </a:path>
                  </a:pathLst>
                </a:custGeom>
                <a:solidFill>
                  <a:srgbClr val="363D4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/>
                </a:p>
              </p:txBody>
            </p:sp>
            <p:sp>
              <p:nvSpPr>
                <p:cNvPr id="44" name="フリーフォーム: 図形 43">
                  <a:extLst>
                    <a:ext uri="{FF2B5EF4-FFF2-40B4-BE49-F238E27FC236}">
                      <a16:creationId xmlns:a16="http://schemas.microsoft.com/office/drawing/2014/main" id="{C61D9240-F1C2-74E5-BE18-A4B72A35773E}"/>
                    </a:ext>
                  </a:extLst>
                </p:cNvPr>
                <p:cNvSpPr/>
                <p:nvPr/>
              </p:nvSpPr>
              <p:spPr>
                <a:xfrm>
                  <a:off x="8613628" y="4440393"/>
                  <a:ext cx="70506" cy="530228"/>
                </a:xfrm>
                <a:custGeom>
                  <a:avLst/>
                  <a:gdLst>
                    <a:gd name="connsiteX0" fmla="*/ 0 w 70506"/>
                    <a:gd name="connsiteY0" fmla="*/ 0 h 530228"/>
                    <a:gd name="connsiteX1" fmla="*/ 0 w 70506"/>
                    <a:gd name="connsiteY1" fmla="*/ 530228 h 5302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0506" h="530228">
                      <a:moveTo>
                        <a:pt x="0" y="0"/>
                      </a:moveTo>
                      <a:cubicBezTo>
                        <a:pt x="0" y="0"/>
                        <a:pt x="158639" y="218227"/>
                        <a:pt x="0" y="530228"/>
                      </a:cubicBezTo>
                    </a:path>
                  </a:pathLst>
                </a:custGeom>
                <a:noFill/>
                <a:ln w="114300" cap="flat">
                  <a:solidFill>
                    <a:srgbClr val="363D4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/>
                </a:p>
              </p:txBody>
            </p:sp>
            <p:grpSp>
              <p:nvGrpSpPr>
                <p:cNvPr id="45" name="グラフィックス 203">
                  <a:extLst>
                    <a:ext uri="{FF2B5EF4-FFF2-40B4-BE49-F238E27FC236}">
                      <a16:creationId xmlns:a16="http://schemas.microsoft.com/office/drawing/2014/main" id="{D8B45128-1DCB-0942-15C0-84C553A64A27}"/>
                    </a:ext>
                  </a:extLst>
                </p:cNvPr>
                <p:cNvGrpSpPr/>
                <p:nvPr/>
              </p:nvGrpSpPr>
              <p:grpSpPr>
                <a:xfrm>
                  <a:off x="8345348" y="3974372"/>
                  <a:ext cx="430512" cy="655848"/>
                  <a:chOff x="8345348" y="3974372"/>
                  <a:chExt cx="430512" cy="655848"/>
                </a:xfrm>
              </p:grpSpPr>
              <p:sp>
                <p:nvSpPr>
                  <p:cNvPr id="55" name="フリーフォーム: 図形 54">
                    <a:extLst>
                      <a:ext uri="{FF2B5EF4-FFF2-40B4-BE49-F238E27FC236}">
                        <a16:creationId xmlns:a16="http://schemas.microsoft.com/office/drawing/2014/main" id="{DCA8FF10-A3F6-93D2-E151-1E7D7AC14919}"/>
                      </a:ext>
                    </a:extLst>
                  </p:cNvPr>
                  <p:cNvSpPr/>
                  <p:nvPr/>
                </p:nvSpPr>
                <p:spPr>
                  <a:xfrm>
                    <a:off x="8356777" y="4002946"/>
                    <a:ext cx="390469" cy="623384"/>
                  </a:xfrm>
                  <a:custGeom>
                    <a:avLst/>
                    <a:gdLst>
                      <a:gd name="connsiteX0" fmla="*/ 158772 w 390469"/>
                      <a:gd name="connsiteY0" fmla="*/ 623384 h 623384"/>
                      <a:gd name="connsiteX1" fmla="*/ 0 w 390469"/>
                      <a:gd name="connsiteY1" fmla="*/ 554280 h 623384"/>
                      <a:gd name="connsiteX2" fmla="*/ 227248 w 390469"/>
                      <a:gd name="connsiteY2" fmla="*/ 32158 h 623384"/>
                      <a:gd name="connsiteX3" fmla="*/ 297647 w 390469"/>
                      <a:gd name="connsiteY3" fmla="*/ 4459 h 623384"/>
                      <a:gd name="connsiteX4" fmla="*/ 358311 w 390469"/>
                      <a:gd name="connsiteY4" fmla="*/ 30862 h 623384"/>
                      <a:gd name="connsiteX5" fmla="*/ 386010 w 390469"/>
                      <a:gd name="connsiteY5" fmla="*/ 101262 h 623384"/>
                      <a:gd name="connsiteX6" fmla="*/ 158772 w 390469"/>
                      <a:gd name="connsiteY6" fmla="*/ 623384 h 6233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90469" h="623384">
                        <a:moveTo>
                          <a:pt x="158772" y="623384"/>
                        </a:moveTo>
                        <a:lnTo>
                          <a:pt x="0" y="554280"/>
                        </a:lnTo>
                        <a:lnTo>
                          <a:pt x="227248" y="32158"/>
                        </a:lnTo>
                        <a:cubicBezTo>
                          <a:pt x="239039" y="5069"/>
                          <a:pt x="270558" y="-7333"/>
                          <a:pt x="297647" y="4459"/>
                        </a:cubicBezTo>
                        <a:lnTo>
                          <a:pt x="358311" y="30862"/>
                        </a:lnTo>
                        <a:cubicBezTo>
                          <a:pt x="385401" y="42654"/>
                          <a:pt x="397802" y="74173"/>
                          <a:pt x="386010" y="101262"/>
                        </a:cubicBezTo>
                        <a:lnTo>
                          <a:pt x="158772" y="623384"/>
                        </a:lnTo>
                        <a:close/>
                      </a:path>
                    </a:pathLst>
                  </a:custGeom>
                  <a:solidFill>
                    <a:srgbClr val="363D44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/>
                  </a:p>
                </p:txBody>
              </p:sp>
              <p:grpSp>
                <p:nvGrpSpPr>
                  <p:cNvPr id="56" name="グラフィックス 203">
                    <a:extLst>
                      <a:ext uri="{FF2B5EF4-FFF2-40B4-BE49-F238E27FC236}">
                        <a16:creationId xmlns:a16="http://schemas.microsoft.com/office/drawing/2014/main" id="{EAF1E155-FA3D-BCF3-85AD-B24EB84D01DB}"/>
                      </a:ext>
                    </a:extLst>
                  </p:cNvPr>
                  <p:cNvGrpSpPr/>
                  <p:nvPr/>
                </p:nvGrpSpPr>
                <p:grpSpPr>
                  <a:xfrm>
                    <a:off x="8555440" y="3974372"/>
                    <a:ext cx="220419" cy="158419"/>
                    <a:chOff x="8555440" y="3974372"/>
                    <a:chExt cx="220419" cy="158419"/>
                  </a:xfrm>
                </p:grpSpPr>
                <p:sp>
                  <p:nvSpPr>
                    <p:cNvPr id="62" name="フリーフォーム: 図形 61">
                      <a:extLst>
                        <a:ext uri="{FF2B5EF4-FFF2-40B4-BE49-F238E27FC236}">
                          <a16:creationId xmlns:a16="http://schemas.microsoft.com/office/drawing/2014/main" id="{B887044D-9FC8-7AA7-BB0F-3B8369C3A8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9733" y="3988669"/>
                      <a:ext cx="191826" cy="129825"/>
                    </a:xfrm>
                    <a:custGeom>
                      <a:avLst/>
                      <a:gdLst>
                        <a:gd name="connsiteX0" fmla="*/ 173055 w 191826"/>
                        <a:gd name="connsiteY0" fmla="*/ 129826 h 129825"/>
                        <a:gd name="connsiteX1" fmla="*/ 167359 w 191826"/>
                        <a:gd name="connsiteY1" fmla="*/ 128635 h 129825"/>
                        <a:gd name="connsiteX2" fmla="*/ 8587 w 191826"/>
                        <a:gd name="connsiteY2" fmla="*/ 59531 h 129825"/>
                        <a:gd name="connsiteX3" fmla="*/ 995 w 191826"/>
                        <a:gd name="connsiteY3" fmla="*/ 51664 h 129825"/>
                        <a:gd name="connsiteX4" fmla="*/ 1195 w 191826"/>
                        <a:gd name="connsiteY4" fmla="*/ 40739 h 129825"/>
                        <a:gd name="connsiteX5" fmla="*/ 63374 w 191826"/>
                        <a:gd name="connsiteY5" fmla="*/ 0 h 129825"/>
                        <a:gd name="connsiteX6" fmla="*/ 90397 w 191826"/>
                        <a:gd name="connsiteY6" fmla="*/ 5648 h 129825"/>
                        <a:gd name="connsiteX7" fmla="*/ 151061 w 191826"/>
                        <a:gd name="connsiteY7" fmla="*/ 32052 h 129825"/>
                        <a:gd name="connsiteX8" fmla="*/ 187085 w 191826"/>
                        <a:gd name="connsiteY8" fmla="*/ 69380 h 129825"/>
                        <a:gd name="connsiteX9" fmla="*/ 186152 w 191826"/>
                        <a:gd name="connsiteY9" fmla="*/ 121244 h 129825"/>
                        <a:gd name="connsiteX10" fmla="*/ 173055 w 191826"/>
                        <a:gd name="connsiteY10" fmla="*/ 129826 h 1298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191826" h="129825">
                          <a:moveTo>
                            <a:pt x="173055" y="129826"/>
                          </a:moveTo>
                          <a:cubicBezTo>
                            <a:pt x="171159" y="129826"/>
                            <a:pt x="169226" y="129445"/>
                            <a:pt x="167359" y="128635"/>
                          </a:cubicBezTo>
                          <a:lnTo>
                            <a:pt x="8587" y="59531"/>
                          </a:lnTo>
                          <a:cubicBezTo>
                            <a:pt x="5110" y="58026"/>
                            <a:pt x="2386" y="55188"/>
                            <a:pt x="995" y="51664"/>
                          </a:cubicBezTo>
                          <a:cubicBezTo>
                            <a:pt x="-395" y="48140"/>
                            <a:pt x="-329" y="44205"/>
                            <a:pt x="1195" y="40739"/>
                          </a:cubicBezTo>
                          <a:cubicBezTo>
                            <a:pt x="11968" y="15983"/>
                            <a:pt x="36371" y="0"/>
                            <a:pt x="63374" y="0"/>
                          </a:cubicBezTo>
                          <a:cubicBezTo>
                            <a:pt x="72699" y="0"/>
                            <a:pt x="81796" y="1896"/>
                            <a:pt x="90397" y="5648"/>
                          </a:cubicBezTo>
                          <a:lnTo>
                            <a:pt x="151061" y="32052"/>
                          </a:lnTo>
                          <a:cubicBezTo>
                            <a:pt x="167664" y="39272"/>
                            <a:pt x="180456" y="52521"/>
                            <a:pt x="187085" y="69380"/>
                          </a:cubicBezTo>
                          <a:cubicBezTo>
                            <a:pt x="193714" y="86230"/>
                            <a:pt x="193381" y="104651"/>
                            <a:pt x="186152" y="121244"/>
                          </a:cubicBezTo>
                          <a:cubicBezTo>
                            <a:pt x="183827" y="126616"/>
                            <a:pt x="178569" y="129826"/>
                            <a:pt x="173055" y="129826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ja-JP" altLang="en-US"/>
                    </a:p>
                  </p:txBody>
                </p:sp>
                <p:sp>
                  <p:nvSpPr>
                    <p:cNvPr id="63" name="フリーフォーム: 図形 62">
                      <a:extLst>
                        <a:ext uri="{FF2B5EF4-FFF2-40B4-BE49-F238E27FC236}">
                          <a16:creationId xmlns:a16="http://schemas.microsoft.com/office/drawing/2014/main" id="{1B5F8D6F-D173-B8C7-D2E8-DF8EA16F32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55440" y="3974372"/>
                      <a:ext cx="220419" cy="158419"/>
                    </a:xfrm>
                    <a:custGeom>
                      <a:avLst/>
                      <a:gdLst>
                        <a:gd name="connsiteX0" fmla="*/ 77666 w 220419"/>
                        <a:gd name="connsiteY0" fmla="*/ 28575 h 158419"/>
                        <a:gd name="connsiteX1" fmla="*/ 98984 w 220419"/>
                        <a:gd name="connsiteY1" fmla="*/ 33033 h 158419"/>
                        <a:gd name="connsiteX2" fmla="*/ 159648 w 220419"/>
                        <a:gd name="connsiteY2" fmla="*/ 59436 h 158419"/>
                        <a:gd name="connsiteX3" fmla="*/ 187357 w 220419"/>
                        <a:gd name="connsiteY3" fmla="*/ 129835 h 158419"/>
                        <a:gd name="connsiteX4" fmla="*/ 28585 w 220419"/>
                        <a:gd name="connsiteY4" fmla="*/ 60731 h 158419"/>
                        <a:gd name="connsiteX5" fmla="*/ 77666 w 220419"/>
                        <a:gd name="connsiteY5" fmla="*/ 28575 h 158419"/>
                        <a:gd name="connsiteX6" fmla="*/ 77666 w 220419"/>
                        <a:gd name="connsiteY6" fmla="*/ 0 h 158419"/>
                        <a:gd name="connsiteX7" fmla="*/ 77666 w 220419"/>
                        <a:gd name="connsiteY7" fmla="*/ 0 h 158419"/>
                        <a:gd name="connsiteX8" fmla="*/ 2381 w 220419"/>
                        <a:gd name="connsiteY8" fmla="*/ 49330 h 158419"/>
                        <a:gd name="connsiteX9" fmla="*/ 17183 w 220419"/>
                        <a:gd name="connsiteY9" fmla="*/ 86935 h 158419"/>
                        <a:gd name="connsiteX10" fmla="*/ 175955 w 220419"/>
                        <a:gd name="connsiteY10" fmla="*/ 156039 h 158419"/>
                        <a:gd name="connsiteX11" fmla="*/ 187347 w 220419"/>
                        <a:gd name="connsiteY11" fmla="*/ 158420 h 158419"/>
                        <a:gd name="connsiteX12" fmla="*/ 213560 w 220419"/>
                        <a:gd name="connsiteY12" fmla="*/ 141246 h 158419"/>
                        <a:gd name="connsiteX13" fmla="*/ 214674 w 220419"/>
                        <a:gd name="connsiteY13" fmla="*/ 78439 h 158419"/>
                        <a:gd name="connsiteX14" fmla="*/ 171060 w 220419"/>
                        <a:gd name="connsiteY14" fmla="*/ 33242 h 158419"/>
                        <a:gd name="connsiteX15" fmla="*/ 110395 w 220419"/>
                        <a:gd name="connsiteY15" fmla="*/ 6839 h 158419"/>
                        <a:gd name="connsiteX16" fmla="*/ 77666 w 220419"/>
                        <a:gd name="connsiteY16" fmla="*/ 0 h 158419"/>
                        <a:gd name="connsiteX17" fmla="*/ 77666 w 220419"/>
                        <a:gd name="connsiteY17" fmla="*/ 0 h 1584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220419" h="158419">
                          <a:moveTo>
                            <a:pt x="77666" y="28575"/>
                          </a:moveTo>
                          <a:cubicBezTo>
                            <a:pt x="84792" y="28575"/>
                            <a:pt x="92040" y="30004"/>
                            <a:pt x="98984" y="33033"/>
                          </a:cubicBezTo>
                          <a:lnTo>
                            <a:pt x="159648" y="59436"/>
                          </a:lnTo>
                          <a:cubicBezTo>
                            <a:pt x="186738" y="71228"/>
                            <a:pt x="199139" y="102746"/>
                            <a:pt x="187357" y="129835"/>
                          </a:cubicBezTo>
                          <a:lnTo>
                            <a:pt x="28585" y="60731"/>
                          </a:lnTo>
                          <a:cubicBezTo>
                            <a:pt x="37347" y="40596"/>
                            <a:pt x="57017" y="28575"/>
                            <a:pt x="77666" y="28575"/>
                          </a:cubicBezTo>
                          <a:moveTo>
                            <a:pt x="77666" y="0"/>
                          </a:moveTo>
                          <a:cubicBezTo>
                            <a:pt x="77666" y="0"/>
                            <a:pt x="77666" y="0"/>
                            <a:pt x="77666" y="0"/>
                          </a:cubicBezTo>
                          <a:cubicBezTo>
                            <a:pt x="44977" y="0"/>
                            <a:pt x="15421" y="19365"/>
                            <a:pt x="2381" y="49330"/>
                          </a:cubicBezTo>
                          <a:cubicBezTo>
                            <a:pt x="-3915" y="63798"/>
                            <a:pt x="2705" y="80639"/>
                            <a:pt x="17183" y="86935"/>
                          </a:cubicBezTo>
                          <a:lnTo>
                            <a:pt x="175955" y="156039"/>
                          </a:lnTo>
                          <a:cubicBezTo>
                            <a:pt x="179670" y="157658"/>
                            <a:pt x="183537" y="158420"/>
                            <a:pt x="187347" y="158420"/>
                          </a:cubicBezTo>
                          <a:cubicBezTo>
                            <a:pt x="198377" y="158420"/>
                            <a:pt x="208883" y="152000"/>
                            <a:pt x="213560" y="141246"/>
                          </a:cubicBezTo>
                          <a:cubicBezTo>
                            <a:pt x="222304" y="121149"/>
                            <a:pt x="222704" y="98841"/>
                            <a:pt x="214674" y="78439"/>
                          </a:cubicBezTo>
                          <a:cubicBezTo>
                            <a:pt x="206645" y="58036"/>
                            <a:pt x="191157" y="41986"/>
                            <a:pt x="171060" y="33242"/>
                          </a:cubicBezTo>
                          <a:lnTo>
                            <a:pt x="110395" y="6839"/>
                          </a:lnTo>
                          <a:cubicBezTo>
                            <a:pt x="99974" y="2295"/>
                            <a:pt x="88963" y="0"/>
                            <a:pt x="77666" y="0"/>
                          </a:cubicBezTo>
                          <a:lnTo>
                            <a:pt x="77666" y="0"/>
                          </a:lnTo>
                          <a:close/>
                        </a:path>
                      </a:pathLst>
                    </a:custGeom>
                    <a:solidFill>
                      <a:srgbClr val="363D44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ja-JP" altLang="en-US"/>
                    </a:p>
                  </p:txBody>
                </p:sp>
              </p:grpSp>
              <p:sp>
                <p:nvSpPr>
                  <p:cNvPr id="57" name="フリーフォーム: 図形 56">
                    <a:extLst>
                      <a:ext uri="{FF2B5EF4-FFF2-40B4-BE49-F238E27FC236}">
                        <a16:creationId xmlns:a16="http://schemas.microsoft.com/office/drawing/2014/main" id="{337C2DED-9180-B0E2-9484-187651A5CFEA}"/>
                      </a:ext>
                    </a:extLst>
                  </p:cNvPr>
                  <p:cNvSpPr/>
                  <p:nvPr/>
                </p:nvSpPr>
                <p:spPr>
                  <a:xfrm>
                    <a:off x="8345348" y="4276506"/>
                    <a:ext cx="299578" cy="353714"/>
                  </a:xfrm>
                  <a:custGeom>
                    <a:avLst/>
                    <a:gdLst>
                      <a:gd name="connsiteX0" fmla="*/ 161524 w 299578"/>
                      <a:gd name="connsiteY0" fmla="*/ 351805 h 353714"/>
                      <a:gd name="connsiteX1" fmla="*/ 13763 w 299578"/>
                      <a:gd name="connsiteY1" fmla="*/ 287492 h 353714"/>
                      <a:gd name="connsiteX2" fmla="*/ 1904 w 299578"/>
                      <a:gd name="connsiteY2" fmla="*/ 257365 h 353714"/>
                      <a:gd name="connsiteX3" fmla="*/ 107927 w 299578"/>
                      <a:gd name="connsiteY3" fmla="*/ 13763 h 353714"/>
                      <a:gd name="connsiteX4" fmla="*/ 138054 w 299578"/>
                      <a:gd name="connsiteY4" fmla="*/ 1904 h 353714"/>
                      <a:gd name="connsiteX5" fmla="*/ 285816 w 299578"/>
                      <a:gd name="connsiteY5" fmla="*/ 66217 h 353714"/>
                      <a:gd name="connsiteX6" fmla="*/ 297674 w 299578"/>
                      <a:gd name="connsiteY6" fmla="*/ 96345 h 353714"/>
                      <a:gd name="connsiteX7" fmla="*/ 191652 w 299578"/>
                      <a:gd name="connsiteY7" fmla="*/ 339946 h 353714"/>
                      <a:gd name="connsiteX8" fmla="*/ 161524 w 299578"/>
                      <a:gd name="connsiteY8" fmla="*/ 351805 h 3537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99578" h="353714">
                        <a:moveTo>
                          <a:pt x="161524" y="351805"/>
                        </a:moveTo>
                        <a:lnTo>
                          <a:pt x="13763" y="287492"/>
                        </a:lnTo>
                        <a:cubicBezTo>
                          <a:pt x="2171" y="282444"/>
                          <a:pt x="-3135" y="268956"/>
                          <a:pt x="1904" y="257365"/>
                        </a:cubicBezTo>
                        <a:lnTo>
                          <a:pt x="107927" y="13763"/>
                        </a:lnTo>
                        <a:cubicBezTo>
                          <a:pt x="112975" y="2171"/>
                          <a:pt x="126463" y="-3135"/>
                          <a:pt x="138054" y="1904"/>
                        </a:cubicBezTo>
                        <a:lnTo>
                          <a:pt x="285816" y="66217"/>
                        </a:lnTo>
                        <a:cubicBezTo>
                          <a:pt x="297408" y="71265"/>
                          <a:pt x="302713" y="84753"/>
                          <a:pt x="297674" y="96345"/>
                        </a:cubicBezTo>
                        <a:lnTo>
                          <a:pt x="191652" y="339946"/>
                        </a:lnTo>
                        <a:cubicBezTo>
                          <a:pt x="186603" y="351548"/>
                          <a:pt x="173116" y="356853"/>
                          <a:pt x="161524" y="351805"/>
                        </a:cubicBezTo>
                        <a:close/>
                      </a:path>
                    </a:pathLst>
                  </a:custGeom>
                  <a:solidFill>
                    <a:schemeClr val="bg2"/>
                  </a:solidFill>
                  <a:ln w="28575" cap="flat">
                    <a:solidFill>
                      <a:srgbClr val="363D44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/>
                  </a:p>
                </p:txBody>
              </p:sp>
              <p:grpSp>
                <p:nvGrpSpPr>
                  <p:cNvPr id="58" name="グラフィックス 203">
                    <a:extLst>
                      <a:ext uri="{FF2B5EF4-FFF2-40B4-BE49-F238E27FC236}">
                        <a16:creationId xmlns:a16="http://schemas.microsoft.com/office/drawing/2014/main" id="{FBE2871E-962F-095A-D1FB-C9A80B7EB71A}"/>
                      </a:ext>
                    </a:extLst>
                  </p:cNvPr>
                  <p:cNvGrpSpPr/>
                  <p:nvPr/>
                </p:nvGrpSpPr>
                <p:grpSpPr>
                  <a:xfrm>
                    <a:off x="8469115" y="4295879"/>
                    <a:ext cx="289026" cy="289026"/>
                    <a:chOff x="8469115" y="4295879"/>
                    <a:chExt cx="289026" cy="289026"/>
                  </a:xfrm>
                </p:grpSpPr>
                <p:sp>
                  <p:nvSpPr>
                    <p:cNvPr id="60" name="フリーフォーム: 図形 59">
                      <a:extLst>
                        <a:ext uri="{FF2B5EF4-FFF2-40B4-BE49-F238E27FC236}">
                          <a16:creationId xmlns:a16="http://schemas.microsoft.com/office/drawing/2014/main" id="{67C47DEF-1A68-28D9-2706-34A14E08F5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3403" y="4310167"/>
                      <a:ext cx="260451" cy="260442"/>
                    </a:xfrm>
                    <a:custGeom>
                      <a:avLst/>
                      <a:gdLst>
                        <a:gd name="connsiteX0" fmla="*/ 130226 w 260451"/>
                        <a:gd name="connsiteY0" fmla="*/ 260442 h 260442"/>
                        <a:gd name="connsiteX1" fmla="*/ 0 w 260451"/>
                        <a:gd name="connsiteY1" fmla="*/ 130216 h 260442"/>
                        <a:gd name="connsiteX2" fmla="*/ 130226 w 260451"/>
                        <a:gd name="connsiteY2" fmla="*/ 0 h 260442"/>
                        <a:gd name="connsiteX3" fmla="*/ 260452 w 260451"/>
                        <a:gd name="connsiteY3" fmla="*/ 130216 h 260442"/>
                        <a:gd name="connsiteX4" fmla="*/ 130226 w 260451"/>
                        <a:gd name="connsiteY4" fmla="*/ 260442 h 2604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60451" h="260442">
                          <a:moveTo>
                            <a:pt x="130226" y="260442"/>
                          </a:moveTo>
                          <a:cubicBezTo>
                            <a:pt x="58417" y="260442"/>
                            <a:pt x="0" y="202025"/>
                            <a:pt x="0" y="130216"/>
                          </a:cubicBezTo>
                          <a:cubicBezTo>
                            <a:pt x="0" y="58417"/>
                            <a:pt x="58417" y="0"/>
                            <a:pt x="130226" y="0"/>
                          </a:cubicBezTo>
                          <a:cubicBezTo>
                            <a:pt x="202035" y="0"/>
                            <a:pt x="260452" y="58417"/>
                            <a:pt x="260452" y="130216"/>
                          </a:cubicBezTo>
                          <a:cubicBezTo>
                            <a:pt x="260452" y="202035"/>
                            <a:pt x="202035" y="260442"/>
                            <a:pt x="130226" y="260442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ja-JP" altLang="en-US"/>
                    </a:p>
                  </p:txBody>
                </p:sp>
                <p:sp>
                  <p:nvSpPr>
                    <p:cNvPr id="61" name="フリーフォーム: 図形 60">
                      <a:extLst>
                        <a:ext uri="{FF2B5EF4-FFF2-40B4-BE49-F238E27FC236}">
                          <a16:creationId xmlns:a16="http://schemas.microsoft.com/office/drawing/2014/main" id="{D8BD583F-AAE0-5336-4310-7156E50B2C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9115" y="4295879"/>
                      <a:ext cx="289026" cy="289026"/>
                    </a:xfrm>
                    <a:custGeom>
                      <a:avLst/>
                      <a:gdLst>
                        <a:gd name="connsiteX0" fmla="*/ 144513 w 289026"/>
                        <a:gd name="connsiteY0" fmla="*/ 28575 h 289026"/>
                        <a:gd name="connsiteX1" fmla="*/ 260452 w 289026"/>
                        <a:gd name="connsiteY1" fmla="*/ 144514 h 289026"/>
                        <a:gd name="connsiteX2" fmla="*/ 144513 w 289026"/>
                        <a:gd name="connsiteY2" fmla="*/ 260452 h 289026"/>
                        <a:gd name="connsiteX3" fmla="*/ 28575 w 289026"/>
                        <a:gd name="connsiteY3" fmla="*/ 144514 h 289026"/>
                        <a:gd name="connsiteX4" fmla="*/ 144513 w 289026"/>
                        <a:gd name="connsiteY4" fmla="*/ 28575 h 289026"/>
                        <a:gd name="connsiteX5" fmla="*/ 144513 w 289026"/>
                        <a:gd name="connsiteY5" fmla="*/ 0 h 289026"/>
                        <a:gd name="connsiteX6" fmla="*/ 0 w 289026"/>
                        <a:gd name="connsiteY6" fmla="*/ 144514 h 289026"/>
                        <a:gd name="connsiteX7" fmla="*/ 144513 w 289026"/>
                        <a:gd name="connsiteY7" fmla="*/ 289027 h 289026"/>
                        <a:gd name="connsiteX8" fmla="*/ 289027 w 289026"/>
                        <a:gd name="connsiteY8" fmla="*/ 144514 h 289026"/>
                        <a:gd name="connsiteX9" fmla="*/ 144513 w 289026"/>
                        <a:gd name="connsiteY9" fmla="*/ 0 h 289026"/>
                        <a:gd name="connsiteX10" fmla="*/ 144513 w 289026"/>
                        <a:gd name="connsiteY10" fmla="*/ 0 h 2890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289026" h="289026">
                          <a:moveTo>
                            <a:pt x="144513" y="28575"/>
                          </a:moveTo>
                          <a:cubicBezTo>
                            <a:pt x="208540" y="28575"/>
                            <a:pt x="260452" y="80477"/>
                            <a:pt x="260452" y="144514"/>
                          </a:cubicBezTo>
                          <a:cubicBezTo>
                            <a:pt x="260452" y="208540"/>
                            <a:pt x="208550" y="260452"/>
                            <a:pt x="144513" y="260452"/>
                          </a:cubicBezTo>
                          <a:cubicBezTo>
                            <a:pt x="80486" y="260452"/>
                            <a:pt x="28575" y="208550"/>
                            <a:pt x="28575" y="144514"/>
                          </a:cubicBezTo>
                          <a:cubicBezTo>
                            <a:pt x="28575" y="80486"/>
                            <a:pt x="80486" y="28575"/>
                            <a:pt x="144513" y="28575"/>
                          </a:cubicBezTo>
                          <a:moveTo>
                            <a:pt x="144513" y="0"/>
                          </a:moveTo>
                          <a:cubicBezTo>
                            <a:pt x="64827" y="0"/>
                            <a:pt x="0" y="64827"/>
                            <a:pt x="0" y="144514"/>
                          </a:cubicBezTo>
                          <a:cubicBezTo>
                            <a:pt x="0" y="224200"/>
                            <a:pt x="64827" y="289027"/>
                            <a:pt x="144513" y="289027"/>
                          </a:cubicBezTo>
                          <a:cubicBezTo>
                            <a:pt x="224200" y="289027"/>
                            <a:pt x="289027" y="224200"/>
                            <a:pt x="289027" y="144514"/>
                          </a:cubicBezTo>
                          <a:cubicBezTo>
                            <a:pt x="289027" y="64827"/>
                            <a:pt x="224200" y="0"/>
                            <a:pt x="144513" y="0"/>
                          </a:cubicBezTo>
                          <a:lnTo>
                            <a:pt x="144513" y="0"/>
                          </a:lnTo>
                          <a:close/>
                        </a:path>
                      </a:pathLst>
                    </a:custGeom>
                    <a:solidFill>
                      <a:srgbClr val="363D44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ja-JP" altLang="en-US"/>
                    </a:p>
                  </p:txBody>
                </p:sp>
              </p:grpSp>
              <p:sp>
                <p:nvSpPr>
                  <p:cNvPr id="59" name="フリーフォーム: 図形 58">
                    <a:extLst>
                      <a:ext uri="{FF2B5EF4-FFF2-40B4-BE49-F238E27FC236}">
                        <a16:creationId xmlns:a16="http://schemas.microsoft.com/office/drawing/2014/main" id="{1BED7EFE-C3B9-96EE-D9D5-8F5762FFCA7C}"/>
                      </a:ext>
                    </a:extLst>
                  </p:cNvPr>
                  <p:cNvSpPr/>
                  <p:nvPr/>
                </p:nvSpPr>
                <p:spPr>
                  <a:xfrm>
                    <a:off x="8550649" y="4377413"/>
                    <a:ext cx="125958" cy="125958"/>
                  </a:xfrm>
                  <a:custGeom>
                    <a:avLst/>
                    <a:gdLst>
                      <a:gd name="connsiteX0" fmla="*/ 125959 w 125958"/>
                      <a:gd name="connsiteY0" fmla="*/ 62979 h 125958"/>
                      <a:gd name="connsiteX1" fmla="*/ 62979 w 125958"/>
                      <a:gd name="connsiteY1" fmla="*/ 0 h 125958"/>
                      <a:gd name="connsiteX2" fmla="*/ 0 w 125958"/>
                      <a:gd name="connsiteY2" fmla="*/ 62979 h 125958"/>
                      <a:gd name="connsiteX3" fmla="*/ 62979 w 125958"/>
                      <a:gd name="connsiteY3" fmla="*/ 125959 h 125958"/>
                      <a:gd name="connsiteX4" fmla="*/ 125959 w 125958"/>
                      <a:gd name="connsiteY4" fmla="*/ 62979 h 1259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5958" h="125958">
                        <a:moveTo>
                          <a:pt x="125959" y="62979"/>
                        </a:moveTo>
                        <a:cubicBezTo>
                          <a:pt x="125959" y="28194"/>
                          <a:pt x="97764" y="0"/>
                          <a:pt x="62979" y="0"/>
                        </a:cubicBezTo>
                        <a:cubicBezTo>
                          <a:pt x="28194" y="0"/>
                          <a:pt x="0" y="28194"/>
                          <a:pt x="0" y="62979"/>
                        </a:cubicBezTo>
                        <a:cubicBezTo>
                          <a:pt x="0" y="97755"/>
                          <a:pt x="28194" y="125959"/>
                          <a:pt x="62979" y="125959"/>
                        </a:cubicBezTo>
                        <a:cubicBezTo>
                          <a:pt x="97764" y="125959"/>
                          <a:pt x="125959" y="97764"/>
                          <a:pt x="125959" y="62979"/>
                        </a:cubicBezTo>
                        <a:close/>
                      </a:path>
                    </a:pathLst>
                  </a:custGeom>
                  <a:solidFill>
                    <a:srgbClr val="363D44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/>
                  </a:p>
                </p:txBody>
              </p:sp>
            </p:grpSp>
            <p:sp>
              <p:nvSpPr>
                <p:cNvPr id="46" name="フリーフォーム: 図形 45">
                  <a:extLst>
                    <a:ext uri="{FF2B5EF4-FFF2-40B4-BE49-F238E27FC236}">
                      <a16:creationId xmlns:a16="http://schemas.microsoft.com/office/drawing/2014/main" id="{DD625844-8676-5290-D8C1-2B6861EB524F}"/>
                    </a:ext>
                  </a:extLst>
                </p:cNvPr>
                <p:cNvSpPr/>
                <p:nvPr/>
              </p:nvSpPr>
              <p:spPr>
                <a:xfrm>
                  <a:off x="8228523" y="4926272"/>
                  <a:ext cx="525798" cy="205092"/>
                </a:xfrm>
                <a:custGeom>
                  <a:avLst/>
                  <a:gdLst>
                    <a:gd name="connsiteX0" fmla="*/ 457924 w 525798"/>
                    <a:gd name="connsiteY0" fmla="*/ 0 h 205092"/>
                    <a:gd name="connsiteX1" fmla="*/ 0 w 525798"/>
                    <a:gd name="connsiteY1" fmla="*/ 0 h 205092"/>
                    <a:gd name="connsiteX2" fmla="*/ 205092 w 525798"/>
                    <a:gd name="connsiteY2" fmla="*/ 205092 h 205092"/>
                    <a:gd name="connsiteX3" fmla="*/ 525799 w 525798"/>
                    <a:gd name="connsiteY3" fmla="*/ 205092 h 205092"/>
                    <a:gd name="connsiteX4" fmla="*/ 525799 w 525798"/>
                    <a:gd name="connsiteY4" fmla="*/ 67866 h 205092"/>
                    <a:gd name="connsiteX5" fmla="*/ 457924 w 525798"/>
                    <a:gd name="connsiteY5" fmla="*/ 0 h 205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25798" h="205092">
                      <a:moveTo>
                        <a:pt x="457924" y="0"/>
                      </a:moveTo>
                      <a:lnTo>
                        <a:pt x="0" y="0"/>
                      </a:lnTo>
                      <a:lnTo>
                        <a:pt x="205092" y="205092"/>
                      </a:lnTo>
                      <a:lnTo>
                        <a:pt x="525799" y="205092"/>
                      </a:lnTo>
                      <a:lnTo>
                        <a:pt x="525799" y="67866"/>
                      </a:lnTo>
                      <a:cubicBezTo>
                        <a:pt x="525789" y="30385"/>
                        <a:pt x="495405" y="0"/>
                        <a:pt x="457924" y="0"/>
                      </a:cubicBezTo>
                      <a:close/>
                    </a:path>
                  </a:pathLst>
                </a:custGeom>
                <a:solidFill>
                  <a:srgbClr val="363D4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/>
                </a:p>
              </p:txBody>
            </p:sp>
            <p:grpSp>
              <p:nvGrpSpPr>
                <p:cNvPr id="47" name="グラフィックス 203">
                  <a:extLst>
                    <a:ext uri="{FF2B5EF4-FFF2-40B4-BE49-F238E27FC236}">
                      <a16:creationId xmlns:a16="http://schemas.microsoft.com/office/drawing/2014/main" id="{1D9C24B8-AA23-9012-AEDE-E9244EF3052C}"/>
                    </a:ext>
                  </a:extLst>
                </p:cNvPr>
                <p:cNvGrpSpPr/>
                <p:nvPr/>
              </p:nvGrpSpPr>
              <p:grpSpPr>
                <a:xfrm>
                  <a:off x="8184108" y="4861273"/>
                  <a:ext cx="395125" cy="93573"/>
                  <a:chOff x="8184108" y="4861273"/>
                  <a:chExt cx="395125" cy="93573"/>
                </a:xfrm>
              </p:grpSpPr>
              <p:sp>
                <p:nvSpPr>
                  <p:cNvPr id="53" name="フリーフォーム: 図形 52">
                    <a:extLst>
                      <a:ext uri="{FF2B5EF4-FFF2-40B4-BE49-F238E27FC236}">
                        <a16:creationId xmlns:a16="http://schemas.microsoft.com/office/drawing/2014/main" id="{0D292690-1F32-BB2C-6DAA-95818D87088D}"/>
                      </a:ext>
                    </a:extLst>
                  </p:cNvPr>
                  <p:cNvSpPr/>
                  <p:nvPr/>
                </p:nvSpPr>
                <p:spPr>
                  <a:xfrm>
                    <a:off x="8198386" y="4875552"/>
                    <a:ext cx="366559" cy="65008"/>
                  </a:xfrm>
                  <a:custGeom>
                    <a:avLst/>
                    <a:gdLst>
                      <a:gd name="connsiteX0" fmla="*/ 25803 w 366559"/>
                      <a:gd name="connsiteY0" fmla="*/ 65008 h 65008"/>
                      <a:gd name="connsiteX1" fmla="*/ 0 w 366559"/>
                      <a:gd name="connsiteY1" fmla="*/ 39205 h 65008"/>
                      <a:gd name="connsiteX2" fmla="*/ 0 w 366559"/>
                      <a:gd name="connsiteY2" fmla="*/ 33814 h 65008"/>
                      <a:gd name="connsiteX3" fmla="*/ 33814 w 366559"/>
                      <a:gd name="connsiteY3" fmla="*/ 0 h 65008"/>
                      <a:gd name="connsiteX4" fmla="*/ 332737 w 366559"/>
                      <a:gd name="connsiteY4" fmla="*/ 0 h 65008"/>
                      <a:gd name="connsiteX5" fmla="*/ 366560 w 366559"/>
                      <a:gd name="connsiteY5" fmla="*/ 33814 h 65008"/>
                      <a:gd name="connsiteX6" fmla="*/ 366560 w 366559"/>
                      <a:gd name="connsiteY6" fmla="*/ 64999 h 65008"/>
                      <a:gd name="connsiteX7" fmla="*/ 25803 w 366559"/>
                      <a:gd name="connsiteY7" fmla="*/ 64999 h 650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66559" h="65008">
                        <a:moveTo>
                          <a:pt x="25803" y="65008"/>
                        </a:moveTo>
                        <a:cubicBezTo>
                          <a:pt x="11573" y="65008"/>
                          <a:pt x="0" y="53435"/>
                          <a:pt x="0" y="39205"/>
                        </a:cubicBezTo>
                        <a:lnTo>
                          <a:pt x="0" y="33814"/>
                        </a:lnTo>
                        <a:cubicBezTo>
                          <a:pt x="0" y="15173"/>
                          <a:pt x="15173" y="0"/>
                          <a:pt x="33814" y="0"/>
                        </a:cubicBezTo>
                        <a:lnTo>
                          <a:pt x="332737" y="0"/>
                        </a:lnTo>
                        <a:cubicBezTo>
                          <a:pt x="351387" y="0"/>
                          <a:pt x="366560" y="15173"/>
                          <a:pt x="366560" y="33814"/>
                        </a:cubicBezTo>
                        <a:lnTo>
                          <a:pt x="366560" y="64999"/>
                        </a:lnTo>
                        <a:lnTo>
                          <a:pt x="25803" y="64999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 dirty="0"/>
                  </a:p>
                </p:txBody>
              </p:sp>
              <p:sp>
                <p:nvSpPr>
                  <p:cNvPr id="54" name="フリーフォーム: 図形 53">
                    <a:extLst>
                      <a:ext uri="{FF2B5EF4-FFF2-40B4-BE49-F238E27FC236}">
                        <a16:creationId xmlns:a16="http://schemas.microsoft.com/office/drawing/2014/main" id="{8109D2EB-91BD-FA1B-110D-28ED84B84F2C}"/>
                      </a:ext>
                    </a:extLst>
                  </p:cNvPr>
                  <p:cNvSpPr/>
                  <p:nvPr/>
                </p:nvSpPr>
                <p:spPr>
                  <a:xfrm>
                    <a:off x="8184108" y="4861273"/>
                    <a:ext cx="395125" cy="93573"/>
                  </a:xfrm>
                  <a:custGeom>
                    <a:avLst/>
                    <a:gdLst>
                      <a:gd name="connsiteX0" fmla="*/ 347024 w 395125"/>
                      <a:gd name="connsiteY0" fmla="*/ 28575 h 93573"/>
                      <a:gd name="connsiteX1" fmla="*/ 366550 w 395125"/>
                      <a:gd name="connsiteY1" fmla="*/ 48101 h 93573"/>
                      <a:gd name="connsiteX2" fmla="*/ 366550 w 395125"/>
                      <a:gd name="connsiteY2" fmla="*/ 64999 h 93573"/>
                      <a:gd name="connsiteX3" fmla="*/ 40091 w 395125"/>
                      <a:gd name="connsiteY3" fmla="*/ 64999 h 93573"/>
                      <a:gd name="connsiteX4" fmla="*/ 28575 w 395125"/>
                      <a:gd name="connsiteY4" fmla="*/ 53483 h 93573"/>
                      <a:gd name="connsiteX5" fmla="*/ 28575 w 395125"/>
                      <a:gd name="connsiteY5" fmla="*/ 48101 h 93573"/>
                      <a:gd name="connsiteX6" fmla="*/ 48101 w 395125"/>
                      <a:gd name="connsiteY6" fmla="*/ 28575 h 93573"/>
                      <a:gd name="connsiteX7" fmla="*/ 347024 w 395125"/>
                      <a:gd name="connsiteY7" fmla="*/ 28575 h 93573"/>
                      <a:gd name="connsiteX8" fmla="*/ 347024 w 395125"/>
                      <a:gd name="connsiteY8" fmla="*/ 0 h 93573"/>
                      <a:gd name="connsiteX9" fmla="*/ 48101 w 395125"/>
                      <a:gd name="connsiteY9" fmla="*/ 0 h 93573"/>
                      <a:gd name="connsiteX10" fmla="*/ 0 w 395125"/>
                      <a:gd name="connsiteY10" fmla="*/ 48101 h 93573"/>
                      <a:gd name="connsiteX11" fmla="*/ 0 w 395125"/>
                      <a:gd name="connsiteY11" fmla="*/ 53483 h 93573"/>
                      <a:gd name="connsiteX12" fmla="*/ 40091 w 395125"/>
                      <a:gd name="connsiteY12" fmla="*/ 93574 h 93573"/>
                      <a:gd name="connsiteX13" fmla="*/ 366550 w 395125"/>
                      <a:gd name="connsiteY13" fmla="*/ 93574 h 93573"/>
                      <a:gd name="connsiteX14" fmla="*/ 395125 w 395125"/>
                      <a:gd name="connsiteY14" fmla="*/ 93574 h 93573"/>
                      <a:gd name="connsiteX15" fmla="*/ 395125 w 395125"/>
                      <a:gd name="connsiteY15" fmla="*/ 64999 h 93573"/>
                      <a:gd name="connsiteX16" fmla="*/ 395125 w 395125"/>
                      <a:gd name="connsiteY16" fmla="*/ 48101 h 93573"/>
                      <a:gd name="connsiteX17" fmla="*/ 347024 w 395125"/>
                      <a:gd name="connsiteY17" fmla="*/ 0 h 93573"/>
                      <a:gd name="connsiteX18" fmla="*/ 347024 w 395125"/>
                      <a:gd name="connsiteY18" fmla="*/ 0 h 935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395125" h="93573">
                        <a:moveTo>
                          <a:pt x="347024" y="28575"/>
                        </a:moveTo>
                        <a:cubicBezTo>
                          <a:pt x="357807" y="28575"/>
                          <a:pt x="366550" y="37319"/>
                          <a:pt x="366550" y="48101"/>
                        </a:cubicBezTo>
                        <a:lnTo>
                          <a:pt x="366550" y="64999"/>
                        </a:lnTo>
                        <a:lnTo>
                          <a:pt x="40091" y="64999"/>
                        </a:lnTo>
                        <a:cubicBezTo>
                          <a:pt x="33728" y="64999"/>
                          <a:pt x="28575" y="59846"/>
                          <a:pt x="28575" y="53483"/>
                        </a:cubicBezTo>
                        <a:lnTo>
                          <a:pt x="28575" y="48101"/>
                        </a:lnTo>
                        <a:cubicBezTo>
                          <a:pt x="28575" y="37319"/>
                          <a:pt x="37319" y="28575"/>
                          <a:pt x="48101" y="28575"/>
                        </a:cubicBezTo>
                        <a:lnTo>
                          <a:pt x="347024" y="28575"/>
                        </a:lnTo>
                        <a:moveTo>
                          <a:pt x="347024" y="0"/>
                        </a:moveTo>
                        <a:lnTo>
                          <a:pt x="48101" y="0"/>
                        </a:lnTo>
                        <a:cubicBezTo>
                          <a:pt x="21574" y="0"/>
                          <a:pt x="0" y="21584"/>
                          <a:pt x="0" y="48101"/>
                        </a:cubicBezTo>
                        <a:lnTo>
                          <a:pt x="0" y="53483"/>
                        </a:lnTo>
                        <a:cubicBezTo>
                          <a:pt x="0" y="75590"/>
                          <a:pt x="17983" y="93574"/>
                          <a:pt x="40091" y="93574"/>
                        </a:cubicBezTo>
                        <a:lnTo>
                          <a:pt x="366550" y="93574"/>
                        </a:lnTo>
                        <a:lnTo>
                          <a:pt x="395125" y="93574"/>
                        </a:lnTo>
                        <a:lnTo>
                          <a:pt x="395125" y="64999"/>
                        </a:lnTo>
                        <a:lnTo>
                          <a:pt x="395125" y="48101"/>
                        </a:lnTo>
                        <a:cubicBezTo>
                          <a:pt x="395125" y="21574"/>
                          <a:pt x="373551" y="0"/>
                          <a:pt x="347024" y="0"/>
                        </a:cubicBezTo>
                        <a:lnTo>
                          <a:pt x="347024" y="0"/>
                        </a:lnTo>
                        <a:close/>
                      </a:path>
                    </a:pathLst>
                  </a:custGeom>
                  <a:solidFill>
                    <a:srgbClr val="363D44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/>
                  </a:p>
                </p:txBody>
              </p:sp>
            </p:grpSp>
            <p:sp>
              <p:nvSpPr>
                <p:cNvPr id="48" name="フリーフォーム: 図形 47">
                  <a:extLst>
                    <a:ext uri="{FF2B5EF4-FFF2-40B4-BE49-F238E27FC236}">
                      <a16:creationId xmlns:a16="http://schemas.microsoft.com/office/drawing/2014/main" id="{C9BB8C0F-985C-B37B-1493-EB09870391A0}"/>
                    </a:ext>
                  </a:extLst>
                </p:cNvPr>
                <p:cNvSpPr/>
                <p:nvPr/>
              </p:nvSpPr>
              <p:spPr>
                <a:xfrm>
                  <a:off x="8212674" y="4909375"/>
                  <a:ext cx="337975" cy="16897"/>
                </a:xfrm>
                <a:custGeom>
                  <a:avLst/>
                  <a:gdLst>
                    <a:gd name="connsiteX0" fmla="*/ 337975 w 337975"/>
                    <a:gd name="connsiteY0" fmla="*/ 0 h 16897"/>
                    <a:gd name="connsiteX1" fmla="*/ 337975 w 337975"/>
                    <a:gd name="connsiteY1" fmla="*/ 16897 h 16897"/>
                    <a:gd name="connsiteX2" fmla="*/ 11516 w 337975"/>
                    <a:gd name="connsiteY2" fmla="*/ 16897 h 16897"/>
                    <a:gd name="connsiteX3" fmla="*/ 0 w 337975"/>
                    <a:gd name="connsiteY3" fmla="*/ 5381 h 16897"/>
                    <a:gd name="connsiteX4" fmla="*/ 337975 w 337975"/>
                    <a:gd name="connsiteY4" fmla="*/ 0 h 1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7975" h="16897">
                      <a:moveTo>
                        <a:pt x="337975" y="0"/>
                      </a:moveTo>
                      <a:lnTo>
                        <a:pt x="337975" y="16897"/>
                      </a:lnTo>
                      <a:lnTo>
                        <a:pt x="11516" y="16897"/>
                      </a:lnTo>
                      <a:cubicBezTo>
                        <a:pt x="5153" y="16897"/>
                        <a:pt x="0" y="11744"/>
                        <a:pt x="0" y="5381"/>
                      </a:cubicBezTo>
                      <a:lnTo>
                        <a:pt x="337975" y="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/>
                </a:p>
              </p:txBody>
            </p:sp>
            <p:grpSp>
              <p:nvGrpSpPr>
                <p:cNvPr id="49" name="グラフィックス 203">
                  <a:extLst>
                    <a:ext uri="{FF2B5EF4-FFF2-40B4-BE49-F238E27FC236}">
                      <a16:creationId xmlns:a16="http://schemas.microsoft.com/office/drawing/2014/main" id="{EBD88F2D-6570-8280-02C6-A985E23A564B}"/>
                    </a:ext>
                  </a:extLst>
                </p:cNvPr>
                <p:cNvGrpSpPr/>
                <p:nvPr/>
              </p:nvGrpSpPr>
              <p:grpSpPr>
                <a:xfrm>
                  <a:off x="8350367" y="5067138"/>
                  <a:ext cx="442045" cy="172812"/>
                  <a:chOff x="8350367" y="5067138"/>
                  <a:chExt cx="442045" cy="172812"/>
                </a:xfrm>
              </p:grpSpPr>
              <p:sp>
                <p:nvSpPr>
                  <p:cNvPr id="51" name="フリーフォーム: 図形 50">
                    <a:extLst>
                      <a:ext uri="{FF2B5EF4-FFF2-40B4-BE49-F238E27FC236}">
                        <a16:creationId xmlns:a16="http://schemas.microsoft.com/office/drawing/2014/main" id="{7BD6281D-5FCF-D389-C012-EAB810B1565A}"/>
                      </a:ext>
                    </a:extLst>
                  </p:cNvPr>
                  <p:cNvSpPr/>
                  <p:nvPr/>
                </p:nvSpPr>
                <p:spPr>
                  <a:xfrm>
                    <a:off x="8369426" y="5086178"/>
                    <a:ext cx="403945" cy="134712"/>
                  </a:xfrm>
                  <a:custGeom>
                    <a:avLst/>
                    <a:gdLst>
                      <a:gd name="connsiteX0" fmla="*/ 19050 w 403945"/>
                      <a:gd name="connsiteY0" fmla="*/ 134712 h 134712"/>
                      <a:gd name="connsiteX1" fmla="*/ 0 w 403945"/>
                      <a:gd name="connsiteY1" fmla="*/ 115662 h 134712"/>
                      <a:gd name="connsiteX2" fmla="*/ 0 w 403945"/>
                      <a:gd name="connsiteY2" fmla="*/ 44225 h 134712"/>
                      <a:gd name="connsiteX3" fmla="*/ 44215 w 403945"/>
                      <a:gd name="connsiteY3" fmla="*/ 0 h 134712"/>
                      <a:gd name="connsiteX4" fmla="*/ 384896 w 403945"/>
                      <a:gd name="connsiteY4" fmla="*/ 0 h 134712"/>
                      <a:gd name="connsiteX5" fmla="*/ 403946 w 403945"/>
                      <a:gd name="connsiteY5" fmla="*/ 19050 h 134712"/>
                      <a:gd name="connsiteX6" fmla="*/ 403946 w 403945"/>
                      <a:gd name="connsiteY6" fmla="*/ 115662 h 134712"/>
                      <a:gd name="connsiteX7" fmla="*/ 384896 w 403945"/>
                      <a:gd name="connsiteY7" fmla="*/ 134712 h 134712"/>
                      <a:gd name="connsiteX8" fmla="*/ 19050 w 403945"/>
                      <a:gd name="connsiteY8" fmla="*/ 134712 h 1347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03945" h="134712">
                        <a:moveTo>
                          <a:pt x="19050" y="134712"/>
                        </a:moveTo>
                        <a:cubicBezTo>
                          <a:pt x="8534" y="134712"/>
                          <a:pt x="0" y="126178"/>
                          <a:pt x="0" y="115662"/>
                        </a:cubicBezTo>
                        <a:lnTo>
                          <a:pt x="0" y="44225"/>
                        </a:lnTo>
                        <a:cubicBezTo>
                          <a:pt x="0" y="19841"/>
                          <a:pt x="19831" y="0"/>
                          <a:pt x="44215" y="0"/>
                        </a:cubicBezTo>
                        <a:lnTo>
                          <a:pt x="384896" y="0"/>
                        </a:lnTo>
                        <a:cubicBezTo>
                          <a:pt x="395411" y="0"/>
                          <a:pt x="403946" y="8534"/>
                          <a:pt x="403946" y="19050"/>
                        </a:cubicBezTo>
                        <a:lnTo>
                          <a:pt x="403946" y="115662"/>
                        </a:lnTo>
                        <a:cubicBezTo>
                          <a:pt x="403946" y="126178"/>
                          <a:pt x="395411" y="134712"/>
                          <a:pt x="384896" y="134712"/>
                        </a:cubicBezTo>
                        <a:lnTo>
                          <a:pt x="19050" y="134712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 dirty="0"/>
                  </a:p>
                </p:txBody>
              </p:sp>
              <p:sp>
                <p:nvSpPr>
                  <p:cNvPr id="52" name="フリーフォーム: 図形 51">
                    <a:extLst>
                      <a:ext uri="{FF2B5EF4-FFF2-40B4-BE49-F238E27FC236}">
                        <a16:creationId xmlns:a16="http://schemas.microsoft.com/office/drawing/2014/main" id="{E5842FAE-F473-E10F-446D-7BD416327218}"/>
                      </a:ext>
                    </a:extLst>
                  </p:cNvPr>
                  <p:cNvSpPr/>
                  <p:nvPr/>
                </p:nvSpPr>
                <p:spPr>
                  <a:xfrm>
                    <a:off x="8350367" y="5067138"/>
                    <a:ext cx="442045" cy="172812"/>
                  </a:xfrm>
                  <a:custGeom>
                    <a:avLst/>
                    <a:gdLst>
                      <a:gd name="connsiteX0" fmla="*/ 403946 w 442045"/>
                      <a:gd name="connsiteY0" fmla="*/ 38100 h 172812"/>
                      <a:gd name="connsiteX1" fmla="*/ 403946 w 442045"/>
                      <a:gd name="connsiteY1" fmla="*/ 134712 h 172812"/>
                      <a:gd name="connsiteX2" fmla="*/ 38100 w 442045"/>
                      <a:gd name="connsiteY2" fmla="*/ 134712 h 172812"/>
                      <a:gd name="connsiteX3" fmla="*/ 38100 w 442045"/>
                      <a:gd name="connsiteY3" fmla="*/ 63265 h 172812"/>
                      <a:gd name="connsiteX4" fmla="*/ 63265 w 442045"/>
                      <a:gd name="connsiteY4" fmla="*/ 38100 h 172812"/>
                      <a:gd name="connsiteX5" fmla="*/ 403946 w 442045"/>
                      <a:gd name="connsiteY5" fmla="*/ 38100 h 172812"/>
                      <a:gd name="connsiteX6" fmla="*/ 403946 w 442045"/>
                      <a:gd name="connsiteY6" fmla="*/ 0 h 172812"/>
                      <a:gd name="connsiteX7" fmla="*/ 63265 w 442045"/>
                      <a:gd name="connsiteY7" fmla="*/ 0 h 172812"/>
                      <a:gd name="connsiteX8" fmla="*/ 0 w 442045"/>
                      <a:gd name="connsiteY8" fmla="*/ 63265 h 172812"/>
                      <a:gd name="connsiteX9" fmla="*/ 0 w 442045"/>
                      <a:gd name="connsiteY9" fmla="*/ 134712 h 172812"/>
                      <a:gd name="connsiteX10" fmla="*/ 38100 w 442045"/>
                      <a:gd name="connsiteY10" fmla="*/ 172812 h 172812"/>
                      <a:gd name="connsiteX11" fmla="*/ 403946 w 442045"/>
                      <a:gd name="connsiteY11" fmla="*/ 172812 h 172812"/>
                      <a:gd name="connsiteX12" fmla="*/ 442046 w 442045"/>
                      <a:gd name="connsiteY12" fmla="*/ 134712 h 172812"/>
                      <a:gd name="connsiteX13" fmla="*/ 442046 w 442045"/>
                      <a:gd name="connsiteY13" fmla="*/ 38100 h 172812"/>
                      <a:gd name="connsiteX14" fmla="*/ 403946 w 442045"/>
                      <a:gd name="connsiteY14" fmla="*/ 0 h 172812"/>
                      <a:gd name="connsiteX15" fmla="*/ 403946 w 442045"/>
                      <a:gd name="connsiteY15" fmla="*/ 0 h 1728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442045" h="172812">
                        <a:moveTo>
                          <a:pt x="403946" y="38100"/>
                        </a:moveTo>
                        <a:lnTo>
                          <a:pt x="403946" y="134712"/>
                        </a:lnTo>
                        <a:lnTo>
                          <a:pt x="38100" y="134712"/>
                        </a:lnTo>
                        <a:lnTo>
                          <a:pt x="38100" y="63265"/>
                        </a:lnTo>
                        <a:cubicBezTo>
                          <a:pt x="38100" y="49368"/>
                          <a:pt x="49368" y="38100"/>
                          <a:pt x="63265" y="38100"/>
                        </a:cubicBezTo>
                        <a:lnTo>
                          <a:pt x="403946" y="38100"/>
                        </a:lnTo>
                        <a:moveTo>
                          <a:pt x="403946" y="0"/>
                        </a:moveTo>
                        <a:lnTo>
                          <a:pt x="63265" y="0"/>
                        </a:lnTo>
                        <a:cubicBezTo>
                          <a:pt x="28384" y="0"/>
                          <a:pt x="0" y="28385"/>
                          <a:pt x="0" y="63265"/>
                        </a:cubicBezTo>
                        <a:lnTo>
                          <a:pt x="0" y="134712"/>
                        </a:lnTo>
                        <a:cubicBezTo>
                          <a:pt x="0" y="155753"/>
                          <a:pt x="17059" y="172812"/>
                          <a:pt x="38100" y="172812"/>
                        </a:cubicBezTo>
                        <a:lnTo>
                          <a:pt x="403946" y="172812"/>
                        </a:lnTo>
                        <a:cubicBezTo>
                          <a:pt x="424986" y="172812"/>
                          <a:pt x="442046" y="155753"/>
                          <a:pt x="442046" y="134712"/>
                        </a:cubicBezTo>
                        <a:lnTo>
                          <a:pt x="442046" y="38100"/>
                        </a:lnTo>
                        <a:cubicBezTo>
                          <a:pt x="442046" y="17059"/>
                          <a:pt x="424986" y="0"/>
                          <a:pt x="403946" y="0"/>
                        </a:cubicBezTo>
                        <a:lnTo>
                          <a:pt x="403946" y="0"/>
                        </a:lnTo>
                        <a:close/>
                      </a:path>
                    </a:pathLst>
                  </a:custGeom>
                  <a:solidFill>
                    <a:srgbClr val="363D44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/>
                  </a:p>
                </p:txBody>
              </p:sp>
            </p:grpSp>
            <p:sp>
              <p:nvSpPr>
                <p:cNvPr id="50" name="フリーフォーム: 図形 49">
                  <a:extLst>
                    <a:ext uri="{FF2B5EF4-FFF2-40B4-BE49-F238E27FC236}">
                      <a16:creationId xmlns:a16="http://schemas.microsoft.com/office/drawing/2014/main" id="{DC7F5954-8F81-BB20-9919-1B5F65B08900}"/>
                    </a:ext>
                  </a:extLst>
                </p:cNvPr>
                <p:cNvSpPr/>
                <p:nvPr/>
              </p:nvSpPr>
              <p:spPr>
                <a:xfrm>
                  <a:off x="8388467" y="5184419"/>
                  <a:ext cx="365845" cy="17421"/>
                </a:xfrm>
                <a:custGeom>
                  <a:avLst/>
                  <a:gdLst>
                    <a:gd name="connsiteX0" fmla="*/ 0 w 365845"/>
                    <a:gd name="connsiteY0" fmla="*/ 0 h 17421"/>
                    <a:gd name="connsiteX1" fmla="*/ 365846 w 365845"/>
                    <a:gd name="connsiteY1" fmla="*/ 0 h 17421"/>
                    <a:gd name="connsiteX2" fmla="*/ 365846 w 365845"/>
                    <a:gd name="connsiteY2" fmla="*/ 17421 h 17421"/>
                    <a:gd name="connsiteX3" fmla="*/ 0 w 365845"/>
                    <a:gd name="connsiteY3" fmla="*/ 17421 h 17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5845" h="17421">
                      <a:moveTo>
                        <a:pt x="0" y="0"/>
                      </a:moveTo>
                      <a:lnTo>
                        <a:pt x="365846" y="0"/>
                      </a:lnTo>
                      <a:lnTo>
                        <a:pt x="365846" y="17421"/>
                      </a:lnTo>
                      <a:lnTo>
                        <a:pt x="0" y="17421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/>
                </a:p>
              </p:txBody>
            </p:sp>
          </p:grpSp>
          <p:sp>
            <p:nvSpPr>
              <p:cNvPr id="39" name="フリーフォーム: 図形 38">
                <a:extLst>
                  <a:ext uri="{FF2B5EF4-FFF2-40B4-BE49-F238E27FC236}">
                    <a16:creationId xmlns:a16="http://schemas.microsoft.com/office/drawing/2014/main" id="{CF4E89A9-D72D-87C1-AF18-EBD781FEEF16}"/>
                  </a:ext>
                </a:extLst>
              </p:cNvPr>
              <p:cNvSpPr/>
              <p:nvPr/>
            </p:nvSpPr>
            <p:spPr>
              <a:xfrm>
                <a:off x="8631226" y="4015589"/>
                <a:ext cx="11877" cy="28508"/>
              </a:xfrm>
              <a:custGeom>
                <a:avLst/>
                <a:gdLst>
                  <a:gd name="connsiteX0" fmla="*/ 11878 w 11877"/>
                  <a:gd name="connsiteY0" fmla="*/ 0 h 28508"/>
                  <a:gd name="connsiteX1" fmla="*/ 0 w 11877"/>
                  <a:gd name="connsiteY1" fmla="*/ 28508 h 28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877" h="28508">
                    <a:moveTo>
                      <a:pt x="11878" y="0"/>
                    </a:moveTo>
                    <a:lnTo>
                      <a:pt x="0" y="28508"/>
                    </a:lnTo>
                  </a:path>
                </a:pathLst>
              </a:custGeom>
              <a:ln w="952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40" name="フリーフォーム: 図形 39">
                <a:extLst>
                  <a:ext uri="{FF2B5EF4-FFF2-40B4-BE49-F238E27FC236}">
                    <a16:creationId xmlns:a16="http://schemas.microsoft.com/office/drawing/2014/main" id="{6E464C6B-B2DE-3173-459B-96D624FACE79}"/>
                  </a:ext>
                </a:extLst>
              </p:cNvPr>
              <p:cNvSpPr/>
              <p:nvPr/>
            </p:nvSpPr>
            <p:spPr>
              <a:xfrm>
                <a:off x="8653896" y="4025042"/>
                <a:ext cx="11887" cy="28508"/>
              </a:xfrm>
              <a:custGeom>
                <a:avLst/>
                <a:gdLst>
                  <a:gd name="connsiteX0" fmla="*/ 11887 w 11887"/>
                  <a:gd name="connsiteY0" fmla="*/ 0 h 28508"/>
                  <a:gd name="connsiteX1" fmla="*/ 0 w 11887"/>
                  <a:gd name="connsiteY1" fmla="*/ 28508 h 28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887" h="28508">
                    <a:moveTo>
                      <a:pt x="11887" y="0"/>
                    </a:moveTo>
                    <a:lnTo>
                      <a:pt x="0" y="28508"/>
                    </a:lnTo>
                  </a:path>
                </a:pathLst>
              </a:custGeom>
              <a:ln w="952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41" name="フリーフォーム: 図形 40">
                <a:extLst>
                  <a:ext uri="{FF2B5EF4-FFF2-40B4-BE49-F238E27FC236}">
                    <a16:creationId xmlns:a16="http://schemas.microsoft.com/office/drawing/2014/main" id="{7FC05ACA-7C2F-2076-5376-BD6AF73D8090}"/>
                  </a:ext>
                </a:extLst>
              </p:cNvPr>
              <p:cNvSpPr/>
              <p:nvPr/>
            </p:nvSpPr>
            <p:spPr>
              <a:xfrm>
                <a:off x="8676675" y="4034485"/>
                <a:ext cx="11877" cy="28508"/>
              </a:xfrm>
              <a:custGeom>
                <a:avLst/>
                <a:gdLst>
                  <a:gd name="connsiteX0" fmla="*/ 11878 w 11877"/>
                  <a:gd name="connsiteY0" fmla="*/ 0 h 28508"/>
                  <a:gd name="connsiteX1" fmla="*/ 0 w 11877"/>
                  <a:gd name="connsiteY1" fmla="*/ 28508 h 28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877" h="28508">
                    <a:moveTo>
                      <a:pt x="11878" y="0"/>
                    </a:moveTo>
                    <a:lnTo>
                      <a:pt x="0" y="28508"/>
                    </a:lnTo>
                  </a:path>
                </a:pathLst>
              </a:custGeom>
              <a:ln w="952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42" name="フリーフォーム: 図形 41">
                <a:extLst>
                  <a:ext uri="{FF2B5EF4-FFF2-40B4-BE49-F238E27FC236}">
                    <a16:creationId xmlns:a16="http://schemas.microsoft.com/office/drawing/2014/main" id="{7DAC21A5-46F6-FBAA-8329-0095A4232336}"/>
                  </a:ext>
                </a:extLst>
              </p:cNvPr>
              <p:cNvSpPr/>
              <p:nvPr/>
            </p:nvSpPr>
            <p:spPr>
              <a:xfrm>
                <a:off x="8699182" y="4043962"/>
                <a:ext cx="11877" cy="28508"/>
              </a:xfrm>
              <a:custGeom>
                <a:avLst/>
                <a:gdLst>
                  <a:gd name="connsiteX0" fmla="*/ 11878 w 11877"/>
                  <a:gd name="connsiteY0" fmla="*/ 0 h 28508"/>
                  <a:gd name="connsiteX1" fmla="*/ 0 w 11877"/>
                  <a:gd name="connsiteY1" fmla="*/ 28508 h 28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877" h="28508">
                    <a:moveTo>
                      <a:pt x="11878" y="0"/>
                    </a:moveTo>
                    <a:lnTo>
                      <a:pt x="0" y="28508"/>
                    </a:lnTo>
                  </a:path>
                </a:pathLst>
              </a:custGeom>
              <a:ln w="952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sp>
          <p:nvSpPr>
            <p:cNvPr id="37" name="フリーフォーム: 図形 36">
              <a:extLst>
                <a:ext uri="{FF2B5EF4-FFF2-40B4-BE49-F238E27FC236}">
                  <a16:creationId xmlns:a16="http://schemas.microsoft.com/office/drawing/2014/main" id="{527D1EB8-7F67-B0F7-CAF1-5FFC584FABC8}"/>
                </a:ext>
              </a:extLst>
            </p:cNvPr>
            <p:cNvSpPr/>
            <p:nvPr/>
          </p:nvSpPr>
          <p:spPr>
            <a:xfrm>
              <a:off x="11000103" y="3157966"/>
              <a:ext cx="212228" cy="87750"/>
            </a:xfrm>
            <a:custGeom>
              <a:avLst/>
              <a:gdLst>
                <a:gd name="connsiteX0" fmla="*/ 0 w 135340"/>
                <a:gd name="connsiteY0" fmla="*/ 0 h 55959"/>
                <a:gd name="connsiteX1" fmla="*/ 135341 w 135340"/>
                <a:gd name="connsiteY1" fmla="*/ 55959 h 55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5340" h="55959">
                  <a:moveTo>
                    <a:pt x="0" y="0"/>
                  </a:moveTo>
                  <a:lnTo>
                    <a:pt x="135341" y="55959"/>
                  </a:lnTo>
                </a:path>
              </a:pathLst>
            </a:custGeom>
            <a:ln w="9525" cap="rnd">
              <a:solidFill>
                <a:srgbClr val="363D4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904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4A06EC0-F62B-89FF-43C3-4A6F430ACB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5637" y="1856950"/>
            <a:ext cx="2030363" cy="15269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6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XX</a:t>
            </a:r>
            <a:endParaRPr kumimoji="1" lang="ja-JP" altLang="en-US" dirty="0"/>
          </a:p>
        </p:txBody>
      </p:sp>
      <p:sp>
        <p:nvSpPr>
          <p:cNvPr id="404" name="Google Shape;404;p38"/>
          <p:cNvSpPr/>
          <p:nvPr/>
        </p:nvSpPr>
        <p:spPr>
          <a:xfrm rot="10800000" flipH="1">
            <a:off x="0" y="-5866"/>
            <a:ext cx="3259600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405" name="Google Shape;405;p38"/>
          <p:cNvSpPr/>
          <p:nvPr/>
        </p:nvSpPr>
        <p:spPr>
          <a:xfrm rot="10800000" flipH="1">
            <a:off x="0" y="3383900"/>
            <a:ext cx="3259600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406" name="Google Shape;406;p38"/>
          <p:cNvSpPr/>
          <p:nvPr/>
        </p:nvSpPr>
        <p:spPr>
          <a:xfrm rot="10800000" flipH="1">
            <a:off x="11582400" y="-5905"/>
            <a:ext cx="609600" cy="22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411" name="Google Shape;411;p38"/>
          <p:cNvSpPr/>
          <p:nvPr/>
        </p:nvSpPr>
        <p:spPr>
          <a:xfrm rot="5400000">
            <a:off x="2160520" y="-596024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412" name="Google Shape;412;p38"/>
          <p:cNvGrpSpPr/>
          <p:nvPr/>
        </p:nvGrpSpPr>
        <p:grpSpPr>
          <a:xfrm>
            <a:off x="94200" y="1687507"/>
            <a:ext cx="487672" cy="5087073"/>
            <a:chOff x="42063" y="1209300"/>
            <a:chExt cx="374825" cy="3909925"/>
          </a:xfrm>
        </p:grpSpPr>
        <p:grpSp>
          <p:nvGrpSpPr>
            <p:cNvPr id="413" name="Google Shape;413;p38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414" name="Google Shape;41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17" name="Google Shape;417;p38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418" name="Google Shape;41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21" name="Google Shape;421;p38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422" name="Google Shape;42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25" name="Google Shape;425;p38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426" name="Google Shape;42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29" name="Google Shape;429;p38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430" name="Google Shape;43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33" name="Google Shape;433;p38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434" name="Google Shape;43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37" name="Google Shape;437;p38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438" name="Google Shape;43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41" name="Google Shape;441;p38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442" name="Google Shape;44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45" name="Google Shape;445;p38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446" name="Google Shape;44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49" name="Google Shape;449;p38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450" name="Google Shape;45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53" name="Google Shape;453;p38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454" name="Google Shape;45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57" name="Google Shape;457;p38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458" name="Google Shape;45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61" name="Google Shape;461;p38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462" name="Google Shape;46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65" name="Google Shape;465;p38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466" name="Google Shape;46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69" name="Google Shape;469;p38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470" name="Google Shape;47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73" name="Google Shape;473;p38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474" name="Google Shape;47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77" name="Google Shape;477;p38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478" name="Google Shape;47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81" name="Google Shape;481;p38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482" name="Google Shape;48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85" name="Google Shape;485;p38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486" name="Google Shape;48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89" name="Google Shape;489;p38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490" name="Google Shape;49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93" name="Google Shape;493;p38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494" name="Google Shape;49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97" name="Google Shape;497;p38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498" name="Google Shape;49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01" name="Google Shape;501;p38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502" name="Google Shape;50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05" name="Google Shape;505;p38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506" name="Google Shape;50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09" name="Google Shape;509;p38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510" name="Google Shape;51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13" name="Google Shape;513;p38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514" name="Google Shape;51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17" name="Google Shape;517;p38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518" name="Google Shape;51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21" name="Google Shape;521;p38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522" name="Google Shape;52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25" name="Google Shape;525;p38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526" name="Google Shape;52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29" name="Google Shape;529;p38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530" name="Google Shape;53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33" name="Google Shape;533;p38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534" name="Google Shape;53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37" name="Google Shape;537;p38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538" name="Google Shape;53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41" name="Google Shape;541;p38"/>
          <p:cNvGrpSpPr/>
          <p:nvPr/>
        </p:nvGrpSpPr>
        <p:grpSpPr>
          <a:xfrm rot="5400000">
            <a:off x="8453667" y="-2194526"/>
            <a:ext cx="487672" cy="5087073"/>
            <a:chOff x="42063" y="1209300"/>
            <a:chExt cx="374825" cy="3909925"/>
          </a:xfrm>
        </p:grpSpPr>
        <p:grpSp>
          <p:nvGrpSpPr>
            <p:cNvPr id="542" name="Google Shape;542;p38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543" name="Google Shape;54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46" name="Google Shape;546;p38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547" name="Google Shape;54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50" name="Google Shape;550;p38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551" name="Google Shape;55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54" name="Google Shape;554;p38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555" name="Google Shape;55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58" name="Google Shape;558;p38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559" name="Google Shape;55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62" name="Google Shape;562;p38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563" name="Google Shape;56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66" name="Google Shape;566;p38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567" name="Google Shape;56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70" name="Google Shape;570;p38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571" name="Google Shape;57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74" name="Google Shape;574;p38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575" name="Google Shape;57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78" name="Google Shape;578;p38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579" name="Google Shape;57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82" name="Google Shape;582;p38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583" name="Google Shape;58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86" name="Google Shape;586;p38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587" name="Google Shape;58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90" name="Google Shape;590;p38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591" name="Google Shape;59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94" name="Google Shape;594;p38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595" name="Google Shape;59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98" name="Google Shape;598;p38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599" name="Google Shape;59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02" name="Google Shape;602;p38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603" name="Google Shape;60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06" name="Google Shape;606;p38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607" name="Google Shape;60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10" name="Google Shape;610;p38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611" name="Google Shape;61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14" name="Google Shape;614;p38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615" name="Google Shape;61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18" name="Google Shape;618;p38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619" name="Google Shape;61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22" name="Google Shape;622;p38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623" name="Google Shape;62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26" name="Google Shape;626;p38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627" name="Google Shape;62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30" name="Google Shape;630;p38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631" name="Google Shape;63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34" name="Google Shape;634;p38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635" name="Google Shape;63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38" name="Google Shape;638;p38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639" name="Google Shape;63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42" name="Google Shape;642;p38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643" name="Google Shape;64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46" name="Google Shape;646;p38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647" name="Google Shape;64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50" name="Google Shape;650;p38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651" name="Google Shape;65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54" name="Google Shape;654;p38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655" name="Google Shape;65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58" name="Google Shape;658;p38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659" name="Google Shape;65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62" name="Google Shape;662;p38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663" name="Google Shape;66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66" name="Google Shape;666;p38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667" name="Google Shape;66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6" name="テキスト プレースホルダー 328">
            <a:extLst>
              <a:ext uri="{FF2B5EF4-FFF2-40B4-BE49-F238E27FC236}">
                <a16:creationId xmlns:a16="http://schemas.microsoft.com/office/drawing/2014/main" id="{FE293B1F-AF8A-CE1E-CFEB-CDF0FF3D02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43197" y="3222200"/>
            <a:ext cx="7948803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  <p:grpSp>
        <p:nvGrpSpPr>
          <p:cNvPr id="20" name="グラフィックス 203">
            <a:extLst>
              <a:ext uri="{FF2B5EF4-FFF2-40B4-BE49-F238E27FC236}">
                <a16:creationId xmlns:a16="http://schemas.microsoft.com/office/drawing/2014/main" id="{E04725F8-1F9C-ACC8-5E20-D0AD968C60EF}"/>
              </a:ext>
            </a:extLst>
          </p:cNvPr>
          <p:cNvGrpSpPr/>
          <p:nvPr userDrawn="1"/>
        </p:nvGrpSpPr>
        <p:grpSpPr>
          <a:xfrm>
            <a:off x="10714874" y="5141164"/>
            <a:ext cx="1172326" cy="1683303"/>
            <a:chOff x="5825598" y="4728905"/>
            <a:chExt cx="437361" cy="627992"/>
          </a:xfrm>
        </p:grpSpPr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07A7D5AF-E186-39B4-57AE-45825C8A2F7D}"/>
                </a:ext>
              </a:extLst>
            </p:cNvPr>
            <p:cNvSpPr/>
            <p:nvPr/>
          </p:nvSpPr>
          <p:spPr>
            <a:xfrm>
              <a:off x="5825598" y="5139604"/>
              <a:ext cx="437361" cy="217293"/>
            </a:xfrm>
            <a:custGeom>
              <a:avLst/>
              <a:gdLst>
                <a:gd name="connsiteX0" fmla="*/ 80797 w 437361"/>
                <a:gd name="connsiteY0" fmla="*/ 3562 h 217293"/>
                <a:gd name="connsiteX1" fmla="*/ 5607 w 437361"/>
                <a:gd name="connsiteY1" fmla="*/ 146609 h 217293"/>
                <a:gd name="connsiteX2" fmla="*/ 48307 w 437361"/>
                <a:gd name="connsiteY2" fmla="*/ 217294 h 217293"/>
                <a:gd name="connsiteX3" fmla="*/ 218681 w 437361"/>
                <a:gd name="connsiteY3" fmla="*/ 217294 h 217293"/>
                <a:gd name="connsiteX4" fmla="*/ 389054 w 437361"/>
                <a:gd name="connsiteY4" fmla="*/ 217294 h 217293"/>
                <a:gd name="connsiteX5" fmla="*/ 431755 w 437361"/>
                <a:gd name="connsiteY5" fmla="*/ 146609 h 217293"/>
                <a:gd name="connsiteX6" fmla="*/ 354698 w 437361"/>
                <a:gd name="connsiteY6" fmla="*/ 0 h 217293"/>
                <a:gd name="connsiteX7" fmla="*/ 80797 w 437361"/>
                <a:gd name="connsiteY7" fmla="*/ 3562 h 217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7361" h="217293">
                  <a:moveTo>
                    <a:pt x="80797" y="3562"/>
                  </a:moveTo>
                  <a:lnTo>
                    <a:pt x="5607" y="146609"/>
                  </a:lnTo>
                  <a:cubicBezTo>
                    <a:pt x="-11281" y="178736"/>
                    <a:pt x="12017" y="217294"/>
                    <a:pt x="48307" y="217294"/>
                  </a:cubicBezTo>
                  <a:lnTo>
                    <a:pt x="218681" y="217294"/>
                  </a:lnTo>
                  <a:lnTo>
                    <a:pt x="389054" y="217294"/>
                  </a:lnTo>
                  <a:cubicBezTo>
                    <a:pt x="425345" y="217294"/>
                    <a:pt x="448643" y="178727"/>
                    <a:pt x="431755" y="146609"/>
                  </a:cubicBezTo>
                  <a:lnTo>
                    <a:pt x="354698" y="0"/>
                  </a:lnTo>
                  <a:lnTo>
                    <a:pt x="80797" y="3562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dirty="0"/>
            </a:p>
          </p:txBody>
        </p:sp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B60EBD41-94A8-E707-12F0-0614006B211B}"/>
                </a:ext>
              </a:extLst>
            </p:cNvPr>
            <p:cNvSpPr/>
            <p:nvPr/>
          </p:nvSpPr>
          <p:spPr>
            <a:xfrm>
              <a:off x="5825598" y="4728905"/>
              <a:ext cx="437361" cy="627992"/>
            </a:xfrm>
            <a:custGeom>
              <a:avLst/>
              <a:gdLst>
                <a:gd name="connsiteX0" fmla="*/ 431755 w 437361"/>
                <a:gd name="connsiteY0" fmla="*/ 557308 h 627992"/>
                <a:gd name="connsiteX1" fmla="*/ 282032 w 437361"/>
                <a:gd name="connsiteY1" fmla="*/ 272453 h 627992"/>
                <a:gd name="connsiteX2" fmla="*/ 282032 w 437361"/>
                <a:gd name="connsiteY2" fmla="*/ 17193 h 627992"/>
                <a:gd name="connsiteX3" fmla="*/ 264839 w 437361"/>
                <a:gd name="connsiteY3" fmla="*/ 0 h 627992"/>
                <a:gd name="connsiteX4" fmla="*/ 218681 w 437361"/>
                <a:gd name="connsiteY4" fmla="*/ 0 h 627992"/>
                <a:gd name="connsiteX5" fmla="*/ 172523 w 437361"/>
                <a:gd name="connsiteY5" fmla="*/ 0 h 627992"/>
                <a:gd name="connsiteX6" fmla="*/ 155330 w 437361"/>
                <a:gd name="connsiteY6" fmla="*/ 17193 h 627992"/>
                <a:gd name="connsiteX7" fmla="*/ 155330 w 437361"/>
                <a:gd name="connsiteY7" fmla="*/ 272453 h 627992"/>
                <a:gd name="connsiteX8" fmla="*/ 5607 w 437361"/>
                <a:gd name="connsiteY8" fmla="*/ 557308 h 627992"/>
                <a:gd name="connsiteX9" fmla="*/ 48307 w 437361"/>
                <a:gd name="connsiteY9" fmla="*/ 627993 h 627992"/>
                <a:gd name="connsiteX10" fmla="*/ 218681 w 437361"/>
                <a:gd name="connsiteY10" fmla="*/ 627993 h 627992"/>
                <a:gd name="connsiteX11" fmla="*/ 389054 w 437361"/>
                <a:gd name="connsiteY11" fmla="*/ 627993 h 627992"/>
                <a:gd name="connsiteX12" fmla="*/ 431755 w 437361"/>
                <a:gd name="connsiteY12" fmla="*/ 557308 h 627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37361" h="627992">
                  <a:moveTo>
                    <a:pt x="431755" y="557308"/>
                  </a:moveTo>
                  <a:lnTo>
                    <a:pt x="282032" y="272453"/>
                  </a:lnTo>
                  <a:lnTo>
                    <a:pt x="282032" y="17193"/>
                  </a:lnTo>
                  <a:cubicBezTo>
                    <a:pt x="282032" y="7696"/>
                    <a:pt x="274335" y="0"/>
                    <a:pt x="264839" y="0"/>
                  </a:cubicBezTo>
                  <a:lnTo>
                    <a:pt x="218681" y="0"/>
                  </a:lnTo>
                  <a:lnTo>
                    <a:pt x="172523" y="0"/>
                  </a:lnTo>
                  <a:cubicBezTo>
                    <a:pt x="163026" y="0"/>
                    <a:pt x="155330" y="7696"/>
                    <a:pt x="155330" y="17193"/>
                  </a:cubicBezTo>
                  <a:lnTo>
                    <a:pt x="155330" y="272453"/>
                  </a:lnTo>
                  <a:lnTo>
                    <a:pt x="5607" y="557308"/>
                  </a:lnTo>
                  <a:cubicBezTo>
                    <a:pt x="-11281" y="589436"/>
                    <a:pt x="12017" y="627993"/>
                    <a:pt x="48307" y="627993"/>
                  </a:cubicBezTo>
                  <a:lnTo>
                    <a:pt x="218681" y="627993"/>
                  </a:lnTo>
                  <a:lnTo>
                    <a:pt x="389054" y="627993"/>
                  </a:lnTo>
                  <a:cubicBezTo>
                    <a:pt x="425345" y="627993"/>
                    <a:pt x="448643" y="589426"/>
                    <a:pt x="431755" y="557308"/>
                  </a:cubicBezTo>
                  <a:close/>
                </a:path>
              </a:pathLst>
            </a:custGeom>
            <a:noFill/>
            <a:ln w="57150" cap="flat">
              <a:solidFill>
                <a:srgbClr val="363D4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" name="フリーフォーム: 図形 22">
              <a:extLst>
                <a:ext uri="{FF2B5EF4-FFF2-40B4-BE49-F238E27FC236}">
                  <a16:creationId xmlns:a16="http://schemas.microsoft.com/office/drawing/2014/main" id="{C698E1D5-8360-DE18-4F09-8CFA30B7BA58}"/>
                </a:ext>
              </a:extLst>
            </p:cNvPr>
            <p:cNvSpPr/>
            <p:nvPr/>
          </p:nvSpPr>
          <p:spPr>
            <a:xfrm>
              <a:off x="5925512" y="5205660"/>
              <a:ext cx="50672" cy="50673"/>
            </a:xfrm>
            <a:custGeom>
              <a:avLst/>
              <a:gdLst>
                <a:gd name="connsiteX0" fmla="*/ 50673 w 50672"/>
                <a:gd name="connsiteY0" fmla="*/ 25337 h 50673"/>
                <a:gd name="connsiteX1" fmla="*/ 25336 w 50672"/>
                <a:gd name="connsiteY1" fmla="*/ 0 h 50673"/>
                <a:gd name="connsiteX2" fmla="*/ 0 w 50672"/>
                <a:gd name="connsiteY2" fmla="*/ 25337 h 50673"/>
                <a:gd name="connsiteX3" fmla="*/ 25336 w 50672"/>
                <a:gd name="connsiteY3" fmla="*/ 50673 h 50673"/>
                <a:gd name="connsiteX4" fmla="*/ 50673 w 50672"/>
                <a:gd name="connsiteY4" fmla="*/ 25337 h 50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72" h="50673">
                  <a:moveTo>
                    <a:pt x="50673" y="25337"/>
                  </a:moveTo>
                  <a:cubicBezTo>
                    <a:pt x="50673" y="11344"/>
                    <a:pt x="39329" y="0"/>
                    <a:pt x="25336" y="0"/>
                  </a:cubicBezTo>
                  <a:cubicBezTo>
                    <a:pt x="11344" y="0"/>
                    <a:pt x="0" y="11344"/>
                    <a:pt x="0" y="25337"/>
                  </a:cubicBezTo>
                  <a:cubicBezTo>
                    <a:pt x="0" y="39329"/>
                    <a:pt x="11344" y="50673"/>
                    <a:pt x="25336" y="50673"/>
                  </a:cubicBezTo>
                  <a:cubicBezTo>
                    <a:pt x="39319" y="50673"/>
                    <a:pt x="50673" y="39329"/>
                    <a:pt x="50673" y="25337"/>
                  </a:cubicBezTo>
                  <a:close/>
                </a:path>
              </a:pathLst>
            </a:custGeom>
            <a:solidFill>
              <a:schemeClr val="tx2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4" name="フリーフォーム: 図形 23">
              <a:extLst>
                <a:ext uri="{FF2B5EF4-FFF2-40B4-BE49-F238E27FC236}">
                  <a16:creationId xmlns:a16="http://schemas.microsoft.com/office/drawing/2014/main" id="{53A652A1-9CDF-C4F3-EE5F-850EDB641E17}"/>
                </a:ext>
              </a:extLst>
            </p:cNvPr>
            <p:cNvSpPr/>
            <p:nvPr/>
          </p:nvSpPr>
          <p:spPr>
            <a:xfrm>
              <a:off x="5989910" y="5256323"/>
              <a:ext cx="68627" cy="68637"/>
            </a:xfrm>
            <a:custGeom>
              <a:avLst/>
              <a:gdLst>
                <a:gd name="connsiteX0" fmla="*/ 68628 w 68627"/>
                <a:gd name="connsiteY0" fmla="*/ 34319 h 68637"/>
                <a:gd name="connsiteX1" fmla="*/ 34309 w 68627"/>
                <a:gd name="connsiteY1" fmla="*/ 0 h 68637"/>
                <a:gd name="connsiteX2" fmla="*/ 0 w 68627"/>
                <a:gd name="connsiteY2" fmla="*/ 34319 h 68637"/>
                <a:gd name="connsiteX3" fmla="*/ 34309 w 68627"/>
                <a:gd name="connsiteY3" fmla="*/ 68637 h 68637"/>
                <a:gd name="connsiteX4" fmla="*/ 68628 w 68627"/>
                <a:gd name="connsiteY4" fmla="*/ 34319 h 68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27" h="68637">
                  <a:moveTo>
                    <a:pt x="68628" y="34319"/>
                  </a:moveTo>
                  <a:cubicBezTo>
                    <a:pt x="68628" y="15364"/>
                    <a:pt x="53264" y="0"/>
                    <a:pt x="34309" y="0"/>
                  </a:cubicBezTo>
                  <a:cubicBezTo>
                    <a:pt x="15354" y="0"/>
                    <a:pt x="0" y="15364"/>
                    <a:pt x="0" y="34319"/>
                  </a:cubicBezTo>
                  <a:cubicBezTo>
                    <a:pt x="0" y="53273"/>
                    <a:pt x="15364" y="68637"/>
                    <a:pt x="34309" y="68637"/>
                  </a:cubicBezTo>
                  <a:cubicBezTo>
                    <a:pt x="53264" y="68637"/>
                    <a:pt x="68628" y="53273"/>
                    <a:pt x="68628" y="34319"/>
                  </a:cubicBezTo>
                  <a:close/>
                </a:path>
              </a:pathLst>
            </a:custGeom>
            <a:solidFill>
              <a:schemeClr val="tx2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5" name="フリーフォーム: 図形 24">
              <a:extLst>
                <a:ext uri="{FF2B5EF4-FFF2-40B4-BE49-F238E27FC236}">
                  <a16:creationId xmlns:a16="http://schemas.microsoft.com/office/drawing/2014/main" id="{39CEA95C-D6A4-4211-A611-61A5C9ADAC55}"/>
                </a:ext>
              </a:extLst>
            </p:cNvPr>
            <p:cNvSpPr/>
            <p:nvPr/>
          </p:nvSpPr>
          <p:spPr>
            <a:xfrm>
              <a:off x="6008646" y="5195354"/>
              <a:ext cx="20592" cy="20592"/>
            </a:xfrm>
            <a:custGeom>
              <a:avLst/>
              <a:gdLst>
                <a:gd name="connsiteX0" fmla="*/ 20593 w 20592"/>
                <a:gd name="connsiteY0" fmla="*/ 10296 h 20592"/>
                <a:gd name="connsiteX1" fmla="*/ 10296 w 20592"/>
                <a:gd name="connsiteY1" fmla="*/ 0 h 20592"/>
                <a:gd name="connsiteX2" fmla="*/ 0 w 20592"/>
                <a:gd name="connsiteY2" fmla="*/ 10296 h 20592"/>
                <a:gd name="connsiteX3" fmla="*/ 10296 w 20592"/>
                <a:gd name="connsiteY3" fmla="*/ 20593 h 20592"/>
                <a:gd name="connsiteX4" fmla="*/ 20593 w 20592"/>
                <a:gd name="connsiteY4" fmla="*/ 10296 h 20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92" h="20592">
                  <a:moveTo>
                    <a:pt x="20593" y="10296"/>
                  </a:moveTo>
                  <a:cubicBezTo>
                    <a:pt x="20593" y="4610"/>
                    <a:pt x="15983" y="0"/>
                    <a:pt x="10296" y="0"/>
                  </a:cubicBezTo>
                  <a:cubicBezTo>
                    <a:pt x="4610" y="0"/>
                    <a:pt x="0" y="4610"/>
                    <a:pt x="0" y="10296"/>
                  </a:cubicBezTo>
                  <a:cubicBezTo>
                    <a:pt x="0" y="15983"/>
                    <a:pt x="4610" y="20593"/>
                    <a:pt x="10296" y="20593"/>
                  </a:cubicBezTo>
                  <a:cubicBezTo>
                    <a:pt x="15983" y="20593"/>
                    <a:pt x="20593" y="15983"/>
                    <a:pt x="20593" y="10296"/>
                  </a:cubicBezTo>
                  <a:close/>
                </a:path>
              </a:pathLst>
            </a:custGeom>
            <a:solidFill>
              <a:schemeClr val="tx2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6" name="フリーフォーム: 図形 25">
              <a:extLst>
                <a:ext uri="{FF2B5EF4-FFF2-40B4-BE49-F238E27FC236}">
                  <a16:creationId xmlns:a16="http://schemas.microsoft.com/office/drawing/2014/main" id="{0D0E3D6E-505F-BE65-28CA-382B097DB4A5}"/>
                </a:ext>
              </a:extLst>
            </p:cNvPr>
            <p:cNvSpPr/>
            <p:nvPr/>
          </p:nvSpPr>
          <p:spPr>
            <a:xfrm>
              <a:off x="5924969" y="5286422"/>
              <a:ext cx="31680" cy="31680"/>
            </a:xfrm>
            <a:custGeom>
              <a:avLst/>
              <a:gdLst>
                <a:gd name="connsiteX0" fmla="*/ 31680 w 31680"/>
                <a:gd name="connsiteY0" fmla="*/ 15840 h 31680"/>
                <a:gd name="connsiteX1" fmla="*/ 15840 w 31680"/>
                <a:gd name="connsiteY1" fmla="*/ 31680 h 31680"/>
                <a:gd name="connsiteX2" fmla="*/ 0 w 31680"/>
                <a:gd name="connsiteY2" fmla="*/ 15840 h 31680"/>
                <a:gd name="connsiteX3" fmla="*/ 15840 w 31680"/>
                <a:gd name="connsiteY3" fmla="*/ 0 h 31680"/>
                <a:gd name="connsiteX4" fmla="*/ 31680 w 31680"/>
                <a:gd name="connsiteY4" fmla="*/ 15840 h 3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80" h="31680">
                  <a:moveTo>
                    <a:pt x="31680" y="15840"/>
                  </a:moveTo>
                  <a:cubicBezTo>
                    <a:pt x="31680" y="24588"/>
                    <a:pt x="24588" y="31680"/>
                    <a:pt x="15840" y="31680"/>
                  </a:cubicBezTo>
                  <a:cubicBezTo>
                    <a:pt x="7092" y="31680"/>
                    <a:pt x="0" y="24588"/>
                    <a:pt x="0" y="15840"/>
                  </a:cubicBezTo>
                  <a:cubicBezTo>
                    <a:pt x="0" y="7092"/>
                    <a:pt x="7092" y="0"/>
                    <a:pt x="15840" y="0"/>
                  </a:cubicBezTo>
                  <a:cubicBezTo>
                    <a:pt x="24588" y="0"/>
                    <a:pt x="31680" y="7092"/>
                    <a:pt x="31680" y="15840"/>
                  </a:cubicBezTo>
                  <a:close/>
                </a:path>
              </a:pathLst>
            </a:custGeom>
            <a:solidFill>
              <a:schemeClr val="tx2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dirty="0"/>
            </a:p>
          </p:txBody>
        </p:sp>
        <p:sp>
          <p:nvSpPr>
            <p:cNvPr id="27" name="フリーフォーム: 図形 26">
              <a:extLst>
                <a:ext uri="{FF2B5EF4-FFF2-40B4-BE49-F238E27FC236}">
                  <a16:creationId xmlns:a16="http://schemas.microsoft.com/office/drawing/2014/main" id="{91BF7B1A-3BC1-AB48-D4E2-973F7E414D0A}"/>
                </a:ext>
              </a:extLst>
            </p:cNvPr>
            <p:cNvSpPr/>
            <p:nvPr/>
          </p:nvSpPr>
          <p:spPr>
            <a:xfrm>
              <a:off x="5980928" y="4784378"/>
              <a:ext cx="63350" cy="9525"/>
            </a:xfrm>
            <a:custGeom>
              <a:avLst/>
              <a:gdLst>
                <a:gd name="connsiteX0" fmla="*/ 0 w 63350"/>
                <a:gd name="connsiteY0" fmla="*/ 0 h 9525"/>
                <a:gd name="connsiteX1" fmla="*/ 63351 w 6335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350" h="9525">
                  <a:moveTo>
                    <a:pt x="0" y="0"/>
                  </a:moveTo>
                  <a:lnTo>
                    <a:pt x="63351" y="0"/>
                  </a:lnTo>
                </a:path>
              </a:pathLst>
            </a:custGeom>
            <a:ln w="38100" cap="rnd">
              <a:solidFill>
                <a:srgbClr val="363D4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90568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preserve="1" userDrawn="1">
  <p:cSld name="Table of contents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"/>
          <p:cNvSpPr/>
          <p:nvPr/>
        </p:nvSpPr>
        <p:spPr>
          <a:xfrm>
            <a:off x="0" y="1604039"/>
            <a:ext cx="804800" cy="526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339" name="Google Shape;339;p37"/>
          <p:cNvSpPr/>
          <p:nvPr/>
        </p:nvSpPr>
        <p:spPr>
          <a:xfrm>
            <a:off x="0" y="-5866"/>
            <a:ext cx="804800" cy="16952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340" name="Google Shape;340;p37"/>
          <p:cNvSpPr/>
          <p:nvPr/>
        </p:nvSpPr>
        <p:spPr>
          <a:xfrm rot="16200000">
            <a:off x="10654400" y="5320400"/>
            <a:ext cx="609600" cy="2465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341" name="Google Shape;341;p37"/>
          <p:cNvSpPr/>
          <p:nvPr/>
        </p:nvSpPr>
        <p:spPr>
          <a:xfrm rot="16200000">
            <a:off x="7219467" y="4351000"/>
            <a:ext cx="609600" cy="44044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343" name="Google Shape;343;p37"/>
          <p:cNvSpPr/>
          <p:nvPr/>
        </p:nvSpPr>
        <p:spPr>
          <a:xfrm rot="5400000">
            <a:off x="1313253" y="6200977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344" name="Google Shape;344;p37"/>
          <p:cNvGrpSpPr/>
          <p:nvPr/>
        </p:nvGrpSpPr>
        <p:grpSpPr>
          <a:xfrm rot="16200000">
            <a:off x="10955820" y="731346"/>
            <a:ext cx="1694401" cy="487672"/>
            <a:chOff x="720000" y="-118744"/>
            <a:chExt cx="1270801" cy="365754"/>
          </a:xfrm>
        </p:grpSpPr>
        <p:grpSp>
          <p:nvGrpSpPr>
            <p:cNvPr id="345" name="Google Shape;345;p37"/>
            <p:cNvGrpSpPr/>
            <p:nvPr/>
          </p:nvGrpSpPr>
          <p:grpSpPr>
            <a:xfrm rot="5400000">
              <a:off x="1778358" y="34566"/>
              <a:ext cx="365754" cy="59133"/>
              <a:chOff x="35575" y="1207875"/>
              <a:chExt cx="374825" cy="60600"/>
            </a:xfrm>
          </p:grpSpPr>
          <p:sp>
            <p:nvSpPr>
              <p:cNvPr id="346" name="Google Shape;346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49" name="Google Shape;349;p37"/>
            <p:cNvGrpSpPr/>
            <p:nvPr/>
          </p:nvGrpSpPr>
          <p:grpSpPr>
            <a:xfrm rot="5400000">
              <a:off x="1657191" y="34566"/>
              <a:ext cx="365754" cy="59133"/>
              <a:chOff x="35575" y="1207875"/>
              <a:chExt cx="374825" cy="60600"/>
            </a:xfrm>
          </p:grpSpPr>
          <p:sp>
            <p:nvSpPr>
              <p:cNvPr id="350" name="Google Shape;350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53" name="Google Shape;353;p37"/>
            <p:cNvGrpSpPr/>
            <p:nvPr/>
          </p:nvGrpSpPr>
          <p:grpSpPr>
            <a:xfrm rot="5400000">
              <a:off x="1536024" y="34566"/>
              <a:ext cx="365754" cy="59133"/>
              <a:chOff x="35575" y="1207875"/>
              <a:chExt cx="374825" cy="60600"/>
            </a:xfrm>
          </p:grpSpPr>
          <p:sp>
            <p:nvSpPr>
              <p:cNvPr id="354" name="Google Shape;354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57" name="Google Shape;357;p37"/>
            <p:cNvGrpSpPr/>
            <p:nvPr/>
          </p:nvGrpSpPr>
          <p:grpSpPr>
            <a:xfrm rot="5400000">
              <a:off x="1414857" y="34566"/>
              <a:ext cx="365754" cy="59133"/>
              <a:chOff x="35575" y="1207875"/>
              <a:chExt cx="374825" cy="60600"/>
            </a:xfrm>
          </p:grpSpPr>
          <p:sp>
            <p:nvSpPr>
              <p:cNvPr id="358" name="Google Shape;358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61" name="Google Shape;361;p37"/>
            <p:cNvGrpSpPr/>
            <p:nvPr/>
          </p:nvGrpSpPr>
          <p:grpSpPr>
            <a:xfrm rot="5400000">
              <a:off x="1293690" y="34566"/>
              <a:ext cx="365754" cy="59133"/>
              <a:chOff x="35575" y="1207875"/>
              <a:chExt cx="374825" cy="60600"/>
            </a:xfrm>
          </p:grpSpPr>
          <p:sp>
            <p:nvSpPr>
              <p:cNvPr id="362" name="Google Shape;362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65" name="Google Shape;365;p37"/>
            <p:cNvGrpSpPr/>
            <p:nvPr/>
          </p:nvGrpSpPr>
          <p:grpSpPr>
            <a:xfrm rot="5400000">
              <a:off x="1172524" y="34566"/>
              <a:ext cx="365754" cy="59133"/>
              <a:chOff x="35575" y="1207875"/>
              <a:chExt cx="374825" cy="60600"/>
            </a:xfrm>
          </p:grpSpPr>
          <p:sp>
            <p:nvSpPr>
              <p:cNvPr id="366" name="Google Shape;366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69" name="Google Shape;369;p37"/>
            <p:cNvGrpSpPr/>
            <p:nvPr/>
          </p:nvGrpSpPr>
          <p:grpSpPr>
            <a:xfrm rot="5400000">
              <a:off x="1051357" y="34566"/>
              <a:ext cx="365754" cy="59133"/>
              <a:chOff x="35575" y="1207875"/>
              <a:chExt cx="374825" cy="60600"/>
            </a:xfrm>
          </p:grpSpPr>
          <p:sp>
            <p:nvSpPr>
              <p:cNvPr id="370" name="Google Shape;370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73" name="Google Shape;373;p37"/>
            <p:cNvGrpSpPr/>
            <p:nvPr/>
          </p:nvGrpSpPr>
          <p:grpSpPr>
            <a:xfrm rot="5400000">
              <a:off x="930190" y="34566"/>
              <a:ext cx="365754" cy="59133"/>
              <a:chOff x="35575" y="1207875"/>
              <a:chExt cx="374825" cy="60600"/>
            </a:xfrm>
          </p:grpSpPr>
          <p:sp>
            <p:nvSpPr>
              <p:cNvPr id="374" name="Google Shape;374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77" name="Google Shape;377;p37"/>
            <p:cNvGrpSpPr/>
            <p:nvPr/>
          </p:nvGrpSpPr>
          <p:grpSpPr>
            <a:xfrm rot="5400000">
              <a:off x="809023" y="34566"/>
              <a:ext cx="365754" cy="59133"/>
              <a:chOff x="35575" y="1207875"/>
              <a:chExt cx="374825" cy="60600"/>
            </a:xfrm>
          </p:grpSpPr>
          <p:sp>
            <p:nvSpPr>
              <p:cNvPr id="378" name="Google Shape;378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81" name="Google Shape;381;p37"/>
            <p:cNvGrpSpPr/>
            <p:nvPr/>
          </p:nvGrpSpPr>
          <p:grpSpPr>
            <a:xfrm rot="5400000">
              <a:off x="687856" y="34566"/>
              <a:ext cx="365754" cy="59133"/>
              <a:chOff x="35575" y="1207875"/>
              <a:chExt cx="374825" cy="60600"/>
            </a:xfrm>
          </p:grpSpPr>
          <p:sp>
            <p:nvSpPr>
              <p:cNvPr id="382" name="Google Shape;382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85" name="Google Shape;385;p37"/>
            <p:cNvGrpSpPr/>
            <p:nvPr/>
          </p:nvGrpSpPr>
          <p:grpSpPr>
            <a:xfrm rot="5400000">
              <a:off x="566690" y="34566"/>
              <a:ext cx="365754" cy="59133"/>
              <a:chOff x="35575" y="1207875"/>
              <a:chExt cx="374825" cy="60600"/>
            </a:xfrm>
          </p:grpSpPr>
          <p:sp>
            <p:nvSpPr>
              <p:cNvPr id="386" name="Google Shape;386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60099151-E70E-30E2-197B-E7451A3676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434282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Title and body"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9"/>
          <p:cNvSpPr/>
          <p:nvPr/>
        </p:nvSpPr>
        <p:spPr>
          <a:xfrm>
            <a:off x="9769167" y="-22233"/>
            <a:ext cx="24228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701" name="Google Shape;701;p39"/>
          <p:cNvSpPr/>
          <p:nvPr/>
        </p:nvSpPr>
        <p:spPr>
          <a:xfrm>
            <a:off x="11232000" y="5646800"/>
            <a:ext cx="960000" cy="121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702" name="Google Shape;702;p39"/>
          <p:cNvSpPr/>
          <p:nvPr/>
        </p:nvSpPr>
        <p:spPr>
          <a:xfrm>
            <a:off x="11232000" y="4447400"/>
            <a:ext cx="960000" cy="121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703" name="Google Shape;703;p39"/>
          <p:cNvSpPr/>
          <p:nvPr/>
        </p:nvSpPr>
        <p:spPr>
          <a:xfrm>
            <a:off x="0" y="167"/>
            <a:ext cx="79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704" name="Google Shape;704;p39"/>
          <p:cNvGrpSpPr/>
          <p:nvPr/>
        </p:nvGrpSpPr>
        <p:grpSpPr>
          <a:xfrm>
            <a:off x="9438702" y="719334"/>
            <a:ext cx="2640148" cy="6067247"/>
            <a:chOff x="7079026" y="539500"/>
            <a:chExt cx="1980111" cy="4550435"/>
          </a:xfrm>
        </p:grpSpPr>
        <p:grpSp>
          <p:nvGrpSpPr>
            <p:cNvPr id="705" name="Google Shape;705;p39"/>
            <p:cNvGrpSpPr/>
            <p:nvPr/>
          </p:nvGrpSpPr>
          <p:grpSpPr>
            <a:xfrm>
              <a:off x="7079026" y="4724180"/>
              <a:ext cx="1270801" cy="365754"/>
              <a:chOff x="720000" y="-118744"/>
              <a:chExt cx="1270801" cy="365754"/>
            </a:xfrm>
          </p:grpSpPr>
          <p:grpSp>
            <p:nvGrpSpPr>
              <p:cNvPr id="706" name="Google Shape;706;p39"/>
              <p:cNvGrpSpPr/>
              <p:nvPr/>
            </p:nvGrpSpPr>
            <p:grpSpPr>
              <a:xfrm rot="5400000">
                <a:off x="1778358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07" name="Google Shape;707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08" name="Google Shape;708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09" name="Google Shape;709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10" name="Google Shape;710;p39"/>
              <p:cNvGrpSpPr/>
              <p:nvPr/>
            </p:nvGrpSpPr>
            <p:grpSpPr>
              <a:xfrm rot="5400000">
                <a:off x="1657191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11" name="Google Shape;711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12" name="Google Shape;712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13" name="Google Shape;713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14" name="Google Shape;714;p39"/>
              <p:cNvGrpSpPr/>
              <p:nvPr/>
            </p:nvGrpSpPr>
            <p:grpSpPr>
              <a:xfrm rot="5400000">
                <a:off x="1536024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15" name="Google Shape;715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16" name="Google Shape;716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17" name="Google Shape;717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18" name="Google Shape;718;p39"/>
              <p:cNvGrpSpPr/>
              <p:nvPr/>
            </p:nvGrpSpPr>
            <p:grpSpPr>
              <a:xfrm rot="5400000">
                <a:off x="1414857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19" name="Google Shape;719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20" name="Google Shape;720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21" name="Google Shape;721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22" name="Google Shape;722;p39"/>
              <p:cNvGrpSpPr/>
              <p:nvPr/>
            </p:nvGrpSpPr>
            <p:grpSpPr>
              <a:xfrm rot="5400000">
                <a:off x="12936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23" name="Google Shape;723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24" name="Google Shape;724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25" name="Google Shape;725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26" name="Google Shape;726;p39"/>
              <p:cNvGrpSpPr/>
              <p:nvPr/>
            </p:nvGrpSpPr>
            <p:grpSpPr>
              <a:xfrm rot="5400000">
                <a:off x="1172524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27" name="Google Shape;727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28" name="Google Shape;728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29" name="Google Shape;729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30" name="Google Shape;730;p39"/>
              <p:cNvGrpSpPr/>
              <p:nvPr/>
            </p:nvGrpSpPr>
            <p:grpSpPr>
              <a:xfrm rot="5400000">
                <a:off x="1051357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31" name="Google Shape;731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32" name="Google Shape;732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33" name="Google Shape;733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34" name="Google Shape;734;p39"/>
              <p:cNvGrpSpPr/>
              <p:nvPr/>
            </p:nvGrpSpPr>
            <p:grpSpPr>
              <a:xfrm rot="5400000">
                <a:off x="9301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35" name="Google Shape;735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36" name="Google Shape;736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37" name="Google Shape;737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38" name="Google Shape;738;p39"/>
              <p:cNvGrpSpPr/>
              <p:nvPr/>
            </p:nvGrpSpPr>
            <p:grpSpPr>
              <a:xfrm rot="5400000">
                <a:off x="809023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39" name="Google Shape;739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40" name="Google Shape;740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41" name="Google Shape;741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42" name="Google Shape;742;p39"/>
              <p:cNvGrpSpPr/>
              <p:nvPr/>
            </p:nvGrpSpPr>
            <p:grpSpPr>
              <a:xfrm rot="5400000">
                <a:off x="687856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43" name="Google Shape;743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44" name="Google Shape;744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45" name="Google Shape;745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46" name="Google Shape;746;p39"/>
              <p:cNvGrpSpPr/>
              <p:nvPr/>
            </p:nvGrpSpPr>
            <p:grpSpPr>
              <a:xfrm rot="5400000">
                <a:off x="5666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47" name="Google Shape;747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48" name="Google Shape;748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49" name="Google Shape;749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750" name="Google Shape;750;p39"/>
            <p:cNvSpPr/>
            <p:nvPr/>
          </p:nvSpPr>
          <p:spPr>
            <a:xfrm>
              <a:off x="8523925" y="539500"/>
              <a:ext cx="535212" cy="585488"/>
            </a:xfrm>
            <a:custGeom>
              <a:avLst/>
              <a:gdLst/>
              <a:ahLst/>
              <a:cxnLst/>
              <a:rect l="l" t="t" r="r" b="b"/>
              <a:pathLst>
                <a:path w="16873" h="18458" extrusionOk="0">
                  <a:moveTo>
                    <a:pt x="14300" y="746"/>
                  </a:moveTo>
                  <a:cubicBezTo>
                    <a:pt x="15360" y="770"/>
                    <a:pt x="15872" y="2055"/>
                    <a:pt x="15122" y="2794"/>
                  </a:cubicBezTo>
                  <a:cubicBezTo>
                    <a:pt x="14878" y="3030"/>
                    <a:pt x="14583" y="3136"/>
                    <a:pt x="14295" y="3136"/>
                  </a:cubicBezTo>
                  <a:cubicBezTo>
                    <a:pt x="13682" y="3136"/>
                    <a:pt x="13098" y="2657"/>
                    <a:pt x="13098" y="1936"/>
                  </a:cubicBezTo>
                  <a:cubicBezTo>
                    <a:pt x="13098" y="1282"/>
                    <a:pt x="13645" y="746"/>
                    <a:pt x="14300" y="746"/>
                  </a:cubicBezTo>
                  <a:close/>
                  <a:moveTo>
                    <a:pt x="2586" y="761"/>
                  </a:moveTo>
                  <a:cubicBezTo>
                    <a:pt x="3199" y="761"/>
                    <a:pt x="3787" y="1236"/>
                    <a:pt x="3787" y="1948"/>
                  </a:cubicBezTo>
                  <a:cubicBezTo>
                    <a:pt x="3775" y="2615"/>
                    <a:pt x="3239" y="3139"/>
                    <a:pt x="2573" y="3139"/>
                  </a:cubicBezTo>
                  <a:cubicBezTo>
                    <a:pt x="1513" y="3127"/>
                    <a:pt x="1001" y="1841"/>
                    <a:pt x="1763" y="1103"/>
                  </a:cubicBezTo>
                  <a:cubicBezTo>
                    <a:pt x="2003" y="866"/>
                    <a:pt x="2297" y="761"/>
                    <a:pt x="2586" y="761"/>
                  </a:cubicBezTo>
                  <a:close/>
                  <a:moveTo>
                    <a:pt x="14299" y="1"/>
                  </a:moveTo>
                  <a:cubicBezTo>
                    <a:pt x="13305" y="1"/>
                    <a:pt x="12348" y="774"/>
                    <a:pt x="12348" y="1936"/>
                  </a:cubicBezTo>
                  <a:cubicBezTo>
                    <a:pt x="12360" y="3020"/>
                    <a:pt x="13229" y="3877"/>
                    <a:pt x="14300" y="3877"/>
                  </a:cubicBezTo>
                  <a:cubicBezTo>
                    <a:pt x="16027" y="3865"/>
                    <a:pt x="16872" y="1782"/>
                    <a:pt x="15646" y="567"/>
                  </a:cubicBezTo>
                  <a:cubicBezTo>
                    <a:pt x="15254" y="176"/>
                    <a:pt x="14773" y="1"/>
                    <a:pt x="14299" y="1"/>
                  </a:cubicBezTo>
                  <a:close/>
                  <a:moveTo>
                    <a:pt x="2594" y="19"/>
                  </a:moveTo>
                  <a:cubicBezTo>
                    <a:pt x="2587" y="19"/>
                    <a:pt x="2580" y="19"/>
                    <a:pt x="2573" y="19"/>
                  </a:cubicBezTo>
                  <a:cubicBezTo>
                    <a:pt x="846" y="31"/>
                    <a:pt x="1" y="2115"/>
                    <a:pt x="1227" y="3329"/>
                  </a:cubicBezTo>
                  <a:cubicBezTo>
                    <a:pt x="1621" y="3719"/>
                    <a:pt x="2102" y="3893"/>
                    <a:pt x="2574" y="3893"/>
                  </a:cubicBezTo>
                  <a:cubicBezTo>
                    <a:pt x="3575" y="3893"/>
                    <a:pt x="4533" y="3113"/>
                    <a:pt x="4525" y="1948"/>
                  </a:cubicBezTo>
                  <a:cubicBezTo>
                    <a:pt x="4525" y="884"/>
                    <a:pt x="3656" y="19"/>
                    <a:pt x="2594" y="19"/>
                  </a:cubicBezTo>
                  <a:close/>
                  <a:moveTo>
                    <a:pt x="2592" y="8040"/>
                  </a:moveTo>
                  <a:cubicBezTo>
                    <a:pt x="3202" y="8040"/>
                    <a:pt x="3787" y="8517"/>
                    <a:pt x="3787" y="9235"/>
                  </a:cubicBezTo>
                  <a:cubicBezTo>
                    <a:pt x="3775" y="9890"/>
                    <a:pt x="3239" y="10426"/>
                    <a:pt x="2573" y="10426"/>
                  </a:cubicBezTo>
                  <a:cubicBezTo>
                    <a:pt x="1513" y="10402"/>
                    <a:pt x="1001" y="9128"/>
                    <a:pt x="1763" y="8390"/>
                  </a:cubicBezTo>
                  <a:cubicBezTo>
                    <a:pt x="2005" y="8148"/>
                    <a:pt x="2301" y="8040"/>
                    <a:pt x="2592" y="8040"/>
                  </a:cubicBezTo>
                  <a:close/>
                  <a:moveTo>
                    <a:pt x="14319" y="8040"/>
                  </a:moveTo>
                  <a:cubicBezTo>
                    <a:pt x="14930" y="8040"/>
                    <a:pt x="15515" y="8517"/>
                    <a:pt x="15515" y="9235"/>
                  </a:cubicBezTo>
                  <a:cubicBezTo>
                    <a:pt x="15503" y="9890"/>
                    <a:pt x="14967" y="10426"/>
                    <a:pt x="14300" y="10426"/>
                  </a:cubicBezTo>
                  <a:cubicBezTo>
                    <a:pt x="13253" y="10402"/>
                    <a:pt x="12741" y="9128"/>
                    <a:pt x="13491" y="8390"/>
                  </a:cubicBezTo>
                  <a:cubicBezTo>
                    <a:pt x="13733" y="8148"/>
                    <a:pt x="14029" y="8040"/>
                    <a:pt x="14319" y="8040"/>
                  </a:cubicBezTo>
                  <a:close/>
                  <a:moveTo>
                    <a:pt x="2573" y="7294"/>
                  </a:moveTo>
                  <a:cubicBezTo>
                    <a:pt x="858" y="7318"/>
                    <a:pt x="25" y="9390"/>
                    <a:pt x="1239" y="10592"/>
                  </a:cubicBezTo>
                  <a:cubicBezTo>
                    <a:pt x="1631" y="10980"/>
                    <a:pt x="2111" y="11154"/>
                    <a:pt x="2581" y="11154"/>
                  </a:cubicBezTo>
                  <a:cubicBezTo>
                    <a:pt x="3569" y="11154"/>
                    <a:pt x="4517" y="10388"/>
                    <a:pt x="4525" y="9235"/>
                  </a:cubicBezTo>
                  <a:cubicBezTo>
                    <a:pt x="4525" y="8163"/>
                    <a:pt x="3644" y="7294"/>
                    <a:pt x="2573" y="7294"/>
                  </a:cubicBezTo>
                  <a:close/>
                  <a:moveTo>
                    <a:pt x="14300" y="7294"/>
                  </a:moveTo>
                  <a:cubicBezTo>
                    <a:pt x="12598" y="7318"/>
                    <a:pt x="11764" y="9390"/>
                    <a:pt x="12979" y="10592"/>
                  </a:cubicBezTo>
                  <a:cubicBezTo>
                    <a:pt x="13370" y="10980"/>
                    <a:pt x="13850" y="11154"/>
                    <a:pt x="14320" y="11154"/>
                  </a:cubicBezTo>
                  <a:cubicBezTo>
                    <a:pt x="15308" y="11154"/>
                    <a:pt x="16253" y="10388"/>
                    <a:pt x="16253" y="9235"/>
                  </a:cubicBezTo>
                  <a:cubicBezTo>
                    <a:pt x="16253" y="8163"/>
                    <a:pt x="15384" y="7294"/>
                    <a:pt x="14300" y="7294"/>
                  </a:cubicBezTo>
                  <a:close/>
                  <a:moveTo>
                    <a:pt x="2585" y="15322"/>
                  </a:moveTo>
                  <a:cubicBezTo>
                    <a:pt x="3198" y="15322"/>
                    <a:pt x="3787" y="15801"/>
                    <a:pt x="3787" y="16522"/>
                  </a:cubicBezTo>
                  <a:cubicBezTo>
                    <a:pt x="3775" y="17176"/>
                    <a:pt x="3227" y="17700"/>
                    <a:pt x="2573" y="17700"/>
                  </a:cubicBezTo>
                  <a:lnTo>
                    <a:pt x="2573" y="17712"/>
                  </a:lnTo>
                  <a:cubicBezTo>
                    <a:pt x="1513" y="17688"/>
                    <a:pt x="1001" y="16402"/>
                    <a:pt x="1763" y="15664"/>
                  </a:cubicBezTo>
                  <a:cubicBezTo>
                    <a:pt x="2003" y="15428"/>
                    <a:pt x="2296" y="15322"/>
                    <a:pt x="2585" y="15322"/>
                  </a:cubicBezTo>
                  <a:close/>
                  <a:moveTo>
                    <a:pt x="14312" y="15322"/>
                  </a:moveTo>
                  <a:cubicBezTo>
                    <a:pt x="14925" y="15322"/>
                    <a:pt x="15515" y="15801"/>
                    <a:pt x="15515" y="16522"/>
                  </a:cubicBezTo>
                  <a:cubicBezTo>
                    <a:pt x="15503" y="17176"/>
                    <a:pt x="14967" y="17700"/>
                    <a:pt x="14300" y="17700"/>
                  </a:cubicBezTo>
                  <a:lnTo>
                    <a:pt x="14300" y="17712"/>
                  </a:lnTo>
                  <a:cubicBezTo>
                    <a:pt x="13253" y="17688"/>
                    <a:pt x="12741" y="16402"/>
                    <a:pt x="13491" y="15664"/>
                  </a:cubicBezTo>
                  <a:cubicBezTo>
                    <a:pt x="13731" y="15428"/>
                    <a:pt x="14024" y="15322"/>
                    <a:pt x="14312" y="15322"/>
                  </a:cubicBezTo>
                  <a:close/>
                  <a:moveTo>
                    <a:pt x="14322" y="14581"/>
                  </a:moveTo>
                  <a:cubicBezTo>
                    <a:pt x="14315" y="14581"/>
                    <a:pt x="14308" y="14581"/>
                    <a:pt x="14300" y="14581"/>
                  </a:cubicBezTo>
                  <a:cubicBezTo>
                    <a:pt x="12586" y="14593"/>
                    <a:pt x="11729" y="16676"/>
                    <a:pt x="12955" y="17891"/>
                  </a:cubicBezTo>
                  <a:cubicBezTo>
                    <a:pt x="13348" y="18280"/>
                    <a:pt x="13830" y="18454"/>
                    <a:pt x="14302" y="18454"/>
                  </a:cubicBezTo>
                  <a:cubicBezTo>
                    <a:pt x="15302" y="18454"/>
                    <a:pt x="16261" y="17674"/>
                    <a:pt x="16253" y="16510"/>
                  </a:cubicBezTo>
                  <a:cubicBezTo>
                    <a:pt x="16241" y="15445"/>
                    <a:pt x="15384" y="14581"/>
                    <a:pt x="14322" y="14581"/>
                  </a:cubicBezTo>
                  <a:close/>
                  <a:moveTo>
                    <a:pt x="2594" y="14581"/>
                  </a:moveTo>
                  <a:cubicBezTo>
                    <a:pt x="2587" y="14581"/>
                    <a:pt x="2580" y="14581"/>
                    <a:pt x="2573" y="14581"/>
                  </a:cubicBezTo>
                  <a:cubicBezTo>
                    <a:pt x="858" y="14593"/>
                    <a:pt x="13" y="16676"/>
                    <a:pt x="1227" y="17891"/>
                  </a:cubicBezTo>
                  <a:cubicBezTo>
                    <a:pt x="1622" y="18282"/>
                    <a:pt x="2106" y="18457"/>
                    <a:pt x="2579" y="18457"/>
                  </a:cubicBezTo>
                  <a:cubicBezTo>
                    <a:pt x="3574" y="18457"/>
                    <a:pt x="4525" y="17683"/>
                    <a:pt x="4525" y="16522"/>
                  </a:cubicBezTo>
                  <a:cubicBezTo>
                    <a:pt x="4525" y="15445"/>
                    <a:pt x="3656" y="14581"/>
                    <a:pt x="2594" y="145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</p:grpSp>
      <p:grpSp>
        <p:nvGrpSpPr>
          <p:cNvPr id="753" name="Google Shape;753;p39"/>
          <p:cNvGrpSpPr/>
          <p:nvPr/>
        </p:nvGrpSpPr>
        <p:grpSpPr>
          <a:xfrm>
            <a:off x="30098" y="4158972"/>
            <a:ext cx="797098" cy="2699045"/>
            <a:chOff x="6444250" y="1082400"/>
            <a:chExt cx="655150" cy="2218150"/>
          </a:xfrm>
        </p:grpSpPr>
        <p:sp>
          <p:nvSpPr>
            <p:cNvPr id="754" name="Google Shape;754;p39"/>
            <p:cNvSpPr/>
            <p:nvPr/>
          </p:nvSpPr>
          <p:spPr>
            <a:xfrm>
              <a:off x="6444250" y="1202350"/>
              <a:ext cx="655150" cy="2098200"/>
            </a:xfrm>
            <a:custGeom>
              <a:avLst/>
              <a:gdLst/>
              <a:ahLst/>
              <a:cxnLst/>
              <a:rect l="l" t="t" r="r" b="b"/>
              <a:pathLst>
                <a:path w="26206" h="83928" extrusionOk="0">
                  <a:moveTo>
                    <a:pt x="14776" y="1144"/>
                  </a:moveTo>
                  <a:cubicBezTo>
                    <a:pt x="15038" y="1144"/>
                    <a:pt x="15145" y="1180"/>
                    <a:pt x="15145" y="1489"/>
                  </a:cubicBezTo>
                  <a:cubicBezTo>
                    <a:pt x="15133" y="8943"/>
                    <a:pt x="15145" y="16408"/>
                    <a:pt x="15133" y="23861"/>
                  </a:cubicBezTo>
                  <a:cubicBezTo>
                    <a:pt x="14879" y="23861"/>
                    <a:pt x="13260" y="23866"/>
                    <a:pt x="12152" y="23866"/>
                  </a:cubicBezTo>
                  <a:cubicBezTo>
                    <a:pt x="11598" y="23866"/>
                    <a:pt x="11172" y="23865"/>
                    <a:pt x="11109" y="23861"/>
                  </a:cubicBezTo>
                  <a:lnTo>
                    <a:pt x="11109" y="23230"/>
                  </a:lnTo>
                  <a:lnTo>
                    <a:pt x="11109" y="3847"/>
                  </a:lnTo>
                  <a:cubicBezTo>
                    <a:pt x="11109" y="3370"/>
                    <a:pt x="11097" y="1775"/>
                    <a:pt x="11097" y="1561"/>
                  </a:cubicBezTo>
                  <a:cubicBezTo>
                    <a:pt x="11097" y="1180"/>
                    <a:pt x="11252" y="1144"/>
                    <a:pt x="11573" y="1144"/>
                  </a:cubicBezTo>
                  <a:cubicBezTo>
                    <a:pt x="12103" y="1150"/>
                    <a:pt x="12636" y="1153"/>
                    <a:pt x="13170" y="1153"/>
                  </a:cubicBezTo>
                  <a:cubicBezTo>
                    <a:pt x="13704" y="1153"/>
                    <a:pt x="14240" y="1150"/>
                    <a:pt x="14776" y="1144"/>
                  </a:cubicBezTo>
                  <a:close/>
                  <a:moveTo>
                    <a:pt x="20467" y="67307"/>
                  </a:moveTo>
                  <a:lnTo>
                    <a:pt x="20467" y="67307"/>
                  </a:lnTo>
                  <a:cubicBezTo>
                    <a:pt x="20455" y="67807"/>
                    <a:pt x="20467" y="68271"/>
                    <a:pt x="20467" y="68712"/>
                  </a:cubicBezTo>
                  <a:cubicBezTo>
                    <a:pt x="20467" y="68839"/>
                    <a:pt x="20383" y="68860"/>
                    <a:pt x="20291" y="68860"/>
                  </a:cubicBezTo>
                  <a:cubicBezTo>
                    <a:pt x="20245" y="68860"/>
                    <a:pt x="20197" y="68855"/>
                    <a:pt x="20158" y="68855"/>
                  </a:cubicBezTo>
                  <a:lnTo>
                    <a:pt x="18336" y="68855"/>
                  </a:lnTo>
                  <a:cubicBezTo>
                    <a:pt x="19027" y="68366"/>
                    <a:pt x="19800" y="67878"/>
                    <a:pt x="20467" y="67307"/>
                  </a:cubicBezTo>
                  <a:close/>
                  <a:moveTo>
                    <a:pt x="5787" y="67295"/>
                  </a:moveTo>
                  <a:cubicBezTo>
                    <a:pt x="6537" y="67914"/>
                    <a:pt x="7204" y="68366"/>
                    <a:pt x="7930" y="68855"/>
                  </a:cubicBezTo>
                  <a:cubicBezTo>
                    <a:pt x="7602" y="68861"/>
                    <a:pt x="7275" y="68864"/>
                    <a:pt x="6946" y="68864"/>
                  </a:cubicBezTo>
                  <a:cubicBezTo>
                    <a:pt x="6617" y="68864"/>
                    <a:pt x="6287" y="68861"/>
                    <a:pt x="5953" y="68855"/>
                  </a:cubicBezTo>
                  <a:cubicBezTo>
                    <a:pt x="5751" y="68855"/>
                    <a:pt x="5787" y="68700"/>
                    <a:pt x="5787" y="68557"/>
                  </a:cubicBezTo>
                  <a:lnTo>
                    <a:pt x="5787" y="67295"/>
                  </a:lnTo>
                  <a:close/>
                  <a:moveTo>
                    <a:pt x="11073" y="1"/>
                  </a:moveTo>
                  <a:cubicBezTo>
                    <a:pt x="10013" y="1"/>
                    <a:pt x="9966" y="49"/>
                    <a:pt x="9966" y="1096"/>
                  </a:cubicBezTo>
                  <a:lnTo>
                    <a:pt x="9966" y="47459"/>
                  </a:lnTo>
                  <a:cubicBezTo>
                    <a:pt x="9966" y="47852"/>
                    <a:pt x="9930" y="48090"/>
                    <a:pt x="9478" y="48245"/>
                  </a:cubicBezTo>
                  <a:cubicBezTo>
                    <a:pt x="2917" y="50519"/>
                    <a:pt x="0" y="58008"/>
                    <a:pt x="3275" y="64152"/>
                  </a:cubicBezTo>
                  <a:cubicBezTo>
                    <a:pt x="3346" y="64283"/>
                    <a:pt x="3536" y="64604"/>
                    <a:pt x="3536" y="64604"/>
                  </a:cubicBezTo>
                  <a:cubicBezTo>
                    <a:pt x="3322" y="64604"/>
                    <a:pt x="3050" y="64588"/>
                    <a:pt x="2797" y="64588"/>
                  </a:cubicBezTo>
                  <a:cubicBezTo>
                    <a:pt x="2670" y="64588"/>
                    <a:pt x="2548" y="64592"/>
                    <a:pt x="2441" y="64604"/>
                  </a:cubicBezTo>
                  <a:cubicBezTo>
                    <a:pt x="1965" y="64616"/>
                    <a:pt x="1572" y="65009"/>
                    <a:pt x="1560" y="65497"/>
                  </a:cubicBezTo>
                  <a:cubicBezTo>
                    <a:pt x="1512" y="65973"/>
                    <a:pt x="1858" y="66414"/>
                    <a:pt x="2334" y="66473"/>
                  </a:cubicBezTo>
                  <a:cubicBezTo>
                    <a:pt x="2501" y="66497"/>
                    <a:pt x="2673" y="66500"/>
                    <a:pt x="2846" y="66500"/>
                  </a:cubicBezTo>
                  <a:cubicBezTo>
                    <a:pt x="2903" y="66500"/>
                    <a:pt x="2961" y="66500"/>
                    <a:pt x="3018" y="66500"/>
                  </a:cubicBezTo>
                  <a:cubicBezTo>
                    <a:pt x="3133" y="66500"/>
                    <a:pt x="3247" y="66501"/>
                    <a:pt x="3358" y="66509"/>
                  </a:cubicBezTo>
                  <a:cubicBezTo>
                    <a:pt x="3929" y="66545"/>
                    <a:pt x="3917" y="66628"/>
                    <a:pt x="3917" y="67081"/>
                  </a:cubicBezTo>
                  <a:cubicBezTo>
                    <a:pt x="3846" y="70236"/>
                    <a:pt x="3739" y="73391"/>
                    <a:pt x="3310" y="76534"/>
                  </a:cubicBezTo>
                  <a:cubicBezTo>
                    <a:pt x="2965" y="79058"/>
                    <a:pt x="2465" y="81547"/>
                    <a:pt x="1501" y="83928"/>
                  </a:cubicBezTo>
                  <a:lnTo>
                    <a:pt x="3560" y="83928"/>
                  </a:lnTo>
                  <a:cubicBezTo>
                    <a:pt x="3917" y="83714"/>
                    <a:pt x="3953" y="83333"/>
                    <a:pt x="4060" y="82987"/>
                  </a:cubicBezTo>
                  <a:cubicBezTo>
                    <a:pt x="5251" y="79142"/>
                    <a:pt x="5644" y="75189"/>
                    <a:pt x="5894" y="71200"/>
                  </a:cubicBezTo>
                  <a:cubicBezTo>
                    <a:pt x="5962" y="70198"/>
                    <a:pt x="5878" y="70176"/>
                    <a:pt x="6829" y="70176"/>
                  </a:cubicBezTo>
                  <a:cubicBezTo>
                    <a:pt x="6872" y="70176"/>
                    <a:pt x="6918" y="70176"/>
                    <a:pt x="6965" y="70176"/>
                  </a:cubicBezTo>
                  <a:lnTo>
                    <a:pt x="7251" y="70176"/>
                  </a:lnTo>
                  <a:cubicBezTo>
                    <a:pt x="8889" y="70186"/>
                    <a:pt x="10526" y="70203"/>
                    <a:pt x="12164" y="70203"/>
                  </a:cubicBezTo>
                  <a:cubicBezTo>
                    <a:pt x="12550" y="70203"/>
                    <a:pt x="12937" y="70202"/>
                    <a:pt x="13323" y="70200"/>
                  </a:cubicBezTo>
                  <a:cubicBezTo>
                    <a:pt x="15478" y="70188"/>
                    <a:pt x="17645" y="70200"/>
                    <a:pt x="19800" y="70176"/>
                  </a:cubicBezTo>
                  <a:cubicBezTo>
                    <a:pt x="20181" y="70176"/>
                    <a:pt x="20336" y="70331"/>
                    <a:pt x="20360" y="70724"/>
                  </a:cubicBezTo>
                  <a:cubicBezTo>
                    <a:pt x="20443" y="72212"/>
                    <a:pt x="20539" y="73700"/>
                    <a:pt x="20705" y="75189"/>
                  </a:cubicBezTo>
                  <a:cubicBezTo>
                    <a:pt x="21003" y="77891"/>
                    <a:pt x="21443" y="80582"/>
                    <a:pt x="22301" y="83178"/>
                  </a:cubicBezTo>
                  <a:cubicBezTo>
                    <a:pt x="22384" y="83452"/>
                    <a:pt x="22467" y="83737"/>
                    <a:pt x="22706" y="83928"/>
                  </a:cubicBezTo>
                  <a:lnTo>
                    <a:pt x="24777" y="83928"/>
                  </a:lnTo>
                  <a:cubicBezTo>
                    <a:pt x="24658" y="83630"/>
                    <a:pt x="24539" y="83321"/>
                    <a:pt x="24432" y="83011"/>
                  </a:cubicBezTo>
                  <a:cubicBezTo>
                    <a:pt x="22694" y="77760"/>
                    <a:pt x="22432" y="72319"/>
                    <a:pt x="22360" y="66854"/>
                  </a:cubicBezTo>
                  <a:cubicBezTo>
                    <a:pt x="22360" y="66533"/>
                    <a:pt x="22491" y="66497"/>
                    <a:pt x="22741" y="66497"/>
                  </a:cubicBezTo>
                  <a:cubicBezTo>
                    <a:pt x="23057" y="66504"/>
                    <a:pt x="23378" y="66511"/>
                    <a:pt x="23697" y="66511"/>
                  </a:cubicBezTo>
                  <a:cubicBezTo>
                    <a:pt x="23931" y="66511"/>
                    <a:pt x="24165" y="66507"/>
                    <a:pt x="24396" y="66497"/>
                  </a:cubicBezTo>
                  <a:cubicBezTo>
                    <a:pt x="25015" y="66473"/>
                    <a:pt x="25420" y="66080"/>
                    <a:pt x="25420" y="65557"/>
                  </a:cubicBezTo>
                  <a:cubicBezTo>
                    <a:pt x="25420" y="65021"/>
                    <a:pt x="24992" y="64604"/>
                    <a:pt x="24361" y="64592"/>
                  </a:cubicBezTo>
                  <a:cubicBezTo>
                    <a:pt x="24190" y="64588"/>
                    <a:pt x="24021" y="64587"/>
                    <a:pt x="23849" y="64587"/>
                  </a:cubicBezTo>
                  <a:cubicBezTo>
                    <a:pt x="23505" y="64587"/>
                    <a:pt x="23150" y="64592"/>
                    <a:pt x="22753" y="64592"/>
                  </a:cubicBezTo>
                  <a:cubicBezTo>
                    <a:pt x="22872" y="64390"/>
                    <a:pt x="22944" y="64259"/>
                    <a:pt x="23015" y="64128"/>
                  </a:cubicBezTo>
                  <a:cubicBezTo>
                    <a:pt x="26206" y="58091"/>
                    <a:pt x="23408" y="50674"/>
                    <a:pt x="17014" y="48328"/>
                  </a:cubicBezTo>
                  <a:cubicBezTo>
                    <a:pt x="16419" y="48114"/>
                    <a:pt x="16276" y="47852"/>
                    <a:pt x="16276" y="47245"/>
                  </a:cubicBezTo>
                  <a:cubicBezTo>
                    <a:pt x="16300" y="31814"/>
                    <a:pt x="16300" y="16372"/>
                    <a:pt x="16288" y="942"/>
                  </a:cubicBezTo>
                  <a:cubicBezTo>
                    <a:pt x="16288" y="108"/>
                    <a:pt x="16193" y="1"/>
                    <a:pt x="153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55" name="Google Shape;755;p39"/>
            <p:cNvSpPr/>
            <p:nvPr/>
          </p:nvSpPr>
          <p:spPr>
            <a:xfrm>
              <a:off x="6647250" y="3187200"/>
              <a:ext cx="250350" cy="113075"/>
            </a:xfrm>
            <a:custGeom>
              <a:avLst/>
              <a:gdLst/>
              <a:ahLst/>
              <a:cxnLst/>
              <a:rect l="l" t="t" r="r" b="b"/>
              <a:pathLst>
                <a:path w="10014" h="4523" extrusionOk="0">
                  <a:moveTo>
                    <a:pt x="4898" y="1"/>
                  </a:moveTo>
                  <a:cubicBezTo>
                    <a:pt x="4239" y="1"/>
                    <a:pt x="3578" y="4"/>
                    <a:pt x="2917" y="10"/>
                  </a:cubicBezTo>
                  <a:cubicBezTo>
                    <a:pt x="2465" y="21"/>
                    <a:pt x="2227" y="295"/>
                    <a:pt x="2191" y="736"/>
                  </a:cubicBezTo>
                  <a:cubicBezTo>
                    <a:pt x="2167" y="1057"/>
                    <a:pt x="2358" y="1462"/>
                    <a:pt x="2120" y="1676"/>
                  </a:cubicBezTo>
                  <a:cubicBezTo>
                    <a:pt x="2018" y="1759"/>
                    <a:pt x="1888" y="1782"/>
                    <a:pt x="1747" y="1782"/>
                  </a:cubicBezTo>
                  <a:cubicBezTo>
                    <a:pt x="1569" y="1782"/>
                    <a:pt x="1374" y="1745"/>
                    <a:pt x="1196" y="1745"/>
                  </a:cubicBezTo>
                  <a:cubicBezTo>
                    <a:pt x="1170" y="1745"/>
                    <a:pt x="1145" y="1746"/>
                    <a:pt x="1120" y="1748"/>
                  </a:cubicBezTo>
                  <a:lnTo>
                    <a:pt x="834" y="1748"/>
                  </a:lnTo>
                  <a:cubicBezTo>
                    <a:pt x="286" y="1772"/>
                    <a:pt x="36" y="2010"/>
                    <a:pt x="24" y="2557"/>
                  </a:cubicBezTo>
                  <a:cubicBezTo>
                    <a:pt x="0" y="3212"/>
                    <a:pt x="24" y="3867"/>
                    <a:pt x="24" y="4522"/>
                  </a:cubicBezTo>
                  <a:lnTo>
                    <a:pt x="10002" y="4522"/>
                  </a:lnTo>
                  <a:cubicBezTo>
                    <a:pt x="10002" y="4093"/>
                    <a:pt x="10014" y="3677"/>
                    <a:pt x="10014" y="3248"/>
                  </a:cubicBezTo>
                  <a:cubicBezTo>
                    <a:pt x="10014" y="1760"/>
                    <a:pt x="10002" y="1748"/>
                    <a:pt x="8513" y="1748"/>
                  </a:cubicBezTo>
                  <a:cubicBezTo>
                    <a:pt x="7656" y="1748"/>
                    <a:pt x="7644" y="1748"/>
                    <a:pt x="7632" y="879"/>
                  </a:cubicBezTo>
                  <a:cubicBezTo>
                    <a:pt x="7620" y="367"/>
                    <a:pt x="7430" y="10"/>
                    <a:pt x="6870" y="10"/>
                  </a:cubicBezTo>
                  <a:cubicBezTo>
                    <a:pt x="6215" y="4"/>
                    <a:pt x="5558" y="1"/>
                    <a:pt x="4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56" name="Google Shape;756;p39"/>
            <p:cNvSpPr/>
            <p:nvPr/>
          </p:nvSpPr>
          <p:spPr>
            <a:xfrm>
              <a:off x="6693400" y="1082400"/>
              <a:ext cx="158650" cy="103925"/>
            </a:xfrm>
            <a:custGeom>
              <a:avLst/>
              <a:gdLst/>
              <a:ahLst/>
              <a:cxnLst/>
              <a:rect l="l" t="t" r="r" b="b"/>
              <a:pathLst>
                <a:path w="6346" h="4157" extrusionOk="0">
                  <a:moveTo>
                    <a:pt x="1036" y="1"/>
                  </a:moveTo>
                  <a:cubicBezTo>
                    <a:pt x="357" y="1"/>
                    <a:pt x="36" y="322"/>
                    <a:pt x="24" y="1025"/>
                  </a:cubicBezTo>
                  <a:cubicBezTo>
                    <a:pt x="12" y="1906"/>
                    <a:pt x="36" y="2787"/>
                    <a:pt x="12" y="3668"/>
                  </a:cubicBezTo>
                  <a:cubicBezTo>
                    <a:pt x="0" y="4022"/>
                    <a:pt x="87" y="4157"/>
                    <a:pt x="431" y="4157"/>
                  </a:cubicBezTo>
                  <a:cubicBezTo>
                    <a:pt x="445" y="4157"/>
                    <a:pt x="460" y="4156"/>
                    <a:pt x="476" y="4156"/>
                  </a:cubicBezTo>
                  <a:cubicBezTo>
                    <a:pt x="864" y="4141"/>
                    <a:pt x="1252" y="4136"/>
                    <a:pt x="1639" y="4136"/>
                  </a:cubicBezTo>
                  <a:cubicBezTo>
                    <a:pt x="2154" y="4136"/>
                    <a:pt x="2669" y="4144"/>
                    <a:pt x="3179" y="4144"/>
                  </a:cubicBezTo>
                  <a:cubicBezTo>
                    <a:pt x="3798" y="4144"/>
                    <a:pt x="4422" y="4139"/>
                    <a:pt x="5045" y="4139"/>
                  </a:cubicBezTo>
                  <a:cubicBezTo>
                    <a:pt x="5356" y="4139"/>
                    <a:pt x="5667" y="4140"/>
                    <a:pt x="5977" y="4144"/>
                  </a:cubicBezTo>
                  <a:cubicBezTo>
                    <a:pt x="5993" y="4145"/>
                    <a:pt x="6009" y="4145"/>
                    <a:pt x="6025" y="4145"/>
                  </a:cubicBezTo>
                  <a:cubicBezTo>
                    <a:pt x="6260" y="4145"/>
                    <a:pt x="6334" y="4056"/>
                    <a:pt x="6334" y="3799"/>
                  </a:cubicBezTo>
                  <a:cubicBezTo>
                    <a:pt x="6334" y="2858"/>
                    <a:pt x="6346" y="1918"/>
                    <a:pt x="6334" y="977"/>
                  </a:cubicBezTo>
                  <a:cubicBezTo>
                    <a:pt x="6322" y="298"/>
                    <a:pt x="6001" y="1"/>
                    <a:pt x="533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57" name="Google Shape;757;p39"/>
            <p:cNvSpPr/>
            <p:nvPr/>
          </p:nvSpPr>
          <p:spPr>
            <a:xfrm>
              <a:off x="6471625" y="1794100"/>
              <a:ext cx="601900" cy="1023075"/>
            </a:xfrm>
            <a:custGeom>
              <a:avLst/>
              <a:gdLst/>
              <a:ahLst/>
              <a:cxnLst/>
              <a:rect l="l" t="t" r="r" b="b"/>
              <a:pathLst>
                <a:path w="24076" h="40923" extrusionOk="0">
                  <a:moveTo>
                    <a:pt x="10026" y="1"/>
                  </a:moveTo>
                  <a:lnTo>
                    <a:pt x="10026" y="24158"/>
                  </a:lnTo>
                  <a:cubicBezTo>
                    <a:pt x="10026" y="25015"/>
                    <a:pt x="10014" y="25039"/>
                    <a:pt x="9192" y="25277"/>
                  </a:cubicBezTo>
                  <a:cubicBezTo>
                    <a:pt x="2858" y="27171"/>
                    <a:pt x="1" y="34731"/>
                    <a:pt x="3477" y="40422"/>
                  </a:cubicBezTo>
                  <a:cubicBezTo>
                    <a:pt x="3692" y="40779"/>
                    <a:pt x="3918" y="40922"/>
                    <a:pt x="4335" y="40922"/>
                  </a:cubicBezTo>
                  <a:cubicBezTo>
                    <a:pt x="6906" y="40916"/>
                    <a:pt x="9475" y="40913"/>
                    <a:pt x="12044" y="40913"/>
                  </a:cubicBezTo>
                  <a:cubicBezTo>
                    <a:pt x="14613" y="40913"/>
                    <a:pt x="17181" y="40916"/>
                    <a:pt x="19753" y="40922"/>
                  </a:cubicBezTo>
                  <a:cubicBezTo>
                    <a:pt x="20170" y="40922"/>
                    <a:pt x="20396" y="40779"/>
                    <a:pt x="20610" y="40422"/>
                  </a:cubicBezTo>
                  <a:cubicBezTo>
                    <a:pt x="24075" y="34731"/>
                    <a:pt x="21218" y="27171"/>
                    <a:pt x="14884" y="25277"/>
                  </a:cubicBezTo>
                  <a:cubicBezTo>
                    <a:pt x="14074" y="25039"/>
                    <a:pt x="14050" y="25004"/>
                    <a:pt x="14050" y="24158"/>
                  </a:cubicBezTo>
                  <a:lnTo>
                    <a:pt x="140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58" name="Google Shape;758;p39"/>
            <p:cNvSpPr/>
            <p:nvPr/>
          </p:nvSpPr>
          <p:spPr>
            <a:xfrm>
              <a:off x="6612725" y="2865650"/>
              <a:ext cx="318500" cy="58000"/>
            </a:xfrm>
            <a:custGeom>
              <a:avLst/>
              <a:gdLst/>
              <a:ahLst/>
              <a:cxnLst/>
              <a:rect l="l" t="t" r="r" b="b"/>
              <a:pathLst>
                <a:path w="12740" h="2320" extrusionOk="0">
                  <a:moveTo>
                    <a:pt x="0" y="1"/>
                  </a:moveTo>
                  <a:cubicBezTo>
                    <a:pt x="1801" y="1581"/>
                    <a:pt x="4124" y="2320"/>
                    <a:pt x="6399" y="2320"/>
                  </a:cubicBezTo>
                  <a:cubicBezTo>
                    <a:pt x="8785" y="2320"/>
                    <a:pt x="11118" y="1507"/>
                    <a:pt x="127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59" name="Google Shape;759;p39"/>
            <p:cNvSpPr/>
            <p:nvPr/>
          </p:nvSpPr>
          <p:spPr>
            <a:xfrm>
              <a:off x="6736250" y="3065100"/>
              <a:ext cx="67300" cy="115325"/>
            </a:xfrm>
            <a:custGeom>
              <a:avLst/>
              <a:gdLst/>
              <a:ahLst/>
              <a:cxnLst/>
              <a:rect l="l" t="t" r="r" b="b"/>
              <a:pathLst>
                <a:path w="2692" h="4613" extrusionOk="0">
                  <a:moveTo>
                    <a:pt x="1346" y="0"/>
                  </a:moveTo>
                  <a:cubicBezTo>
                    <a:pt x="905" y="1131"/>
                    <a:pt x="489" y="2107"/>
                    <a:pt x="167" y="3108"/>
                  </a:cubicBezTo>
                  <a:cubicBezTo>
                    <a:pt x="0" y="3608"/>
                    <a:pt x="215" y="4143"/>
                    <a:pt x="667" y="4405"/>
                  </a:cubicBezTo>
                  <a:cubicBezTo>
                    <a:pt x="869" y="4544"/>
                    <a:pt x="1105" y="4612"/>
                    <a:pt x="1341" y="4612"/>
                  </a:cubicBezTo>
                  <a:cubicBezTo>
                    <a:pt x="1593" y="4612"/>
                    <a:pt x="1845" y="4535"/>
                    <a:pt x="2060" y="4382"/>
                  </a:cubicBezTo>
                  <a:cubicBezTo>
                    <a:pt x="2501" y="4108"/>
                    <a:pt x="2691" y="3560"/>
                    <a:pt x="2513" y="3072"/>
                  </a:cubicBezTo>
                  <a:cubicBezTo>
                    <a:pt x="2179" y="2084"/>
                    <a:pt x="1774" y="1119"/>
                    <a:pt x="13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0" name="Google Shape;760;p39"/>
            <p:cNvSpPr/>
            <p:nvPr/>
          </p:nvSpPr>
          <p:spPr>
            <a:xfrm>
              <a:off x="6624625" y="2658500"/>
              <a:ext cx="57775" cy="57750"/>
            </a:xfrm>
            <a:custGeom>
              <a:avLst/>
              <a:gdLst/>
              <a:ahLst/>
              <a:cxnLst/>
              <a:rect l="l" t="t" r="r" b="b"/>
              <a:pathLst>
                <a:path w="2311" h="2310" extrusionOk="0">
                  <a:moveTo>
                    <a:pt x="1227" y="0"/>
                  </a:moveTo>
                  <a:cubicBezTo>
                    <a:pt x="608" y="0"/>
                    <a:pt x="24" y="548"/>
                    <a:pt x="12" y="1143"/>
                  </a:cubicBezTo>
                  <a:cubicBezTo>
                    <a:pt x="1" y="1858"/>
                    <a:pt x="441" y="2310"/>
                    <a:pt x="1191" y="2310"/>
                  </a:cubicBezTo>
                  <a:cubicBezTo>
                    <a:pt x="1977" y="2310"/>
                    <a:pt x="2298" y="1989"/>
                    <a:pt x="2298" y="1203"/>
                  </a:cubicBezTo>
                  <a:cubicBezTo>
                    <a:pt x="2310" y="488"/>
                    <a:pt x="1882" y="12"/>
                    <a:pt x="12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1" name="Google Shape;761;p39"/>
            <p:cNvSpPr/>
            <p:nvPr/>
          </p:nvSpPr>
          <p:spPr>
            <a:xfrm>
              <a:off x="6660975" y="2767725"/>
              <a:ext cx="44050" cy="43550"/>
            </a:xfrm>
            <a:custGeom>
              <a:avLst/>
              <a:gdLst/>
              <a:ahLst/>
              <a:cxnLst/>
              <a:rect l="l" t="t" r="r" b="b"/>
              <a:pathLst>
                <a:path w="1762" h="1742" extrusionOk="0">
                  <a:moveTo>
                    <a:pt x="975" y="1"/>
                  </a:moveTo>
                  <a:cubicBezTo>
                    <a:pt x="416" y="1"/>
                    <a:pt x="47" y="334"/>
                    <a:pt x="35" y="846"/>
                  </a:cubicBezTo>
                  <a:cubicBezTo>
                    <a:pt x="0" y="1327"/>
                    <a:pt x="395" y="1741"/>
                    <a:pt x="869" y="1741"/>
                  </a:cubicBezTo>
                  <a:cubicBezTo>
                    <a:pt x="889" y="1741"/>
                    <a:pt x="908" y="1740"/>
                    <a:pt x="928" y="1739"/>
                  </a:cubicBezTo>
                  <a:cubicBezTo>
                    <a:pt x="1511" y="1727"/>
                    <a:pt x="1761" y="1453"/>
                    <a:pt x="1761" y="822"/>
                  </a:cubicBezTo>
                  <a:cubicBezTo>
                    <a:pt x="1761" y="251"/>
                    <a:pt x="1523" y="13"/>
                    <a:pt x="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2" name="Google Shape;762;p39"/>
            <p:cNvSpPr/>
            <p:nvPr/>
          </p:nvSpPr>
          <p:spPr>
            <a:xfrm>
              <a:off x="6724025" y="2710575"/>
              <a:ext cx="47075" cy="40225"/>
            </a:xfrm>
            <a:custGeom>
              <a:avLst/>
              <a:gdLst/>
              <a:ahLst/>
              <a:cxnLst/>
              <a:rect l="l" t="t" r="r" b="b"/>
              <a:pathLst>
                <a:path w="1883" h="1609" extrusionOk="0">
                  <a:moveTo>
                    <a:pt x="1062" y="0"/>
                  </a:moveTo>
                  <a:cubicBezTo>
                    <a:pt x="24" y="0"/>
                    <a:pt x="1" y="1585"/>
                    <a:pt x="1061" y="1608"/>
                  </a:cubicBezTo>
                  <a:cubicBezTo>
                    <a:pt x="1071" y="1608"/>
                    <a:pt x="1082" y="1608"/>
                    <a:pt x="1092" y="1608"/>
                  </a:cubicBezTo>
                  <a:cubicBezTo>
                    <a:pt x="1597" y="1608"/>
                    <a:pt x="1882" y="1324"/>
                    <a:pt x="1882" y="822"/>
                  </a:cubicBezTo>
                  <a:cubicBezTo>
                    <a:pt x="1882" y="287"/>
                    <a:pt x="1620" y="13"/>
                    <a:pt x="1097" y="1"/>
                  </a:cubicBezTo>
                  <a:cubicBezTo>
                    <a:pt x="1085" y="0"/>
                    <a:pt x="1073" y="0"/>
                    <a:pt x="10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3" name="Google Shape;763;p39"/>
            <p:cNvSpPr/>
            <p:nvPr/>
          </p:nvSpPr>
          <p:spPr>
            <a:xfrm>
              <a:off x="6593275" y="2742425"/>
              <a:ext cx="26025" cy="22375"/>
            </a:xfrm>
            <a:custGeom>
              <a:avLst/>
              <a:gdLst/>
              <a:ahLst/>
              <a:cxnLst/>
              <a:rect l="l" t="t" r="r" b="b"/>
              <a:pathLst>
                <a:path w="1041" h="895" extrusionOk="0">
                  <a:moveTo>
                    <a:pt x="588" y="1"/>
                  </a:moveTo>
                  <a:cubicBezTo>
                    <a:pt x="0" y="24"/>
                    <a:pt x="27" y="894"/>
                    <a:pt x="600" y="894"/>
                  </a:cubicBezTo>
                  <a:cubicBezTo>
                    <a:pt x="608" y="894"/>
                    <a:pt x="616" y="894"/>
                    <a:pt x="623" y="894"/>
                  </a:cubicBezTo>
                  <a:cubicBezTo>
                    <a:pt x="885" y="870"/>
                    <a:pt x="1016" y="691"/>
                    <a:pt x="1040" y="417"/>
                  </a:cubicBezTo>
                  <a:cubicBezTo>
                    <a:pt x="981" y="179"/>
                    <a:pt x="838" y="1"/>
                    <a:pt x="5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4" name="Google Shape;764;p39"/>
            <p:cNvSpPr/>
            <p:nvPr/>
          </p:nvSpPr>
          <p:spPr>
            <a:xfrm>
              <a:off x="6732975" y="2638525"/>
              <a:ext cx="21150" cy="20050"/>
            </a:xfrm>
            <a:custGeom>
              <a:avLst/>
              <a:gdLst/>
              <a:ahLst/>
              <a:cxnLst/>
              <a:rect l="l" t="t" r="r" b="b"/>
              <a:pathLst>
                <a:path w="846" h="802" extrusionOk="0">
                  <a:moveTo>
                    <a:pt x="405" y="0"/>
                  </a:moveTo>
                  <a:cubicBezTo>
                    <a:pt x="222" y="0"/>
                    <a:pt x="59" y="68"/>
                    <a:pt x="48" y="287"/>
                  </a:cubicBezTo>
                  <a:cubicBezTo>
                    <a:pt x="0" y="549"/>
                    <a:pt x="203" y="799"/>
                    <a:pt x="465" y="799"/>
                  </a:cubicBezTo>
                  <a:cubicBezTo>
                    <a:pt x="482" y="801"/>
                    <a:pt x="499" y="802"/>
                    <a:pt x="516" y="802"/>
                  </a:cubicBezTo>
                  <a:cubicBezTo>
                    <a:pt x="709" y="802"/>
                    <a:pt x="812" y="673"/>
                    <a:pt x="834" y="454"/>
                  </a:cubicBezTo>
                  <a:cubicBezTo>
                    <a:pt x="846" y="192"/>
                    <a:pt x="762" y="13"/>
                    <a:pt x="453" y="1"/>
                  </a:cubicBezTo>
                  <a:cubicBezTo>
                    <a:pt x="437" y="1"/>
                    <a:pt x="421" y="0"/>
                    <a:pt x="4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5" name="Google Shape;765;p39"/>
            <p:cNvSpPr/>
            <p:nvPr/>
          </p:nvSpPr>
          <p:spPr>
            <a:xfrm>
              <a:off x="6709450" y="1254450"/>
              <a:ext cx="87250" cy="20850"/>
            </a:xfrm>
            <a:custGeom>
              <a:avLst/>
              <a:gdLst/>
              <a:ahLst/>
              <a:cxnLst/>
              <a:rect l="l" t="t" r="r" b="b"/>
              <a:pathLst>
                <a:path w="3490" h="834" extrusionOk="0">
                  <a:moveTo>
                    <a:pt x="418" y="1"/>
                  </a:moveTo>
                  <a:cubicBezTo>
                    <a:pt x="179" y="1"/>
                    <a:pt x="1" y="191"/>
                    <a:pt x="1" y="417"/>
                  </a:cubicBezTo>
                  <a:cubicBezTo>
                    <a:pt x="1" y="655"/>
                    <a:pt x="179" y="834"/>
                    <a:pt x="418" y="834"/>
                  </a:cubicBezTo>
                  <a:lnTo>
                    <a:pt x="3073" y="834"/>
                  </a:lnTo>
                  <a:cubicBezTo>
                    <a:pt x="3299" y="834"/>
                    <a:pt x="3489" y="655"/>
                    <a:pt x="3489" y="417"/>
                  </a:cubicBezTo>
                  <a:cubicBezTo>
                    <a:pt x="3489" y="191"/>
                    <a:pt x="3299" y="1"/>
                    <a:pt x="3073" y="1"/>
                  </a:cubicBezTo>
                  <a:close/>
                </a:path>
              </a:pathLst>
            </a:custGeom>
            <a:solidFill>
              <a:srgbClr val="0605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6" name="Google Shape;766;p39"/>
            <p:cNvSpPr/>
            <p:nvPr/>
          </p:nvSpPr>
          <p:spPr>
            <a:xfrm>
              <a:off x="6737725" y="1758075"/>
              <a:ext cx="57475" cy="20875"/>
            </a:xfrm>
            <a:custGeom>
              <a:avLst/>
              <a:gdLst/>
              <a:ahLst/>
              <a:cxnLst/>
              <a:rect l="l" t="t" r="r" b="b"/>
              <a:pathLst>
                <a:path w="2299" h="835" extrusionOk="0">
                  <a:moveTo>
                    <a:pt x="418" y="1"/>
                  </a:moveTo>
                  <a:cubicBezTo>
                    <a:pt x="179" y="1"/>
                    <a:pt x="1" y="191"/>
                    <a:pt x="1" y="418"/>
                  </a:cubicBezTo>
                  <a:cubicBezTo>
                    <a:pt x="1" y="656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56"/>
                    <a:pt x="2299" y="418"/>
                  </a:cubicBezTo>
                  <a:cubicBezTo>
                    <a:pt x="2299" y="191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7" name="Google Shape;767;p39"/>
            <p:cNvSpPr/>
            <p:nvPr/>
          </p:nvSpPr>
          <p:spPr>
            <a:xfrm>
              <a:off x="6737725" y="1670275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1"/>
                  </a:moveTo>
                  <a:cubicBezTo>
                    <a:pt x="179" y="1"/>
                    <a:pt x="1" y="179"/>
                    <a:pt x="1" y="417"/>
                  </a:cubicBezTo>
                  <a:cubicBezTo>
                    <a:pt x="1" y="643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3"/>
                    <a:pt x="2299" y="417"/>
                  </a:cubicBezTo>
                  <a:cubicBezTo>
                    <a:pt x="2299" y="179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8" name="Google Shape;768;p39"/>
            <p:cNvSpPr/>
            <p:nvPr/>
          </p:nvSpPr>
          <p:spPr>
            <a:xfrm>
              <a:off x="6737725" y="1582175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43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3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9" name="Google Shape;769;p39"/>
            <p:cNvSpPr/>
            <p:nvPr/>
          </p:nvSpPr>
          <p:spPr>
            <a:xfrm>
              <a:off x="6737725" y="1494075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55"/>
                    <a:pt x="179" y="833"/>
                    <a:pt x="418" y="833"/>
                  </a:cubicBezTo>
                  <a:lnTo>
                    <a:pt x="1882" y="833"/>
                  </a:lnTo>
                  <a:cubicBezTo>
                    <a:pt x="2108" y="833"/>
                    <a:pt x="2299" y="655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0" name="Google Shape;770;p39"/>
            <p:cNvSpPr/>
            <p:nvPr/>
          </p:nvSpPr>
          <p:spPr>
            <a:xfrm>
              <a:off x="6737725" y="1406250"/>
              <a:ext cx="57475" cy="20875"/>
            </a:xfrm>
            <a:custGeom>
              <a:avLst/>
              <a:gdLst/>
              <a:ahLst/>
              <a:cxnLst/>
              <a:rect l="l" t="t" r="r" b="b"/>
              <a:pathLst>
                <a:path w="2299" h="835" extrusionOk="0">
                  <a:moveTo>
                    <a:pt x="418" y="1"/>
                  </a:moveTo>
                  <a:cubicBezTo>
                    <a:pt x="179" y="1"/>
                    <a:pt x="1" y="179"/>
                    <a:pt x="1" y="417"/>
                  </a:cubicBezTo>
                  <a:cubicBezTo>
                    <a:pt x="1" y="644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4"/>
                    <a:pt x="2299" y="417"/>
                  </a:cubicBezTo>
                  <a:cubicBezTo>
                    <a:pt x="2299" y="179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1" name="Google Shape;771;p39"/>
            <p:cNvSpPr/>
            <p:nvPr/>
          </p:nvSpPr>
          <p:spPr>
            <a:xfrm>
              <a:off x="6737725" y="1318150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55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55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2" name="Google Shape;772;p39"/>
            <p:cNvSpPr/>
            <p:nvPr/>
          </p:nvSpPr>
          <p:spPr>
            <a:xfrm>
              <a:off x="6737725" y="2285825"/>
              <a:ext cx="57475" cy="20875"/>
            </a:xfrm>
            <a:custGeom>
              <a:avLst/>
              <a:gdLst/>
              <a:ahLst/>
              <a:cxnLst/>
              <a:rect l="l" t="t" r="r" b="b"/>
              <a:pathLst>
                <a:path w="2299" h="835" extrusionOk="0">
                  <a:moveTo>
                    <a:pt x="418" y="1"/>
                  </a:moveTo>
                  <a:cubicBezTo>
                    <a:pt x="179" y="1"/>
                    <a:pt x="1" y="191"/>
                    <a:pt x="1" y="417"/>
                  </a:cubicBezTo>
                  <a:cubicBezTo>
                    <a:pt x="1" y="655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55"/>
                    <a:pt x="2299" y="417"/>
                  </a:cubicBezTo>
                  <a:cubicBezTo>
                    <a:pt x="2299" y="191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3" name="Google Shape;773;p39"/>
            <p:cNvSpPr/>
            <p:nvPr/>
          </p:nvSpPr>
          <p:spPr>
            <a:xfrm>
              <a:off x="6737725" y="2198025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79"/>
                    <a:pt x="1" y="417"/>
                  </a:cubicBezTo>
                  <a:cubicBezTo>
                    <a:pt x="1" y="643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3"/>
                    <a:pt x="2299" y="417"/>
                  </a:cubicBezTo>
                  <a:cubicBezTo>
                    <a:pt x="2299" y="179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4" name="Google Shape;774;p39"/>
            <p:cNvSpPr/>
            <p:nvPr/>
          </p:nvSpPr>
          <p:spPr>
            <a:xfrm>
              <a:off x="6737725" y="2109925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55"/>
                    <a:pt x="179" y="833"/>
                    <a:pt x="418" y="833"/>
                  </a:cubicBezTo>
                  <a:lnTo>
                    <a:pt x="1882" y="833"/>
                  </a:lnTo>
                  <a:cubicBezTo>
                    <a:pt x="2108" y="833"/>
                    <a:pt x="2299" y="655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5" name="Google Shape;775;p39"/>
            <p:cNvSpPr/>
            <p:nvPr/>
          </p:nvSpPr>
          <p:spPr>
            <a:xfrm>
              <a:off x="6737725" y="2022100"/>
              <a:ext cx="57475" cy="20875"/>
            </a:xfrm>
            <a:custGeom>
              <a:avLst/>
              <a:gdLst/>
              <a:ahLst/>
              <a:cxnLst/>
              <a:rect l="l" t="t" r="r" b="b"/>
              <a:pathLst>
                <a:path w="2299" h="835" extrusionOk="0">
                  <a:moveTo>
                    <a:pt x="418" y="1"/>
                  </a:moveTo>
                  <a:cubicBezTo>
                    <a:pt x="179" y="1"/>
                    <a:pt x="1" y="179"/>
                    <a:pt x="1" y="417"/>
                  </a:cubicBezTo>
                  <a:cubicBezTo>
                    <a:pt x="1" y="644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4"/>
                    <a:pt x="2299" y="417"/>
                  </a:cubicBezTo>
                  <a:cubicBezTo>
                    <a:pt x="2299" y="179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6" name="Google Shape;776;p39"/>
            <p:cNvSpPr/>
            <p:nvPr/>
          </p:nvSpPr>
          <p:spPr>
            <a:xfrm>
              <a:off x="6737725" y="1934000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55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55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7" name="Google Shape;777;p39"/>
            <p:cNvSpPr/>
            <p:nvPr/>
          </p:nvSpPr>
          <p:spPr>
            <a:xfrm>
              <a:off x="6737725" y="1846200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79"/>
                    <a:pt x="1" y="417"/>
                  </a:cubicBezTo>
                  <a:cubicBezTo>
                    <a:pt x="1" y="643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3"/>
                    <a:pt x="2299" y="417"/>
                  </a:cubicBezTo>
                  <a:cubicBezTo>
                    <a:pt x="2299" y="179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8" name="Google Shape;778;p39"/>
            <p:cNvSpPr/>
            <p:nvPr/>
          </p:nvSpPr>
          <p:spPr>
            <a:xfrm>
              <a:off x="6737725" y="2637950"/>
              <a:ext cx="57475" cy="20875"/>
            </a:xfrm>
            <a:custGeom>
              <a:avLst/>
              <a:gdLst/>
              <a:ahLst/>
              <a:cxnLst/>
              <a:rect l="l" t="t" r="r" b="b"/>
              <a:pathLst>
                <a:path w="2299" h="835" extrusionOk="0">
                  <a:moveTo>
                    <a:pt x="418" y="1"/>
                  </a:moveTo>
                  <a:cubicBezTo>
                    <a:pt x="179" y="1"/>
                    <a:pt x="1" y="179"/>
                    <a:pt x="1" y="417"/>
                  </a:cubicBezTo>
                  <a:cubicBezTo>
                    <a:pt x="1" y="644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4"/>
                    <a:pt x="2299" y="417"/>
                  </a:cubicBezTo>
                  <a:cubicBezTo>
                    <a:pt x="2299" y="179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9" name="Google Shape;779;p39"/>
            <p:cNvSpPr/>
            <p:nvPr/>
          </p:nvSpPr>
          <p:spPr>
            <a:xfrm>
              <a:off x="6737725" y="2549850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43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3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80" name="Google Shape;780;p39"/>
            <p:cNvSpPr/>
            <p:nvPr/>
          </p:nvSpPr>
          <p:spPr>
            <a:xfrm>
              <a:off x="6737725" y="2461750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55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55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81" name="Google Shape;781;p39"/>
            <p:cNvSpPr/>
            <p:nvPr/>
          </p:nvSpPr>
          <p:spPr>
            <a:xfrm>
              <a:off x="6737725" y="2373925"/>
              <a:ext cx="57475" cy="20875"/>
            </a:xfrm>
            <a:custGeom>
              <a:avLst/>
              <a:gdLst/>
              <a:ahLst/>
              <a:cxnLst/>
              <a:rect l="l" t="t" r="r" b="b"/>
              <a:pathLst>
                <a:path w="2299" h="835" extrusionOk="0">
                  <a:moveTo>
                    <a:pt x="418" y="1"/>
                  </a:moveTo>
                  <a:cubicBezTo>
                    <a:pt x="179" y="1"/>
                    <a:pt x="1" y="191"/>
                    <a:pt x="1" y="418"/>
                  </a:cubicBezTo>
                  <a:cubicBezTo>
                    <a:pt x="1" y="644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4"/>
                    <a:pt x="2299" y="418"/>
                  </a:cubicBezTo>
                  <a:cubicBezTo>
                    <a:pt x="2299" y="191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CBB649A7-1D1C-4A10-97AC-90B9CBA69A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268281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 preserve="1" userDrawn="1">
  <p:cSld name="Title and text 1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0"/>
          <p:cNvSpPr/>
          <p:nvPr/>
        </p:nvSpPr>
        <p:spPr>
          <a:xfrm rot="10800000" flipH="1">
            <a:off x="0" y="-5866"/>
            <a:ext cx="798400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785" name="Google Shape;785;p40"/>
          <p:cNvSpPr/>
          <p:nvPr/>
        </p:nvSpPr>
        <p:spPr>
          <a:xfrm rot="10800000" flipH="1">
            <a:off x="0" y="3383901"/>
            <a:ext cx="798400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786" name="Google Shape;786;p40"/>
          <p:cNvSpPr/>
          <p:nvPr/>
        </p:nvSpPr>
        <p:spPr>
          <a:xfrm rot="10800000" flipH="1">
            <a:off x="11798533" y="-5866"/>
            <a:ext cx="393600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787" name="Google Shape;787;p40"/>
          <p:cNvSpPr/>
          <p:nvPr/>
        </p:nvSpPr>
        <p:spPr>
          <a:xfrm rot="10800000" flipH="1">
            <a:off x="11798533" y="3383901"/>
            <a:ext cx="393600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794" name="Google Shape;794;p40"/>
          <p:cNvGrpSpPr/>
          <p:nvPr/>
        </p:nvGrpSpPr>
        <p:grpSpPr>
          <a:xfrm>
            <a:off x="10539336" y="-203869"/>
            <a:ext cx="923200" cy="923200"/>
            <a:chOff x="-2416249" y="-3053752"/>
            <a:chExt cx="692400" cy="692400"/>
          </a:xfrm>
        </p:grpSpPr>
        <p:sp>
          <p:nvSpPr>
            <p:cNvPr id="795" name="Google Shape;795;p40"/>
            <p:cNvSpPr/>
            <p:nvPr/>
          </p:nvSpPr>
          <p:spPr>
            <a:xfrm>
              <a:off x="-2224400" y="-2861900"/>
              <a:ext cx="308700" cy="308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96" name="Google Shape;796;p40"/>
            <p:cNvSpPr/>
            <p:nvPr/>
          </p:nvSpPr>
          <p:spPr>
            <a:xfrm rot="10800000">
              <a:off x="-2416249" y="-3053752"/>
              <a:ext cx="692400" cy="692400"/>
            </a:xfrm>
            <a:prstGeom prst="arc">
              <a:avLst>
                <a:gd name="adj1" fmla="val 10936933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</p:grpSp>
      <p:grpSp>
        <p:nvGrpSpPr>
          <p:cNvPr id="797" name="Google Shape;797;p40"/>
          <p:cNvGrpSpPr/>
          <p:nvPr/>
        </p:nvGrpSpPr>
        <p:grpSpPr>
          <a:xfrm rot="5400000">
            <a:off x="-465632" y="5593607"/>
            <a:ext cx="1694401" cy="487672"/>
            <a:chOff x="720000" y="-118744"/>
            <a:chExt cx="1270801" cy="365754"/>
          </a:xfrm>
        </p:grpSpPr>
        <p:grpSp>
          <p:nvGrpSpPr>
            <p:cNvPr id="798" name="Google Shape;798;p40"/>
            <p:cNvGrpSpPr/>
            <p:nvPr/>
          </p:nvGrpSpPr>
          <p:grpSpPr>
            <a:xfrm rot="5400000">
              <a:off x="1778358" y="34566"/>
              <a:ext cx="365754" cy="59133"/>
              <a:chOff x="35575" y="1207875"/>
              <a:chExt cx="374825" cy="60600"/>
            </a:xfrm>
          </p:grpSpPr>
          <p:sp>
            <p:nvSpPr>
              <p:cNvPr id="799" name="Google Shape;799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02" name="Google Shape;802;p40"/>
            <p:cNvGrpSpPr/>
            <p:nvPr/>
          </p:nvGrpSpPr>
          <p:grpSpPr>
            <a:xfrm rot="5400000">
              <a:off x="1657191" y="34566"/>
              <a:ext cx="365754" cy="59133"/>
              <a:chOff x="35575" y="1207875"/>
              <a:chExt cx="374825" cy="60600"/>
            </a:xfrm>
          </p:grpSpPr>
          <p:sp>
            <p:nvSpPr>
              <p:cNvPr id="803" name="Google Shape;803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06" name="Google Shape;806;p40"/>
            <p:cNvGrpSpPr/>
            <p:nvPr/>
          </p:nvGrpSpPr>
          <p:grpSpPr>
            <a:xfrm rot="5400000">
              <a:off x="1536024" y="34566"/>
              <a:ext cx="365754" cy="59133"/>
              <a:chOff x="35575" y="1207875"/>
              <a:chExt cx="374825" cy="60600"/>
            </a:xfrm>
          </p:grpSpPr>
          <p:sp>
            <p:nvSpPr>
              <p:cNvPr id="807" name="Google Shape;807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08" name="Google Shape;808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10" name="Google Shape;810;p40"/>
            <p:cNvGrpSpPr/>
            <p:nvPr/>
          </p:nvGrpSpPr>
          <p:grpSpPr>
            <a:xfrm rot="5400000">
              <a:off x="1414857" y="34566"/>
              <a:ext cx="365754" cy="59133"/>
              <a:chOff x="35575" y="1207875"/>
              <a:chExt cx="374825" cy="60600"/>
            </a:xfrm>
          </p:grpSpPr>
          <p:sp>
            <p:nvSpPr>
              <p:cNvPr id="811" name="Google Shape;811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14" name="Google Shape;814;p40"/>
            <p:cNvGrpSpPr/>
            <p:nvPr/>
          </p:nvGrpSpPr>
          <p:grpSpPr>
            <a:xfrm rot="5400000">
              <a:off x="1293690" y="34566"/>
              <a:ext cx="365754" cy="59133"/>
              <a:chOff x="35575" y="1207875"/>
              <a:chExt cx="374825" cy="60600"/>
            </a:xfrm>
          </p:grpSpPr>
          <p:sp>
            <p:nvSpPr>
              <p:cNvPr id="815" name="Google Shape;815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16" name="Google Shape;816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18" name="Google Shape;818;p40"/>
            <p:cNvGrpSpPr/>
            <p:nvPr/>
          </p:nvGrpSpPr>
          <p:grpSpPr>
            <a:xfrm rot="5400000">
              <a:off x="1172524" y="34566"/>
              <a:ext cx="365754" cy="59133"/>
              <a:chOff x="35575" y="1207875"/>
              <a:chExt cx="374825" cy="60600"/>
            </a:xfrm>
          </p:grpSpPr>
          <p:sp>
            <p:nvSpPr>
              <p:cNvPr id="819" name="Google Shape;819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22" name="Google Shape;822;p40"/>
            <p:cNvGrpSpPr/>
            <p:nvPr/>
          </p:nvGrpSpPr>
          <p:grpSpPr>
            <a:xfrm rot="5400000">
              <a:off x="1051357" y="34566"/>
              <a:ext cx="365754" cy="59133"/>
              <a:chOff x="35575" y="1207875"/>
              <a:chExt cx="374825" cy="60600"/>
            </a:xfrm>
          </p:grpSpPr>
          <p:sp>
            <p:nvSpPr>
              <p:cNvPr id="823" name="Google Shape;823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26" name="Google Shape;826;p40"/>
            <p:cNvGrpSpPr/>
            <p:nvPr/>
          </p:nvGrpSpPr>
          <p:grpSpPr>
            <a:xfrm rot="5400000">
              <a:off x="930190" y="34566"/>
              <a:ext cx="365754" cy="59133"/>
              <a:chOff x="35575" y="1207875"/>
              <a:chExt cx="374825" cy="60600"/>
            </a:xfrm>
          </p:grpSpPr>
          <p:sp>
            <p:nvSpPr>
              <p:cNvPr id="827" name="Google Shape;827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30" name="Google Shape;830;p40"/>
            <p:cNvGrpSpPr/>
            <p:nvPr/>
          </p:nvGrpSpPr>
          <p:grpSpPr>
            <a:xfrm rot="5400000">
              <a:off x="809023" y="34566"/>
              <a:ext cx="365754" cy="59133"/>
              <a:chOff x="35575" y="1207875"/>
              <a:chExt cx="374825" cy="60600"/>
            </a:xfrm>
          </p:grpSpPr>
          <p:sp>
            <p:nvSpPr>
              <p:cNvPr id="831" name="Google Shape;831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34" name="Google Shape;834;p40"/>
            <p:cNvGrpSpPr/>
            <p:nvPr/>
          </p:nvGrpSpPr>
          <p:grpSpPr>
            <a:xfrm rot="5400000">
              <a:off x="687856" y="34566"/>
              <a:ext cx="365754" cy="59133"/>
              <a:chOff x="35575" y="1207875"/>
              <a:chExt cx="374825" cy="60600"/>
            </a:xfrm>
          </p:grpSpPr>
          <p:sp>
            <p:nvSpPr>
              <p:cNvPr id="835" name="Google Shape;835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38" name="Google Shape;838;p40"/>
            <p:cNvGrpSpPr/>
            <p:nvPr/>
          </p:nvGrpSpPr>
          <p:grpSpPr>
            <a:xfrm rot="5400000">
              <a:off x="566690" y="34566"/>
              <a:ext cx="365754" cy="59133"/>
              <a:chOff x="35575" y="1207875"/>
              <a:chExt cx="374825" cy="60600"/>
            </a:xfrm>
          </p:grpSpPr>
          <p:sp>
            <p:nvSpPr>
              <p:cNvPr id="839" name="Google Shape;839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40" name="Google Shape;840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01CAC99C-0B1A-E62E-EB1D-713EE3EC0F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498346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 preserve="1" userDrawn="1">
  <p:cSld name="Title and text 2"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41"/>
          <p:cNvSpPr/>
          <p:nvPr/>
        </p:nvSpPr>
        <p:spPr>
          <a:xfrm flipH="1">
            <a:off x="11387200" y="1604039"/>
            <a:ext cx="804800" cy="526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847" name="Google Shape;847;p41"/>
          <p:cNvSpPr/>
          <p:nvPr/>
        </p:nvSpPr>
        <p:spPr>
          <a:xfrm flipH="1">
            <a:off x="11387200" y="-5866"/>
            <a:ext cx="804800" cy="16952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848" name="Google Shape;848;p41"/>
          <p:cNvSpPr/>
          <p:nvPr/>
        </p:nvSpPr>
        <p:spPr>
          <a:xfrm rot="5400000" flipH="1">
            <a:off x="928000" y="5320400"/>
            <a:ext cx="609600" cy="2465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849" name="Google Shape;849;p41"/>
          <p:cNvSpPr/>
          <p:nvPr/>
        </p:nvSpPr>
        <p:spPr>
          <a:xfrm rot="5400000" flipH="1">
            <a:off x="2662867" y="6051000"/>
            <a:ext cx="609600" cy="10044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851" name="Google Shape;851;p41"/>
          <p:cNvSpPr/>
          <p:nvPr/>
        </p:nvSpPr>
        <p:spPr>
          <a:xfrm rot="16200000" flipH="1">
            <a:off x="8434255" y="-725657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852" name="Google Shape;852;p41"/>
          <p:cNvGrpSpPr/>
          <p:nvPr/>
        </p:nvGrpSpPr>
        <p:grpSpPr>
          <a:xfrm rot="5400000" flipH="1">
            <a:off x="-458220" y="731346"/>
            <a:ext cx="1694401" cy="487672"/>
            <a:chOff x="720000" y="-118744"/>
            <a:chExt cx="1270801" cy="365754"/>
          </a:xfrm>
        </p:grpSpPr>
        <p:grpSp>
          <p:nvGrpSpPr>
            <p:cNvPr id="853" name="Google Shape;853;p41"/>
            <p:cNvGrpSpPr/>
            <p:nvPr/>
          </p:nvGrpSpPr>
          <p:grpSpPr>
            <a:xfrm rot="5400000">
              <a:off x="1778358" y="34566"/>
              <a:ext cx="365754" cy="59133"/>
              <a:chOff x="35575" y="1207875"/>
              <a:chExt cx="374825" cy="60600"/>
            </a:xfrm>
          </p:grpSpPr>
          <p:sp>
            <p:nvSpPr>
              <p:cNvPr id="854" name="Google Shape;854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55" name="Google Shape;855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57" name="Google Shape;857;p41"/>
            <p:cNvGrpSpPr/>
            <p:nvPr/>
          </p:nvGrpSpPr>
          <p:grpSpPr>
            <a:xfrm rot="5400000">
              <a:off x="1657191" y="34566"/>
              <a:ext cx="365754" cy="59133"/>
              <a:chOff x="35575" y="1207875"/>
              <a:chExt cx="374825" cy="60600"/>
            </a:xfrm>
          </p:grpSpPr>
          <p:sp>
            <p:nvSpPr>
              <p:cNvPr id="858" name="Google Shape;858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60" name="Google Shape;860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61" name="Google Shape;861;p41"/>
            <p:cNvGrpSpPr/>
            <p:nvPr/>
          </p:nvGrpSpPr>
          <p:grpSpPr>
            <a:xfrm rot="5400000">
              <a:off x="1536024" y="34566"/>
              <a:ext cx="365754" cy="59133"/>
              <a:chOff x="35575" y="1207875"/>
              <a:chExt cx="374825" cy="60600"/>
            </a:xfrm>
          </p:grpSpPr>
          <p:sp>
            <p:nvSpPr>
              <p:cNvPr id="862" name="Google Shape;862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65" name="Google Shape;865;p41"/>
            <p:cNvGrpSpPr/>
            <p:nvPr/>
          </p:nvGrpSpPr>
          <p:grpSpPr>
            <a:xfrm rot="5400000">
              <a:off x="1414857" y="34566"/>
              <a:ext cx="365754" cy="59133"/>
              <a:chOff x="35575" y="1207875"/>
              <a:chExt cx="374825" cy="60600"/>
            </a:xfrm>
          </p:grpSpPr>
          <p:sp>
            <p:nvSpPr>
              <p:cNvPr id="866" name="Google Shape;866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69" name="Google Shape;869;p41"/>
            <p:cNvGrpSpPr/>
            <p:nvPr/>
          </p:nvGrpSpPr>
          <p:grpSpPr>
            <a:xfrm rot="5400000">
              <a:off x="1293690" y="34566"/>
              <a:ext cx="365754" cy="59133"/>
              <a:chOff x="35575" y="1207875"/>
              <a:chExt cx="374825" cy="60600"/>
            </a:xfrm>
          </p:grpSpPr>
          <p:sp>
            <p:nvSpPr>
              <p:cNvPr id="870" name="Google Shape;870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73" name="Google Shape;873;p41"/>
            <p:cNvGrpSpPr/>
            <p:nvPr/>
          </p:nvGrpSpPr>
          <p:grpSpPr>
            <a:xfrm rot="5400000">
              <a:off x="1172524" y="34566"/>
              <a:ext cx="365754" cy="59133"/>
              <a:chOff x="35575" y="1207875"/>
              <a:chExt cx="374825" cy="60600"/>
            </a:xfrm>
          </p:grpSpPr>
          <p:sp>
            <p:nvSpPr>
              <p:cNvPr id="874" name="Google Shape;874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77" name="Google Shape;877;p41"/>
            <p:cNvGrpSpPr/>
            <p:nvPr/>
          </p:nvGrpSpPr>
          <p:grpSpPr>
            <a:xfrm rot="5400000">
              <a:off x="1051357" y="34566"/>
              <a:ext cx="365754" cy="59133"/>
              <a:chOff x="35575" y="1207875"/>
              <a:chExt cx="374825" cy="60600"/>
            </a:xfrm>
          </p:grpSpPr>
          <p:sp>
            <p:nvSpPr>
              <p:cNvPr id="878" name="Google Shape;878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81" name="Google Shape;881;p41"/>
            <p:cNvGrpSpPr/>
            <p:nvPr/>
          </p:nvGrpSpPr>
          <p:grpSpPr>
            <a:xfrm rot="5400000">
              <a:off x="930190" y="34566"/>
              <a:ext cx="365754" cy="59133"/>
              <a:chOff x="35575" y="1207875"/>
              <a:chExt cx="374825" cy="60600"/>
            </a:xfrm>
          </p:grpSpPr>
          <p:sp>
            <p:nvSpPr>
              <p:cNvPr id="882" name="Google Shape;882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85" name="Google Shape;885;p41"/>
            <p:cNvGrpSpPr/>
            <p:nvPr/>
          </p:nvGrpSpPr>
          <p:grpSpPr>
            <a:xfrm rot="5400000">
              <a:off x="809023" y="34566"/>
              <a:ext cx="365754" cy="59133"/>
              <a:chOff x="35575" y="1207875"/>
              <a:chExt cx="374825" cy="60600"/>
            </a:xfrm>
          </p:grpSpPr>
          <p:sp>
            <p:nvSpPr>
              <p:cNvPr id="886" name="Google Shape;886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89" name="Google Shape;889;p41"/>
            <p:cNvGrpSpPr/>
            <p:nvPr/>
          </p:nvGrpSpPr>
          <p:grpSpPr>
            <a:xfrm rot="5400000">
              <a:off x="687856" y="34566"/>
              <a:ext cx="365754" cy="59133"/>
              <a:chOff x="35575" y="1207875"/>
              <a:chExt cx="374825" cy="60600"/>
            </a:xfrm>
          </p:grpSpPr>
          <p:sp>
            <p:nvSpPr>
              <p:cNvPr id="890" name="Google Shape;890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93" name="Google Shape;893;p41"/>
            <p:cNvGrpSpPr/>
            <p:nvPr/>
          </p:nvGrpSpPr>
          <p:grpSpPr>
            <a:xfrm rot="5400000">
              <a:off x="566690" y="34566"/>
              <a:ext cx="365754" cy="59133"/>
              <a:chOff x="35575" y="1207875"/>
              <a:chExt cx="374825" cy="60600"/>
            </a:xfrm>
          </p:grpSpPr>
          <p:sp>
            <p:nvSpPr>
              <p:cNvPr id="894" name="Google Shape;894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96" name="Google Shape;896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898" name="Google Shape;898;p41"/>
          <p:cNvSpPr/>
          <p:nvPr/>
        </p:nvSpPr>
        <p:spPr>
          <a:xfrm flipH="1">
            <a:off x="254959" y="5093232"/>
            <a:ext cx="944541" cy="1770720"/>
          </a:xfrm>
          <a:custGeom>
            <a:avLst/>
            <a:gdLst/>
            <a:ahLst/>
            <a:cxnLst/>
            <a:rect l="l" t="t" r="r" b="b"/>
            <a:pathLst>
              <a:path w="31290" h="58659" extrusionOk="0">
                <a:moveTo>
                  <a:pt x="23065" y="0"/>
                </a:moveTo>
                <a:cubicBezTo>
                  <a:pt x="21500" y="0"/>
                  <a:pt x="20013" y="892"/>
                  <a:pt x="19312" y="2377"/>
                </a:cubicBezTo>
                <a:cubicBezTo>
                  <a:pt x="18967" y="3104"/>
                  <a:pt x="19062" y="3735"/>
                  <a:pt x="19705" y="4223"/>
                </a:cubicBezTo>
                <a:cubicBezTo>
                  <a:pt x="19979" y="4437"/>
                  <a:pt x="19931" y="4592"/>
                  <a:pt x="19824" y="4830"/>
                </a:cubicBezTo>
                <a:cubicBezTo>
                  <a:pt x="18443" y="7961"/>
                  <a:pt x="17074" y="11105"/>
                  <a:pt x="15717" y="14248"/>
                </a:cubicBezTo>
                <a:cubicBezTo>
                  <a:pt x="15582" y="14550"/>
                  <a:pt x="15437" y="14642"/>
                  <a:pt x="15124" y="14642"/>
                </a:cubicBezTo>
                <a:cubicBezTo>
                  <a:pt x="15104" y="14642"/>
                  <a:pt x="15083" y="14641"/>
                  <a:pt x="15062" y="14641"/>
                </a:cubicBezTo>
                <a:cubicBezTo>
                  <a:pt x="15027" y="14639"/>
                  <a:pt x="14993" y="14639"/>
                  <a:pt x="14960" y="14639"/>
                </a:cubicBezTo>
                <a:cubicBezTo>
                  <a:pt x="14165" y="14639"/>
                  <a:pt x="13559" y="15042"/>
                  <a:pt x="13228" y="15796"/>
                </a:cubicBezTo>
                <a:cubicBezTo>
                  <a:pt x="11418" y="19903"/>
                  <a:pt x="9621" y="24011"/>
                  <a:pt x="7835" y="28130"/>
                </a:cubicBezTo>
                <a:cubicBezTo>
                  <a:pt x="7430" y="29059"/>
                  <a:pt x="7739" y="30000"/>
                  <a:pt x="8621" y="30512"/>
                </a:cubicBezTo>
                <a:cubicBezTo>
                  <a:pt x="8859" y="30631"/>
                  <a:pt x="9002" y="30893"/>
                  <a:pt x="8954" y="31155"/>
                </a:cubicBezTo>
                <a:cubicBezTo>
                  <a:pt x="8930" y="32036"/>
                  <a:pt x="8918" y="32917"/>
                  <a:pt x="8906" y="33798"/>
                </a:cubicBezTo>
                <a:cubicBezTo>
                  <a:pt x="8882" y="34643"/>
                  <a:pt x="9252" y="35238"/>
                  <a:pt x="10025" y="35584"/>
                </a:cubicBezTo>
                <a:cubicBezTo>
                  <a:pt x="10656" y="35858"/>
                  <a:pt x="11299" y="36120"/>
                  <a:pt x="11930" y="36393"/>
                </a:cubicBezTo>
                <a:cubicBezTo>
                  <a:pt x="12215" y="36521"/>
                  <a:pt x="12485" y="36583"/>
                  <a:pt x="12744" y="36583"/>
                </a:cubicBezTo>
                <a:cubicBezTo>
                  <a:pt x="13213" y="36583"/>
                  <a:pt x="13644" y="36379"/>
                  <a:pt x="14050" y="35989"/>
                </a:cubicBezTo>
                <a:cubicBezTo>
                  <a:pt x="14681" y="35381"/>
                  <a:pt x="15336" y="34798"/>
                  <a:pt x="15967" y="34179"/>
                </a:cubicBezTo>
                <a:cubicBezTo>
                  <a:pt x="16096" y="34032"/>
                  <a:pt x="16276" y="33954"/>
                  <a:pt x="16460" y="33954"/>
                </a:cubicBezTo>
                <a:cubicBezTo>
                  <a:pt x="16530" y="33954"/>
                  <a:pt x="16600" y="33965"/>
                  <a:pt x="16669" y="33988"/>
                </a:cubicBezTo>
                <a:cubicBezTo>
                  <a:pt x="16849" y="34025"/>
                  <a:pt x="17019" y="34043"/>
                  <a:pt x="17181" y="34043"/>
                </a:cubicBezTo>
                <a:cubicBezTo>
                  <a:pt x="17962" y="34043"/>
                  <a:pt x="18533" y="33618"/>
                  <a:pt x="18908" y="32810"/>
                </a:cubicBezTo>
                <a:cubicBezTo>
                  <a:pt x="19074" y="32452"/>
                  <a:pt x="19229" y="32095"/>
                  <a:pt x="19384" y="31726"/>
                </a:cubicBezTo>
                <a:cubicBezTo>
                  <a:pt x="19688" y="31036"/>
                  <a:pt x="19782" y="30822"/>
                  <a:pt x="20151" y="30822"/>
                </a:cubicBezTo>
                <a:cubicBezTo>
                  <a:pt x="20317" y="30822"/>
                  <a:pt x="20539" y="30866"/>
                  <a:pt x="20860" y="30928"/>
                </a:cubicBezTo>
                <a:cubicBezTo>
                  <a:pt x="21015" y="30965"/>
                  <a:pt x="21176" y="30980"/>
                  <a:pt x="21334" y="30980"/>
                </a:cubicBezTo>
                <a:cubicBezTo>
                  <a:pt x="21383" y="30980"/>
                  <a:pt x="21431" y="30979"/>
                  <a:pt x="21479" y="30976"/>
                </a:cubicBezTo>
                <a:cubicBezTo>
                  <a:pt x="21531" y="30970"/>
                  <a:pt x="21580" y="30966"/>
                  <a:pt x="21625" y="30966"/>
                </a:cubicBezTo>
                <a:cubicBezTo>
                  <a:pt x="22072" y="30966"/>
                  <a:pt x="22178" y="31279"/>
                  <a:pt x="22265" y="31690"/>
                </a:cubicBezTo>
                <a:cubicBezTo>
                  <a:pt x="22979" y="35036"/>
                  <a:pt x="22932" y="38382"/>
                  <a:pt x="22241" y="41727"/>
                </a:cubicBezTo>
                <a:cubicBezTo>
                  <a:pt x="22110" y="42358"/>
                  <a:pt x="21944" y="42966"/>
                  <a:pt x="21753" y="43609"/>
                </a:cubicBezTo>
                <a:cubicBezTo>
                  <a:pt x="21575" y="44251"/>
                  <a:pt x="21360" y="44883"/>
                  <a:pt x="21134" y="45514"/>
                </a:cubicBezTo>
                <a:cubicBezTo>
                  <a:pt x="20932" y="46109"/>
                  <a:pt x="20693" y="46680"/>
                  <a:pt x="20432" y="47335"/>
                </a:cubicBezTo>
                <a:cubicBezTo>
                  <a:pt x="19741" y="45454"/>
                  <a:pt x="19169" y="45061"/>
                  <a:pt x="17229" y="45061"/>
                </a:cubicBezTo>
                <a:lnTo>
                  <a:pt x="2929" y="45061"/>
                </a:lnTo>
                <a:cubicBezTo>
                  <a:pt x="2888" y="45060"/>
                  <a:pt x="2846" y="45059"/>
                  <a:pt x="2804" y="45059"/>
                </a:cubicBezTo>
                <a:cubicBezTo>
                  <a:pt x="2513" y="45059"/>
                  <a:pt x="2222" y="45095"/>
                  <a:pt x="1941" y="45168"/>
                </a:cubicBezTo>
                <a:cubicBezTo>
                  <a:pt x="715" y="45537"/>
                  <a:pt x="0" y="46692"/>
                  <a:pt x="191" y="48061"/>
                </a:cubicBezTo>
                <a:cubicBezTo>
                  <a:pt x="334" y="49157"/>
                  <a:pt x="1215" y="49835"/>
                  <a:pt x="2548" y="49835"/>
                </a:cubicBezTo>
                <a:cubicBezTo>
                  <a:pt x="2739" y="49835"/>
                  <a:pt x="2935" y="49846"/>
                  <a:pt x="3132" y="49846"/>
                </a:cubicBezTo>
                <a:cubicBezTo>
                  <a:pt x="3231" y="49846"/>
                  <a:pt x="3330" y="49843"/>
                  <a:pt x="3429" y="49835"/>
                </a:cubicBezTo>
                <a:cubicBezTo>
                  <a:pt x="3463" y="49832"/>
                  <a:pt x="3497" y="49830"/>
                  <a:pt x="3531" y="49830"/>
                </a:cubicBezTo>
                <a:cubicBezTo>
                  <a:pt x="3805" y="49830"/>
                  <a:pt x="4071" y="49957"/>
                  <a:pt x="4251" y="50169"/>
                </a:cubicBezTo>
                <a:cubicBezTo>
                  <a:pt x="6084" y="52026"/>
                  <a:pt x="7942" y="53872"/>
                  <a:pt x="9811" y="55705"/>
                </a:cubicBezTo>
                <a:cubicBezTo>
                  <a:pt x="10121" y="55991"/>
                  <a:pt x="10049" y="56098"/>
                  <a:pt x="9764" y="56348"/>
                </a:cubicBezTo>
                <a:cubicBezTo>
                  <a:pt x="9073" y="56944"/>
                  <a:pt x="8668" y="57706"/>
                  <a:pt x="8716" y="58658"/>
                </a:cubicBezTo>
                <a:lnTo>
                  <a:pt x="10597" y="58658"/>
                </a:lnTo>
                <a:cubicBezTo>
                  <a:pt x="11133" y="57801"/>
                  <a:pt x="11942" y="57706"/>
                  <a:pt x="12871" y="57706"/>
                </a:cubicBezTo>
                <a:cubicBezTo>
                  <a:pt x="15348" y="57723"/>
                  <a:pt x="17824" y="57732"/>
                  <a:pt x="20302" y="57732"/>
                </a:cubicBezTo>
                <a:cubicBezTo>
                  <a:pt x="22780" y="57732"/>
                  <a:pt x="25259" y="57723"/>
                  <a:pt x="27742" y="57706"/>
                </a:cubicBezTo>
                <a:cubicBezTo>
                  <a:pt x="28516" y="57706"/>
                  <a:pt x="29147" y="57741"/>
                  <a:pt x="29290" y="58658"/>
                </a:cubicBezTo>
                <a:lnTo>
                  <a:pt x="31171" y="58658"/>
                </a:lnTo>
                <a:cubicBezTo>
                  <a:pt x="31290" y="58158"/>
                  <a:pt x="31242" y="57646"/>
                  <a:pt x="31195" y="57146"/>
                </a:cubicBezTo>
                <a:cubicBezTo>
                  <a:pt x="31040" y="56289"/>
                  <a:pt x="30516" y="55765"/>
                  <a:pt x="29683" y="55586"/>
                </a:cubicBezTo>
                <a:cubicBezTo>
                  <a:pt x="29337" y="55515"/>
                  <a:pt x="29278" y="55372"/>
                  <a:pt x="29278" y="55050"/>
                </a:cubicBezTo>
                <a:cubicBezTo>
                  <a:pt x="29302" y="53955"/>
                  <a:pt x="29302" y="52872"/>
                  <a:pt x="29278" y="51776"/>
                </a:cubicBezTo>
                <a:cubicBezTo>
                  <a:pt x="29266" y="50288"/>
                  <a:pt x="28349" y="49002"/>
                  <a:pt x="26920" y="48585"/>
                </a:cubicBezTo>
                <a:cubicBezTo>
                  <a:pt x="26337" y="48407"/>
                  <a:pt x="26373" y="48204"/>
                  <a:pt x="26539" y="47740"/>
                </a:cubicBezTo>
                <a:cubicBezTo>
                  <a:pt x="28659" y="42037"/>
                  <a:pt x="29278" y="36191"/>
                  <a:pt x="27885" y="30226"/>
                </a:cubicBezTo>
                <a:cubicBezTo>
                  <a:pt x="27635" y="29178"/>
                  <a:pt x="27551" y="28309"/>
                  <a:pt x="28397" y="27535"/>
                </a:cubicBezTo>
                <a:cubicBezTo>
                  <a:pt x="28409" y="27523"/>
                  <a:pt x="28409" y="27499"/>
                  <a:pt x="28421" y="27488"/>
                </a:cubicBezTo>
                <a:cubicBezTo>
                  <a:pt x="30766" y="23606"/>
                  <a:pt x="29075" y="18546"/>
                  <a:pt x="24861" y="16879"/>
                </a:cubicBezTo>
                <a:cubicBezTo>
                  <a:pt x="24623" y="16772"/>
                  <a:pt x="24230" y="16796"/>
                  <a:pt x="24468" y="16272"/>
                </a:cubicBezTo>
                <a:cubicBezTo>
                  <a:pt x="25658" y="13617"/>
                  <a:pt x="26801" y="10950"/>
                  <a:pt x="27956" y="8295"/>
                </a:cubicBezTo>
                <a:cubicBezTo>
                  <a:pt x="28028" y="8120"/>
                  <a:pt x="28082" y="7999"/>
                  <a:pt x="28286" y="7999"/>
                </a:cubicBezTo>
                <a:cubicBezTo>
                  <a:pt x="28319" y="7999"/>
                  <a:pt x="28355" y="8002"/>
                  <a:pt x="28397" y="8009"/>
                </a:cubicBezTo>
                <a:cubicBezTo>
                  <a:pt x="28516" y="8029"/>
                  <a:pt x="28630" y="8038"/>
                  <a:pt x="28739" y="8038"/>
                </a:cubicBezTo>
                <a:cubicBezTo>
                  <a:pt x="29418" y="8038"/>
                  <a:pt x="29878" y="7656"/>
                  <a:pt x="30135" y="6937"/>
                </a:cubicBezTo>
                <a:cubicBezTo>
                  <a:pt x="30838" y="5009"/>
                  <a:pt x="30004" y="2770"/>
                  <a:pt x="28159" y="1842"/>
                </a:cubicBezTo>
                <a:cubicBezTo>
                  <a:pt x="26956" y="1234"/>
                  <a:pt x="25706" y="699"/>
                  <a:pt x="24432" y="234"/>
                </a:cubicBezTo>
                <a:cubicBezTo>
                  <a:pt x="23981" y="76"/>
                  <a:pt x="23520" y="0"/>
                  <a:pt x="230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899" name="Google Shape;899;p41"/>
          <p:cNvSpPr/>
          <p:nvPr/>
        </p:nvSpPr>
        <p:spPr>
          <a:xfrm flipH="1">
            <a:off x="311740" y="6827969"/>
            <a:ext cx="567902" cy="35983"/>
          </a:xfrm>
          <a:custGeom>
            <a:avLst/>
            <a:gdLst/>
            <a:ahLst/>
            <a:cxnLst/>
            <a:rect l="l" t="t" r="r" b="b"/>
            <a:pathLst>
              <a:path w="18813" h="1192" extrusionOk="0">
                <a:moveTo>
                  <a:pt x="17896" y="0"/>
                </a:moveTo>
                <a:cubicBezTo>
                  <a:pt x="12455" y="24"/>
                  <a:pt x="7026" y="24"/>
                  <a:pt x="1584" y="24"/>
                </a:cubicBezTo>
                <a:cubicBezTo>
                  <a:pt x="596" y="24"/>
                  <a:pt x="311" y="239"/>
                  <a:pt x="1" y="1191"/>
                </a:cubicBezTo>
                <a:lnTo>
                  <a:pt x="18694" y="1191"/>
                </a:lnTo>
                <a:cubicBezTo>
                  <a:pt x="18682" y="1060"/>
                  <a:pt x="18682" y="941"/>
                  <a:pt x="18694" y="810"/>
                </a:cubicBezTo>
                <a:cubicBezTo>
                  <a:pt x="18813" y="155"/>
                  <a:pt x="18539" y="0"/>
                  <a:pt x="1789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0" name="Google Shape;900;p41"/>
          <p:cNvSpPr/>
          <p:nvPr/>
        </p:nvSpPr>
        <p:spPr>
          <a:xfrm flipH="1">
            <a:off x="250280" y="6817978"/>
            <a:ext cx="8301" cy="45974"/>
          </a:xfrm>
          <a:custGeom>
            <a:avLst/>
            <a:gdLst/>
            <a:ahLst/>
            <a:cxnLst/>
            <a:rect l="l" t="t" r="r" b="b"/>
            <a:pathLst>
              <a:path w="275" h="1523" extrusionOk="0">
                <a:moveTo>
                  <a:pt x="78" y="1"/>
                </a:moveTo>
                <a:cubicBezTo>
                  <a:pt x="60" y="1"/>
                  <a:pt x="43" y="4"/>
                  <a:pt x="25" y="10"/>
                </a:cubicBezTo>
                <a:cubicBezTo>
                  <a:pt x="13" y="510"/>
                  <a:pt x="13" y="1010"/>
                  <a:pt x="1" y="1522"/>
                </a:cubicBezTo>
                <a:cubicBezTo>
                  <a:pt x="275" y="1034"/>
                  <a:pt x="60" y="510"/>
                  <a:pt x="132" y="10"/>
                </a:cubicBezTo>
                <a:cubicBezTo>
                  <a:pt x="114" y="4"/>
                  <a:pt x="96" y="1"/>
                  <a:pt x="78" y="1"/>
                </a:cubicBezTo>
                <a:close/>
              </a:path>
            </a:pathLst>
          </a:custGeom>
          <a:solidFill>
            <a:srgbClr val="DFDF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1" name="Google Shape;901;p41"/>
          <p:cNvSpPr/>
          <p:nvPr/>
        </p:nvSpPr>
        <p:spPr>
          <a:xfrm flipH="1">
            <a:off x="339391" y="5629166"/>
            <a:ext cx="371689" cy="357108"/>
          </a:xfrm>
          <a:custGeom>
            <a:avLst/>
            <a:gdLst/>
            <a:ahLst/>
            <a:cxnLst/>
            <a:rect l="l" t="t" r="r" b="b"/>
            <a:pathLst>
              <a:path w="12313" h="11830" extrusionOk="0">
                <a:moveTo>
                  <a:pt x="5942" y="0"/>
                </a:moveTo>
                <a:cubicBezTo>
                  <a:pt x="5167" y="0"/>
                  <a:pt x="4386" y="154"/>
                  <a:pt x="3644" y="470"/>
                </a:cubicBezTo>
                <a:cubicBezTo>
                  <a:pt x="1430" y="1399"/>
                  <a:pt x="1" y="3566"/>
                  <a:pt x="25" y="5959"/>
                </a:cubicBezTo>
                <a:cubicBezTo>
                  <a:pt x="49" y="9202"/>
                  <a:pt x="2680" y="11829"/>
                  <a:pt x="5932" y="11829"/>
                </a:cubicBezTo>
                <a:cubicBezTo>
                  <a:pt x="5939" y="11829"/>
                  <a:pt x="5947" y="11829"/>
                  <a:pt x="5954" y="11829"/>
                </a:cubicBezTo>
                <a:cubicBezTo>
                  <a:pt x="8347" y="11817"/>
                  <a:pt x="10502" y="10365"/>
                  <a:pt x="11407" y="8150"/>
                </a:cubicBezTo>
                <a:cubicBezTo>
                  <a:pt x="12312" y="5935"/>
                  <a:pt x="11800" y="3399"/>
                  <a:pt x="10097" y="1709"/>
                </a:cubicBezTo>
                <a:cubicBezTo>
                  <a:pt x="8968" y="595"/>
                  <a:pt x="7467" y="0"/>
                  <a:pt x="594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2" name="Google Shape;902;p41"/>
          <p:cNvSpPr/>
          <p:nvPr/>
        </p:nvSpPr>
        <p:spPr>
          <a:xfrm flipH="1">
            <a:off x="641318" y="5580083"/>
            <a:ext cx="283604" cy="496752"/>
          </a:xfrm>
          <a:custGeom>
            <a:avLst/>
            <a:gdLst/>
            <a:ahLst/>
            <a:cxnLst/>
            <a:rect l="l" t="t" r="r" b="b"/>
            <a:pathLst>
              <a:path w="9395" h="16456" extrusionOk="0">
                <a:moveTo>
                  <a:pt x="5936" y="0"/>
                </a:moveTo>
                <a:cubicBezTo>
                  <a:pt x="5688" y="0"/>
                  <a:pt x="5518" y="167"/>
                  <a:pt x="5359" y="525"/>
                </a:cubicBezTo>
                <a:cubicBezTo>
                  <a:pt x="3811" y="4109"/>
                  <a:pt x="2239" y="7692"/>
                  <a:pt x="656" y="11264"/>
                </a:cubicBezTo>
                <a:cubicBezTo>
                  <a:pt x="489" y="11645"/>
                  <a:pt x="548" y="11776"/>
                  <a:pt x="929" y="11931"/>
                </a:cubicBezTo>
                <a:cubicBezTo>
                  <a:pt x="2906" y="12717"/>
                  <a:pt x="4870" y="13526"/>
                  <a:pt x="6835" y="14348"/>
                </a:cubicBezTo>
                <a:cubicBezTo>
                  <a:pt x="7037" y="14431"/>
                  <a:pt x="7430" y="14443"/>
                  <a:pt x="7275" y="14800"/>
                </a:cubicBezTo>
                <a:cubicBezTo>
                  <a:pt x="7215" y="14935"/>
                  <a:pt x="7138" y="14981"/>
                  <a:pt x="7056" y="14981"/>
                </a:cubicBezTo>
                <a:cubicBezTo>
                  <a:pt x="6913" y="14981"/>
                  <a:pt x="6754" y="14841"/>
                  <a:pt x="6633" y="14789"/>
                </a:cubicBezTo>
                <a:cubicBezTo>
                  <a:pt x="4680" y="14003"/>
                  <a:pt x="2739" y="13181"/>
                  <a:pt x="787" y="12395"/>
                </a:cubicBezTo>
                <a:cubicBezTo>
                  <a:pt x="667" y="12346"/>
                  <a:pt x="521" y="12217"/>
                  <a:pt x="386" y="12217"/>
                </a:cubicBezTo>
                <a:cubicBezTo>
                  <a:pt x="293" y="12217"/>
                  <a:pt x="204" y="12278"/>
                  <a:pt x="132" y="12467"/>
                </a:cubicBezTo>
                <a:cubicBezTo>
                  <a:pt x="1" y="12824"/>
                  <a:pt x="60" y="13062"/>
                  <a:pt x="429" y="13229"/>
                </a:cubicBezTo>
                <a:cubicBezTo>
                  <a:pt x="2870" y="14265"/>
                  <a:pt x="5299" y="15324"/>
                  <a:pt x="7728" y="16384"/>
                </a:cubicBezTo>
                <a:cubicBezTo>
                  <a:pt x="7842" y="16432"/>
                  <a:pt x="7944" y="16456"/>
                  <a:pt x="8034" y="16456"/>
                </a:cubicBezTo>
                <a:cubicBezTo>
                  <a:pt x="8235" y="16456"/>
                  <a:pt x="8379" y="16337"/>
                  <a:pt x="8478" y="16098"/>
                </a:cubicBezTo>
                <a:cubicBezTo>
                  <a:pt x="8716" y="15562"/>
                  <a:pt x="8919" y="15003"/>
                  <a:pt x="9180" y="14491"/>
                </a:cubicBezTo>
                <a:cubicBezTo>
                  <a:pt x="9395" y="14098"/>
                  <a:pt x="9323" y="13919"/>
                  <a:pt x="8942" y="13669"/>
                </a:cubicBezTo>
                <a:cubicBezTo>
                  <a:pt x="6287" y="11955"/>
                  <a:pt x="5049" y="8716"/>
                  <a:pt x="5882" y="5668"/>
                </a:cubicBezTo>
                <a:cubicBezTo>
                  <a:pt x="6371" y="3823"/>
                  <a:pt x="7466" y="2418"/>
                  <a:pt x="9097" y="1311"/>
                </a:cubicBezTo>
                <a:cubicBezTo>
                  <a:pt x="8133" y="894"/>
                  <a:pt x="7240" y="525"/>
                  <a:pt x="6371" y="120"/>
                </a:cubicBezTo>
                <a:cubicBezTo>
                  <a:pt x="6201" y="41"/>
                  <a:pt x="6059" y="0"/>
                  <a:pt x="593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3" name="Google Shape;903;p41"/>
          <p:cNvSpPr/>
          <p:nvPr/>
        </p:nvSpPr>
        <p:spPr>
          <a:xfrm flipH="1">
            <a:off x="625138" y="6498029"/>
            <a:ext cx="524765" cy="56087"/>
          </a:xfrm>
          <a:custGeom>
            <a:avLst/>
            <a:gdLst/>
            <a:ahLst/>
            <a:cxnLst/>
            <a:rect l="l" t="t" r="r" b="b"/>
            <a:pathLst>
              <a:path w="17384" h="1858" extrusionOk="0">
                <a:moveTo>
                  <a:pt x="1215" y="0"/>
                </a:moveTo>
                <a:cubicBezTo>
                  <a:pt x="346" y="12"/>
                  <a:pt x="0" y="346"/>
                  <a:pt x="0" y="1155"/>
                </a:cubicBezTo>
                <a:cubicBezTo>
                  <a:pt x="0" y="1751"/>
                  <a:pt x="179" y="1858"/>
                  <a:pt x="1120" y="1858"/>
                </a:cubicBezTo>
                <a:lnTo>
                  <a:pt x="16407" y="1858"/>
                </a:lnTo>
                <a:cubicBezTo>
                  <a:pt x="17324" y="1858"/>
                  <a:pt x="17384" y="1786"/>
                  <a:pt x="17229" y="870"/>
                </a:cubicBezTo>
                <a:cubicBezTo>
                  <a:pt x="17134" y="286"/>
                  <a:pt x="16776" y="0"/>
                  <a:pt x="160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4" name="Google Shape;904;p41"/>
          <p:cNvSpPr/>
          <p:nvPr/>
        </p:nvSpPr>
        <p:spPr>
          <a:xfrm flipH="1">
            <a:off x="326471" y="5137425"/>
            <a:ext cx="250881" cy="151567"/>
          </a:xfrm>
          <a:custGeom>
            <a:avLst/>
            <a:gdLst/>
            <a:ahLst/>
            <a:cxnLst/>
            <a:rect l="l" t="t" r="r" b="b"/>
            <a:pathLst>
              <a:path w="8311" h="5021" extrusionOk="0">
                <a:moveTo>
                  <a:pt x="2463" y="1"/>
                </a:moveTo>
                <a:cubicBezTo>
                  <a:pt x="1592" y="1"/>
                  <a:pt x="752" y="422"/>
                  <a:pt x="238" y="1163"/>
                </a:cubicBezTo>
                <a:cubicBezTo>
                  <a:pt x="0" y="1509"/>
                  <a:pt x="24" y="1651"/>
                  <a:pt x="429" y="1830"/>
                </a:cubicBezTo>
                <a:cubicBezTo>
                  <a:pt x="2739" y="2806"/>
                  <a:pt x="5025" y="3806"/>
                  <a:pt x="7322" y="4807"/>
                </a:cubicBezTo>
                <a:cubicBezTo>
                  <a:pt x="7640" y="4941"/>
                  <a:pt x="7852" y="5020"/>
                  <a:pt x="7996" y="5020"/>
                </a:cubicBezTo>
                <a:cubicBezTo>
                  <a:pt x="8246" y="5020"/>
                  <a:pt x="8288" y="4781"/>
                  <a:pt x="8311" y="4176"/>
                </a:cubicBezTo>
                <a:lnTo>
                  <a:pt x="8311" y="4045"/>
                </a:lnTo>
                <a:cubicBezTo>
                  <a:pt x="8263" y="2961"/>
                  <a:pt x="7787" y="2104"/>
                  <a:pt x="6799" y="1628"/>
                </a:cubicBezTo>
                <a:cubicBezTo>
                  <a:pt x="5691" y="1104"/>
                  <a:pt x="4560" y="628"/>
                  <a:pt x="3417" y="175"/>
                </a:cubicBezTo>
                <a:cubicBezTo>
                  <a:pt x="3105" y="57"/>
                  <a:pt x="2782" y="1"/>
                  <a:pt x="246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5" name="Google Shape;905;p41"/>
          <p:cNvSpPr/>
          <p:nvPr/>
        </p:nvSpPr>
        <p:spPr>
          <a:xfrm flipH="1">
            <a:off x="404111" y="5711636"/>
            <a:ext cx="226792" cy="193406"/>
          </a:xfrm>
          <a:custGeom>
            <a:avLst/>
            <a:gdLst/>
            <a:ahLst/>
            <a:cxnLst/>
            <a:rect l="l" t="t" r="r" b="b"/>
            <a:pathLst>
              <a:path w="7513" h="6407" extrusionOk="0">
                <a:moveTo>
                  <a:pt x="3239" y="1"/>
                </a:moveTo>
                <a:cubicBezTo>
                  <a:pt x="1453" y="1"/>
                  <a:pt x="0" y="1465"/>
                  <a:pt x="48" y="3263"/>
                </a:cubicBezTo>
                <a:cubicBezTo>
                  <a:pt x="80" y="5164"/>
                  <a:pt x="1639" y="6406"/>
                  <a:pt x="3263" y="6406"/>
                </a:cubicBezTo>
                <a:cubicBezTo>
                  <a:pt x="4059" y="6406"/>
                  <a:pt x="4870" y="6108"/>
                  <a:pt x="5525" y="5442"/>
                </a:cubicBezTo>
                <a:cubicBezTo>
                  <a:pt x="7513" y="3418"/>
                  <a:pt x="6072" y="1"/>
                  <a:pt x="323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6" name="Google Shape;906;p41"/>
          <p:cNvSpPr/>
          <p:nvPr/>
        </p:nvSpPr>
        <p:spPr>
          <a:xfrm flipH="1">
            <a:off x="443988" y="5164020"/>
            <a:ext cx="34896" cy="58441"/>
          </a:xfrm>
          <a:custGeom>
            <a:avLst/>
            <a:gdLst/>
            <a:ahLst/>
            <a:cxnLst/>
            <a:rect l="l" t="t" r="r" b="b"/>
            <a:pathLst>
              <a:path w="1156" h="1936" extrusionOk="0">
                <a:moveTo>
                  <a:pt x="879" y="0"/>
                </a:moveTo>
                <a:cubicBezTo>
                  <a:pt x="771" y="0"/>
                  <a:pt x="673" y="75"/>
                  <a:pt x="643" y="175"/>
                </a:cubicBezTo>
                <a:cubicBezTo>
                  <a:pt x="453" y="640"/>
                  <a:pt x="262" y="1092"/>
                  <a:pt x="72" y="1556"/>
                </a:cubicBezTo>
                <a:cubicBezTo>
                  <a:pt x="0" y="1663"/>
                  <a:pt x="48" y="1806"/>
                  <a:pt x="155" y="1878"/>
                </a:cubicBezTo>
                <a:cubicBezTo>
                  <a:pt x="194" y="1917"/>
                  <a:pt x="245" y="1936"/>
                  <a:pt x="295" y="1936"/>
                </a:cubicBezTo>
                <a:cubicBezTo>
                  <a:pt x="369" y="1936"/>
                  <a:pt x="441" y="1896"/>
                  <a:pt x="477" y="1818"/>
                </a:cubicBezTo>
                <a:cubicBezTo>
                  <a:pt x="715" y="1318"/>
                  <a:pt x="929" y="806"/>
                  <a:pt x="1132" y="330"/>
                </a:cubicBezTo>
                <a:cubicBezTo>
                  <a:pt x="1155" y="139"/>
                  <a:pt x="1060" y="44"/>
                  <a:pt x="941" y="8"/>
                </a:cubicBezTo>
                <a:cubicBezTo>
                  <a:pt x="920" y="3"/>
                  <a:pt x="899" y="0"/>
                  <a:pt x="87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7" name="Google Shape;907;p41"/>
          <p:cNvSpPr/>
          <p:nvPr/>
        </p:nvSpPr>
        <p:spPr>
          <a:xfrm flipH="1">
            <a:off x="408760" y="5178298"/>
            <a:ext cx="35258" cy="57928"/>
          </a:xfrm>
          <a:custGeom>
            <a:avLst/>
            <a:gdLst/>
            <a:ahLst/>
            <a:cxnLst/>
            <a:rect l="l" t="t" r="r" b="b"/>
            <a:pathLst>
              <a:path w="1168" h="1919" extrusionOk="0">
                <a:moveTo>
                  <a:pt x="868" y="0"/>
                </a:moveTo>
                <a:cubicBezTo>
                  <a:pt x="778" y="0"/>
                  <a:pt x="693" y="58"/>
                  <a:pt x="667" y="155"/>
                </a:cubicBezTo>
                <a:cubicBezTo>
                  <a:pt x="465" y="631"/>
                  <a:pt x="262" y="1119"/>
                  <a:pt x="72" y="1595"/>
                </a:cubicBezTo>
                <a:cubicBezTo>
                  <a:pt x="0" y="1774"/>
                  <a:pt x="96" y="1881"/>
                  <a:pt x="274" y="1917"/>
                </a:cubicBezTo>
                <a:cubicBezTo>
                  <a:pt x="283" y="1918"/>
                  <a:pt x="292" y="1918"/>
                  <a:pt x="301" y="1918"/>
                </a:cubicBezTo>
                <a:cubicBezTo>
                  <a:pt x="399" y="1918"/>
                  <a:pt x="491" y="1860"/>
                  <a:pt x="524" y="1762"/>
                </a:cubicBezTo>
                <a:cubicBezTo>
                  <a:pt x="715" y="1286"/>
                  <a:pt x="929" y="809"/>
                  <a:pt x="1120" y="321"/>
                </a:cubicBezTo>
                <a:cubicBezTo>
                  <a:pt x="1167" y="202"/>
                  <a:pt x="1096" y="59"/>
                  <a:pt x="965" y="24"/>
                </a:cubicBezTo>
                <a:cubicBezTo>
                  <a:pt x="933" y="8"/>
                  <a:pt x="900" y="0"/>
                  <a:pt x="8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8" name="Google Shape;908;p41"/>
          <p:cNvSpPr/>
          <p:nvPr/>
        </p:nvSpPr>
        <p:spPr>
          <a:xfrm flipH="1">
            <a:off x="479940" y="5150194"/>
            <a:ext cx="33447" cy="57777"/>
          </a:xfrm>
          <a:custGeom>
            <a:avLst/>
            <a:gdLst/>
            <a:ahLst/>
            <a:cxnLst/>
            <a:rect l="l" t="t" r="r" b="b"/>
            <a:pathLst>
              <a:path w="1108" h="1914" extrusionOk="0">
                <a:moveTo>
                  <a:pt x="870" y="0"/>
                </a:moveTo>
                <a:cubicBezTo>
                  <a:pt x="790" y="0"/>
                  <a:pt x="715" y="38"/>
                  <a:pt x="679" y="109"/>
                </a:cubicBezTo>
                <a:cubicBezTo>
                  <a:pt x="453" y="597"/>
                  <a:pt x="239" y="1098"/>
                  <a:pt x="48" y="1598"/>
                </a:cubicBezTo>
                <a:cubicBezTo>
                  <a:pt x="0" y="1717"/>
                  <a:pt x="72" y="1848"/>
                  <a:pt x="191" y="1895"/>
                </a:cubicBezTo>
                <a:cubicBezTo>
                  <a:pt x="220" y="1908"/>
                  <a:pt x="249" y="1914"/>
                  <a:pt x="278" y="1914"/>
                </a:cubicBezTo>
                <a:cubicBezTo>
                  <a:pt x="357" y="1914"/>
                  <a:pt x="430" y="1870"/>
                  <a:pt x="465" y="1800"/>
                </a:cubicBezTo>
                <a:cubicBezTo>
                  <a:pt x="691" y="1288"/>
                  <a:pt x="917" y="764"/>
                  <a:pt x="1108" y="324"/>
                </a:cubicBezTo>
                <a:cubicBezTo>
                  <a:pt x="1108" y="121"/>
                  <a:pt x="1048" y="50"/>
                  <a:pt x="953" y="14"/>
                </a:cubicBezTo>
                <a:cubicBezTo>
                  <a:pt x="926" y="5"/>
                  <a:pt x="897" y="0"/>
                  <a:pt x="8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9" name="Google Shape;909;p41"/>
          <p:cNvSpPr/>
          <p:nvPr/>
        </p:nvSpPr>
        <p:spPr>
          <a:xfrm flipH="1">
            <a:off x="373562" y="5192818"/>
            <a:ext cx="34534" cy="57717"/>
          </a:xfrm>
          <a:custGeom>
            <a:avLst/>
            <a:gdLst/>
            <a:ahLst/>
            <a:cxnLst/>
            <a:rect l="l" t="t" r="r" b="b"/>
            <a:pathLst>
              <a:path w="1144" h="1912" extrusionOk="0">
                <a:moveTo>
                  <a:pt x="856" y="0"/>
                </a:moveTo>
                <a:cubicBezTo>
                  <a:pt x="777" y="0"/>
                  <a:pt x="703" y="47"/>
                  <a:pt x="668" y="126"/>
                </a:cubicBezTo>
                <a:cubicBezTo>
                  <a:pt x="453" y="626"/>
                  <a:pt x="239" y="1150"/>
                  <a:pt x="37" y="1674"/>
                </a:cubicBezTo>
                <a:cubicBezTo>
                  <a:pt x="1" y="1793"/>
                  <a:pt x="84" y="1912"/>
                  <a:pt x="299" y="1912"/>
                </a:cubicBezTo>
                <a:cubicBezTo>
                  <a:pt x="334" y="1900"/>
                  <a:pt x="430" y="1864"/>
                  <a:pt x="465" y="1805"/>
                </a:cubicBezTo>
                <a:cubicBezTo>
                  <a:pt x="680" y="1317"/>
                  <a:pt x="894" y="817"/>
                  <a:pt x="1084" y="317"/>
                </a:cubicBezTo>
                <a:cubicBezTo>
                  <a:pt x="1144" y="197"/>
                  <a:pt x="1073" y="55"/>
                  <a:pt x="942" y="19"/>
                </a:cubicBezTo>
                <a:cubicBezTo>
                  <a:pt x="913" y="6"/>
                  <a:pt x="884" y="0"/>
                  <a:pt x="85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FC5CDB10-801C-571D-3287-D5E288E4B1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2895883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 userDrawn="1">
  <p:cSld name="One column text"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82;p43">
            <a:extLst>
              <a:ext uri="{FF2B5EF4-FFF2-40B4-BE49-F238E27FC236}">
                <a16:creationId xmlns:a16="http://schemas.microsoft.com/office/drawing/2014/main" id="{CFC2988E-44EF-68EA-086E-BC14CE6CA4C3}"/>
              </a:ext>
            </a:extLst>
          </p:cNvPr>
          <p:cNvSpPr/>
          <p:nvPr userDrawn="1"/>
        </p:nvSpPr>
        <p:spPr>
          <a:xfrm flipH="1">
            <a:off x="11158175" y="167"/>
            <a:ext cx="1033827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12" name="Google Shape;912;p42"/>
          <p:cNvSpPr/>
          <p:nvPr/>
        </p:nvSpPr>
        <p:spPr>
          <a:xfrm rot="10800000">
            <a:off x="133" y="6240800"/>
            <a:ext cx="35748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13" name="Google Shape;913;p42"/>
          <p:cNvSpPr/>
          <p:nvPr/>
        </p:nvSpPr>
        <p:spPr>
          <a:xfrm rot="10800000">
            <a:off x="0" y="-23833"/>
            <a:ext cx="797200" cy="121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14" name="Google Shape;914;p42"/>
          <p:cNvSpPr/>
          <p:nvPr/>
        </p:nvSpPr>
        <p:spPr>
          <a:xfrm rot="10800000">
            <a:off x="0" y="1175567"/>
            <a:ext cx="797200" cy="121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919" name="Google Shape;919;p42"/>
          <p:cNvGrpSpPr/>
          <p:nvPr/>
        </p:nvGrpSpPr>
        <p:grpSpPr>
          <a:xfrm>
            <a:off x="10350398" y="188558"/>
            <a:ext cx="1694403" cy="6568009"/>
            <a:chOff x="7762799" y="141418"/>
            <a:chExt cx="1270802" cy="4926007"/>
          </a:xfrm>
        </p:grpSpPr>
        <p:grpSp>
          <p:nvGrpSpPr>
            <p:cNvPr id="920" name="Google Shape;920;p42"/>
            <p:cNvGrpSpPr/>
            <p:nvPr/>
          </p:nvGrpSpPr>
          <p:grpSpPr>
            <a:xfrm rot="10800000">
              <a:off x="7762798" y="4701671"/>
              <a:ext cx="1270801" cy="365754"/>
              <a:chOff x="720000" y="-118744"/>
              <a:chExt cx="1270801" cy="365754"/>
            </a:xfrm>
          </p:grpSpPr>
          <p:grpSp>
            <p:nvGrpSpPr>
              <p:cNvPr id="921" name="Google Shape;921;p42"/>
              <p:cNvGrpSpPr/>
              <p:nvPr/>
            </p:nvGrpSpPr>
            <p:grpSpPr>
              <a:xfrm rot="5400000">
                <a:off x="1778358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22" name="Google Shape;922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23" name="Google Shape;923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24" name="Google Shape;924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25" name="Google Shape;925;p42"/>
              <p:cNvGrpSpPr/>
              <p:nvPr/>
            </p:nvGrpSpPr>
            <p:grpSpPr>
              <a:xfrm rot="5400000">
                <a:off x="1657191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26" name="Google Shape;926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27" name="Google Shape;927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28" name="Google Shape;928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29" name="Google Shape;929;p42"/>
              <p:cNvGrpSpPr/>
              <p:nvPr/>
            </p:nvGrpSpPr>
            <p:grpSpPr>
              <a:xfrm rot="5400000">
                <a:off x="1536024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30" name="Google Shape;930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31" name="Google Shape;931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32" name="Google Shape;932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33" name="Google Shape;933;p42"/>
              <p:cNvGrpSpPr/>
              <p:nvPr/>
            </p:nvGrpSpPr>
            <p:grpSpPr>
              <a:xfrm rot="5400000">
                <a:off x="1414857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34" name="Google Shape;934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35" name="Google Shape;935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36" name="Google Shape;936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37" name="Google Shape;937;p42"/>
              <p:cNvGrpSpPr/>
              <p:nvPr/>
            </p:nvGrpSpPr>
            <p:grpSpPr>
              <a:xfrm rot="5400000">
                <a:off x="12936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38" name="Google Shape;938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39" name="Google Shape;939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40" name="Google Shape;940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41" name="Google Shape;941;p42"/>
              <p:cNvGrpSpPr/>
              <p:nvPr/>
            </p:nvGrpSpPr>
            <p:grpSpPr>
              <a:xfrm rot="5400000">
                <a:off x="1172524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42" name="Google Shape;942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43" name="Google Shape;943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44" name="Google Shape;944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45" name="Google Shape;945;p42"/>
              <p:cNvGrpSpPr/>
              <p:nvPr/>
            </p:nvGrpSpPr>
            <p:grpSpPr>
              <a:xfrm rot="5400000">
                <a:off x="1051357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46" name="Google Shape;946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47" name="Google Shape;947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48" name="Google Shape;948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49" name="Google Shape;949;p42"/>
              <p:cNvGrpSpPr/>
              <p:nvPr/>
            </p:nvGrpSpPr>
            <p:grpSpPr>
              <a:xfrm rot="5400000">
                <a:off x="9301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50" name="Google Shape;950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51" name="Google Shape;951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52" name="Google Shape;952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53" name="Google Shape;953;p42"/>
              <p:cNvGrpSpPr/>
              <p:nvPr/>
            </p:nvGrpSpPr>
            <p:grpSpPr>
              <a:xfrm rot="5400000">
                <a:off x="809023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54" name="Google Shape;954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55" name="Google Shape;955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56" name="Google Shape;956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57" name="Google Shape;957;p42"/>
              <p:cNvGrpSpPr/>
              <p:nvPr/>
            </p:nvGrpSpPr>
            <p:grpSpPr>
              <a:xfrm rot="5400000">
                <a:off x="687856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58" name="Google Shape;958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59" name="Google Shape;959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60" name="Google Shape;960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61" name="Google Shape;961;p42"/>
              <p:cNvGrpSpPr/>
              <p:nvPr/>
            </p:nvGrpSpPr>
            <p:grpSpPr>
              <a:xfrm rot="5400000">
                <a:off x="5666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62" name="Google Shape;962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63" name="Google Shape;963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64" name="Google Shape;964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965" name="Google Shape;965;p42"/>
            <p:cNvSpPr/>
            <p:nvPr/>
          </p:nvSpPr>
          <p:spPr>
            <a:xfrm rot="10800000">
              <a:off x="8498388" y="141418"/>
              <a:ext cx="535212" cy="585488"/>
            </a:xfrm>
            <a:custGeom>
              <a:avLst/>
              <a:gdLst/>
              <a:ahLst/>
              <a:cxnLst/>
              <a:rect l="l" t="t" r="r" b="b"/>
              <a:pathLst>
                <a:path w="16873" h="18458" extrusionOk="0">
                  <a:moveTo>
                    <a:pt x="14300" y="746"/>
                  </a:moveTo>
                  <a:cubicBezTo>
                    <a:pt x="15360" y="770"/>
                    <a:pt x="15872" y="2055"/>
                    <a:pt x="15122" y="2794"/>
                  </a:cubicBezTo>
                  <a:cubicBezTo>
                    <a:pt x="14878" y="3030"/>
                    <a:pt x="14583" y="3136"/>
                    <a:pt x="14295" y="3136"/>
                  </a:cubicBezTo>
                  <a:cubicBezTo>
                    <a:pt x="13682" y="3136"/>
                    <a:pt x="13098" y="2657"/>
                    <a:pt x="13098" y="1936"/>
                  </a:cubicBezTo>
                  <a:cubicBezTo>
                    <a:pt x="13098" y="1282"/>
                    <a:pt x="13645" y="746"/>
                    <a:pt x="14300" y="746"/>
                  </a:cubicBezTo>
                  <a:close/>
                  <a:moveTo>
                    <a:pt x="2586" y="761"/>
                  </a:moveTo>
                  <a:cubicBezTo>
                    <a:pt x="3199" y="761"/>
                    <a:pt x="3787" y="1236"/>
                    <a:pt x="3787" y="1948"/>
                  </a:cubicBezTo>
                  <a:cubicBezTo>
                    <a:pt x="3775" y="2615"/>
                    <a:pt x="3239" y="3139"/>
                    <a:pt x="2573" y="3139"/>
                  </a:cubicBezTo>
                  <a:cubicBezTo>
                    <a:pt x="1513" y="3127"/>
                    <a:pt x="1001" y="1841"/>
                    <a:pt x="1763" y="1103"/>
                  </a:cubicBezTo>
                  <a:cubicBezTo>
                    <a:pt x="2003" y="866"/>
                    <a:pt x="2297" y="761"/>
                    <a:pt x="2586" y="761"/>
                  </a:cubicBezTo>
                  <a:close/>
                  <a:moveTo>
                    <a:pt x="14299" y="1"/>
                  </a:moveTo>
                  <a:cubicBezTo>
                    <a:pt x="13305" y="1"/>
                    <a:pt x="12348" y="774"/>
                    <a:pt x="12348" y="1936"/>
                  </a:cubicBezTo>
                  <a:cubicBezTo>
                    <a:pt x="12360" y="3020"/>
                    <a:pt x="13229" y="3877"/>
                    <a:pt x="14300" y="3877"/>
                  </a:cubicBezTo>
                  <a:cubicBezTo>
                    <a:pt x="16027" y="3865"/>
                    <a:pt x="16872" y="1782"/>
                    <a:pt x="15646" y="567"/>
                  </a:cubicBezTo>
                  <a:cubicBezTo>
                    <a:pt x="15254" y="176"/>
                    <a:pt x="14773" y="1"/>
                    <a:pt x="14299" y="1"/>
                  </a:cubicBezTo>
                  <a:close/>
                  <a:moveTo>
                    <a:pt x="2594" y="19"/>
                  </a:moveTo>
                  <a:cubicBezTo>
                    <a:pt x="2587" y="19"/>
                    <a:pt x="2580" y="19"/>
                    <a:pt x="2573" y="19"/>
                  </a:cubicBezTo>
                  <a:cubicBezTo>
                    <a:pt x="846" y="31"/>
                    <a:pt x="1" y="2115"/>
                    <a:pt x="1227" y="3329"/>
                  </a:cubicBezTo>
                  <a:cubicBezTo>
                    <a:pt x="1621" y="3719"/>
                    <a:pt x="2102" y="3893"/>
                    <a:pt x="2574" y="3893"/>
                  </a:cubicBezTo>
                  <a:cubicBezTo>
                    <a:pt x="3575" y="3893"/>
                    <a:pt x="4533" y="3113"/>
                    <a:pt x="4525" y="1948"/>
                  </a:cubicBezTo>
                  <a:cubicBezTo>
                    <a:pt x="4525" y="884"/>
                    <a:pt x="3656" y="19"/>
                    <a:pt x="2594" y="19"/>
                  </a:cubicBezTo>
                  <a:close/>
                  <a:moveTo>
                    <a:pt x="2592" y="8040"/>
                  </a:moveTo>
                  <a:cubicBezTo>
                    <a:pt x="3202" y="8040"/>
                    <a:pt x="3787" y="8517"/>
                    <a:pt x="3787" y="9235"/>
                  </a:cubicBezTo>
                  <a:cubicBezTo>
                    <a:pt x="3775" y="9890"/>
                    <a:pt x="3239" y="10426"/>
                    <a:pt x="2573" y="10426"/>
                  </a:cubicBezTo>
                  <a:cubicBezTo>
                    <a:pt x="1513" y="10402"/>
                    <a:pt x="1001" y="9128"/>
                    <a:pt x="1763" y="8390"/>
                  </a:cubicBezTo>
                  <a:cubicBezTo>
                    <a:pt x="2005" y="8148"/>
                    <a:pt x="2301" y="8040"/>
                    <a:pt x="2592" y="8040"/>
                  </a:cubicBezTo>
                  <a:close/>
                  <a:moveTo>
                    <a:pt x="14319" y="8040"/>
                  </a:moveTo>
                  <a:cubicBezTo>
                    <a:pt x="14930" y="8040"/>
                    <a:pt x="15515" y="8517"/>
                    <a:pt x="15515" y="9235"/>
                  </a:cubicBezTo>
                  <a:cubicBezTo>
                    <a:pt x="15503" y="9890"/>
                    <a:pt x="14967" y="10426"/>
                    <a:pt x="14300" y="10426"/>
                  </a:cubicBezTo>
                  <a:cubicBezTo>
                    <a:pt x="13253" y="10402"/>
                    <a:pt x="12741" y="9128"/>
                    <a:pt x="13491" y="8390"/>
                  </a:cubicBezTo>
                  <a:cubicBezTo>
                    <a:pt x="13733" y="8148"/>
                    <a:pt x="14029" y="8040"/>
                    <a:pt x="14319" y="8040"/>
                  </a:cubicBezTo>
                  <a:close/>
                  <a:moveTo>
                    <a:pt x="2573" y="7294"/>
                  </a:moveTo>
                  <a:cubicBezTo>
                    <a:pt x="858" y="7318"/>
                    <a:pt x="25" y="9390"/>
                    <a:pt x="1239" y="10592"/>
                  </a:cubicBezTo>
                  <a:cubicBezTo>
                    <a:pt x="1631" y="10980"/>
                    <a:pt x="2111" y="11154"/>
                    <a:pt x="2581" y="11154"/>
                  </a:cubicBezTo>
                  <a:cubicBezTo>
                    <a:pt x="3569" y="11154"/>
                    <a:pt x="4517" y="10388"/>
                    <a:pt x="4525" y="9235"/>
                  </a:cubicBezTo>
                  <a:cubicBezTo>
                    <a:pt x="4525" y="8163"/>
                    <a:pt x="3644" y="7294"/>
                    <a:pt x="2573" y="7294"/>
                  </a:cubicBezTo>
                  <a:close/>
                  <a:moveTo>
                    <a:pt x="14300" y="7294"/>
                  </a:moveTo>
                  <a:cubicBezTo>
                    <a:pt x="12598" y="7318"/>
                    <a:pt x="11764" y="9390"/>
                    <a:pt x="12979" y="10592"/>
                  </a:cubicBezTo>
                  <a:cubicBezTo>
                    <a:pt x="13370" y="10980"/>
                    <a:pt x="13850" y="11154"/>
                    <a:pt x="14320" y="11154"/>
                  </a:cubicBezTo>
                  <a:cubicBezTo>
                    <a:pt x="15308" y="11154"/>
                    <a:pt x="16253" y="10388"/>
                    <a:pt x="16253" y="9235"/>
                  </a:cubicBezTo>
                  <a:cubicBezTo>
                    <a:pt x="16253" y="8163"/>
                    <a:pt x="15384" y="7294"/>
                    <a:pt x="14300" y="7294"/>
                  </a:cubicBezTo>
                  <a:close/>
                  <a:moveTo>
                    <a:pt x="2585" y="15322"/>
                  </a:moveTo>
                  <a:cubicBezTo>
                    <a:pt x="3198" y="15322"/>
                    <a:pt x="3787" y="15801"/>
                    <a:pt x="3787" y="16522"/>
                  </a:cubicBezTo>
                  <a:cubicBezTo>
                    <a:pt x="3775" y="17176"/>
                    <a:pt x="3227" y="17700"/>
                    <a:pt x="2573" y="17700"/>
                  </a:cubicBezTo>
                  <a:lnTo>
                    <a:pt x="2573" y="17712"/>
                  </a:lnTo>
                  <a:cubicBezTo>
                    <a:pt x="1513" y="17688"/>
                    <a:pt x="1001" y="16402"/>
                    <a:pt x="1763" y="15664"/>
                  </a:cubicBezTo>
                  <a:cubicBezTo>
                    <a:pt x="2003" y="15428"/>
                    <a:pt x="2296" y="15322"/>
                    <a:pt x="2585" y="15322"/>
                  </a:cubicBezTo>
                  <a:close/>
                  <a:moveTo>
                    <a:pt x="14312" y="15322"/>
                  </a:moveTo>
                  <a:cubicBezTo>
                    <a:pt x="14925" y="15322"/>
                    <a:pt x="15515" y="15801"/>
                    <a:pt x="15515" y="16522"/>
                  </a:cubicBezTo>
                  <a:cubicBezTo>
                    <a:pt x="15503" y="17176"/>
                    <a:pt x="14967" y="17700"/>
                    <a:pt x="14300" y="17700"/>
                  </a:cubicBezTo>
                  <a:lnTo>
                    <a:pt x="14300" y="17712"/>
                  </a:lnTo>
                  <a:cubicBezTo>
                    <a:pt x="13253" y="17688"/>
                    <a:pt x="12741" y="16402"/>
                    <a:pt x="13491" y="15664"/>
                  </a:cubicBezTo>
                  <a:cubicBezTo>
                    <a:pt x="13731" y="15428"/>
                    <a:pt x="14024" y="15322"/>
                    <a:pt x="14312" y="15322"/>
                  </a:cubicBezTo>
                  <a:close/>
                  <a:moveTo>
                    <a:pt x="14322" y="14581"/>
                  </a:moveTo>
                  <a:cubicBezTo>
                    <a:pt x="14315" y="14581"/>
                    <a:pt x="14308" y="14581"/>
                    <a:pt x="14300" y="14581"/>
                  </a:cubicBezTo>
                  <a:cubicBezTo>
                    <a:pt x="12586" y="14593"/>
                    <a:pt x="11729" y="16676"/>
                    <a:pt x="12955" y="17891"/>
                  </a:cubicBezTo>
                  <a:cubicBezTo>
                    <a:pt x="13348" y="18280"/>
                    <a:pt x="13830" y="18454"/>
                    <a:pt x="14302" y="18454"/>
                  </a:cubicBezTo>
                  <a:cubicBezTo>
                    <a:pt x="15302" y="18454"/>
                    <a:pt x="16261" y="17674"/>
                    <a:pt x="16253" y="16510"/>
                  </a:cubicBezTo>
                  <a:cubicBezTo>
                    <a:pt x="16241" y="15445"/>
                    <a:pt x="15384" y="14581"/>
                    <a:pt x="14322" y="14581"/>
                  </a:cubicBezTo>
                  <a:close/>
                  <a:moveTo>
                    <a:pt x="2594" y="14581"/>
                  </a:moveTo>
                  <a:cubicBezTo>
                    <a:pt x="2587" y="14581"/>
                    <a:pt x="2580" y="14581"/>
                    <a:pt x="2573" y="14581"/>
                  </a:cubicBezTo>
                  <a:cubicBezTo>
                    <a:pt x="858" y="14593"/>
                    <a:pt x="13" y="16676"/>
                    <a:pt x="1227" y="17891"/>
                  </a:cubicBezTo>
                  <a:cubicBezTo>
                    <a:pt x="1622" y="18282"/>
                    <a:pt x="2106" y="18457"/>
                    <a:pt x="2579" y="18457"/>
                  </a:cubicBezTo>
                  <a:cubicBezTo>
                    <a:pt x="3574" y="18457"/>
                    <a:pt x="4525" y="17683"/>
                    <a:pt x="4525" y="16522"/>
                  </a:cubicBezTo>
                  <a:cubicBezTo>
                    <a:pt x="4525" y="15445"/>
                    <a:pt x="3656" y="14581"/>
                    <a:pt x="2594" y="145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</p:grpSp>
      <p:grpSp>
        <p:nvGrpSpPr>
          <p:cNvPr id="966" name="Google Shape;966;p42"/>
          <p:cNvGrpSpPr/>
          <p:nvPr/>
        </p:nvGrpSpPr>
        <p:grpSpPr>
          <a:xfrm rot="-1393521">
            <a:off x="144594" y="5122050"/>
            <a:ext cx="681444" cy="873335"/>
            <a:chOff x="-5220725" y="1178629"/>
            <a:chExt cx="413256" cy="529626"/>
          </a:xfrm>
        </p:grpSpPr>
        <p:sp>
          <p:nvSpPr>
            <p:cNvPr id="967" name="Google Shape;967;p42"/>
            <p:cNvSpPr/>
            <p:nvPr/>
          </p:nvSpPr>
          <p:spPr>
            <a:xfrm>
              <a:off x="-5220725" y="1308525"/>
              <a:ext cx="190500" cy="1905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968" name="Google Shape;968;p42"/>
            <p:cNvSpPr/>
            <p:nvPr/>
          </p:nvSpPr>
          <p:spPr>
            <a:xfrm rot="-1288199">
              <a:off x="-4984416" y="1201483"/>
              <a:ext cx="154093" cy="154093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969" name="Google Shape;969;p42"/>
            <p:cNvSpPr/>
            <p:nvPr/>
          </p:nvSpPr>
          <p:spPr>
            <a:xfrm rot="-2077056">
              <a:off x="-5033122" y="1523906"/>
              <a:ext cx="154199" cy="154199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cxnSp>
          <p:nvCxnSpPr>
            <p:cNvPr id="970" name="Google Shape;970;p42"/>
            <p:cNvCxnSpPr>
              <a:stCxn id="969" idx="0"/>
              <a:endCxn id="967" idx="5"/>
            </p:cNvCxnSpPr>
            <p:nvPr/>
          </p:nvCxnSpPr>
          <p:spPr>
            <a:xfrm rot="-9402987">
              <a:off x="-5068767" y="1485170"/>
              <a:ext cx="79690" cy="38171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1" name="Google Shape;971;p42"/>
            <p:cNvCxnSpPr>
              <a:stCxn id="968" idx="2"/>
              <a:endCxn id="967" idx="7"/>
            </p:cNvCxnSpPr>
            <p:nvPr/>
          </p:nvCxnSpPr>
          <p:spPr>
            <a:xfrm rot="1389696" flipH="1">
              <a:off x="-5049179" y="1292351"/>
              <a:ext cx="61018" cy="5845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47F1EDDB-17A5-8A7A-315F-87D03DEADF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860112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preserve="1" userDrawn="1">
  <p:cSld name="Title and two columns"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43"/>
          <p:cNvSpPr/>
          <p:nvPr/>
        </p:nvSpPr>
        <p:spPr>
          <a:xfrm flipH="1">
            <a:off x="2" y="-22233"/>
            <a:ext cx="7972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80" name="Google Shape;980;p43"/>
          <p:cNvSpPr/>
          <p:nvPr/>
        </p:nvSpPr>
        <p:spPr>
          <a:xfrm flipH="1">
            <a:off x="-26" y="5646800"/>
            <a:ext cx="797200" cy="121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81" name="Google Shape;981;p43"/>
          <p:cNvSpPr/>
          <p:nvPr/>
        </p:nvSpPr>
        <p:spPr>
          <a:xfrm flipH="1">
            <a:off x="-26" y="4447400"/>
            <a:ext cx="797200" cy="121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82" name="Google Shape;982;p43"/>
          <p:cNvSpPr/>
          <p:nvPr/>
        </p:nvSpPr>
        <p:spPr>
          <a:xfrm flipH="1">
            <a:off x="11394802" y="167"/>
            <a:ext cx="79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983" name="Google Shape;983;p43"/>
          <p:cNvGrpSpPr/>
          <p:nvPr/>
        </p:nvGrpSpPr>
        <p:grpSpPr>
          <a:xfrm flipH="1">
            <a:off x="113152" y="3435535"/>
            <a:ext cx="2640148" cy="3351047"/>
            <a:chOff x="7079026" y="2576650"/>
            <a:chExt cx="1980111" cy="2513285"/>
          </a:xfrm>
        </p:grpSpPr>
        <p:grpSp>
          <p:nvGrpSpPr>
            <p:cNvPr id="984" name="Google Shape;984;p43"/>
            <p:cNvGrpSpPr/>
            <p:nvPr/>
          </p:nvGrpSpPr>
          <p:grpSpPr>
            <a:xfrm>
              <a:off x="7079026" y="4724180"/>
              <a:ext cx="1270801" cy="365754"/>
              <a:chOff x="720000" y="-118744"/>
              <a:chExt cx="1270801" cy="365754"/>
            </a:xfrm>
          </p:grpSpPr>
          <p:grpSp>
            <p:nvGrpSpPr>
              <p:cNvPr id="985" name="Google Shape;985;p43"/>
              <p:cNvGrpSpPr/>
              <p:nvPr/>
            </p:nvGrpSpPr>
            <p:grpSpPr>
              <a:xfrm rot="5400000">
                <a:off x="1778358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86" name="Google Shape;986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87" name="Google Shape;987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88" name="Google Shape;988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89" name="Google Shape;989;p43"/>
              <p:cNvGrpSpPr/>
              <p:nvPr/>
            </p:nvGrpSpPr>
            <p:grpSpPr>
              <a:xfrm rot="5400000">
                <a:off x="1657191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90" name="Google Shape;990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91" name="Google Shape;991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92" name="Google Shape;992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93" name="Google Shape;993;p43"/>
              <p:cNvGrpSpPr/>
              <p:nvPr/>
            </p:nvGrpSpPr>
            <p:grpSpPr>
              <a:xfrm rot="5400000">
                <a:off x="1536024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94" name="Google Shape;994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95" name="Google Shape;995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96" name="Google Shape;996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97" name="Google Shape;997;p43"/>
              <p:cNvGrpSpPr/>
              <p:nvPr/>
            </p:nvGrpSpPr>
            <p:grpSpPr>
              <a:xfrm rot="5400000">
                <a:off x="1414857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98" name="Google Shape;998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99" name="Google Shape;999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00" name="Google Shape;1000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01" name="Google Shape;1001;p43"/>
              <p:cNvGrpSpPr/>
              <p:nvPr/>
            </p:nvGrpSpPr>
            <p:grpSpPr>
              <a:xfrm rot="5400000">
                <a:off x="12936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02" name="Google Shape;1002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03" name="Google Shape;1003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04" name="Google Shape;1004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05" name="Google Shape;1005;p43"/>
              <p:cNvGrpSpPr/>
              <p:nvPr/>
            </p:nvGrpSpPr>
            <p:grpSpPr>
              <a:xfrm rot="5400000">
                <a:off x="1172524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06" name="Google Shape;1006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07" name="Google Shape;1007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08" name="Google Shape;1008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09" name="Google Shape;1009;p43"/>
              <p:cNvGrpSpPr/>
              <p:nvPr/>
            </p:nvGrpSpPr>
            <p:grpSpPr>
              <a:xfrm rot="5400000">
                <a:off x="1051357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10" name="Google Shape;1010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11" name="Google Shape;1011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12" name="Google Shape;1012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13" name="Google Shape;1013;p43"/>
              <p:cNvGrpSpPr/>
              <p:nvPr/>
            </p:nvGrpSpPr>
            <p:grpSpPr>
              <a:xfrm rot="5400000">
                <a:off x="9301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14" name="Google Shape;1014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15" name="Google Shape;1015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16" name="Google Shape;1016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17" name="Google Shape;1017;p43"/>
              <p:cNvGrpSpPr/>
              <p:nvPr/>
            </p:nvGrpSpPr>
            <p:grpSpPr>
              <a:xfrm rot="5400000">
                <a:off x="809023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18" name="Google Shape;1018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19" name="Google Shape;1019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20" name="Google Shape;1020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21" name="Google Shape;1021;p43"/>
              <p:cNvGrpSpPr/>
              <p:nvPr/>
            </p:nvGrpSpPr>
            <p:grpSpPr>
              <a:xfrm rot="5400000">
                <a:off x="687856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22" name="Google Shape;1022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23" name="Google Shape;1023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24" name="Google Shape;1024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25" name="Google Shape;1025;p43"/>
              <p:cNvGrpSpPr/>
              <p:nvPr/>
            </p:nvGrpSpPr>
            <p:grpSpPr>
              <a:xfrm rot="5400000">
                <a:off x="5666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26" name="Google Shape;1026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27" name="Google Shape;1027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28" name="Google Shape;1028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029" name="Google Shape;1029;p43"/>
            <p:cNvSpPr/>
            <p:nvPr/>
          </p:nvSpPr>
          <p:spPr>
            <a:xfrm>
              <a:off x="8523925" y="2576650"/>
              <a:ext cx="535212" cy="585488"/>
            </a:xfrm>
            <a:custGeom>
              <a:avLst/>
              <a:gdLst/>
              <a:ahLst/>
              <a:cxnLst/>
              <a:rect l="l" t="t" r="r" b="b"/>
              <a:pathLst>
                <a:path w="16873" h="18458" extrusionOk="0">
                  <a:moveTo>
                    <a:pt x="14300" y="746"/>
                  </a:moveTo>
                  <a:cubicBezTo>
                    <a:pt x="15360" y="770"/>
                    <a:pt x="15872" y="2055"/>
                    <a:pt x="15122" y="2794"/>
                  </a:cubicBezTo>
                  <a:cubicBezTo>
                    <a:pt x="14878" y="3030"/>
                    <a:pt x="14583" y="3136"/>
                    <a:pt x="14295" y="3136"/>
                  </a:cubicBezTo>
                  <a:cubicBezTo>
                    <a:pt x="13682" y="3136"/>
                    <a:pt x="13098" y="2657"/>
                    <a:pt x="13098" y="1936"/>
                  </a:cubicBezTo>
                  <a:cubicBezTo>
                    <a:pt x="13098" y="1282"/>
                    <a:pt x="13645" y="746"/>
                    <a:pt x="14300" y="746"/>
                  </a:cubicBezTo>
                  <a:close/>
                  <a:moveTo>
                    <a:pt x="2586" y="761"/>
                  </a:moveTo>
                  <a:cubicBezTo>
                    <a:pt x="3199" y="761"/>
                    <a:pt x="3787" y="1236"/>
                    <a:pt x="3787" y="1948"/>
                  </a:cubicBezTo>
                  <a:cubicBezTo>
                    <a:pt x="3775" y="2615"/>
                    <a:pt x="3239" y="3139"/>
                    <a:pt x="2573" y="3139"/>
                  </a:cubicBezTo>
                  <a:cubicBezTo>
                    <a:pt x="1513" y="3127"/>
                    <a:pt x="1001" y="1841"/>
                    <a:pt x="1763" y="1103"/>
                  </a:cubicBezTo>
                  <a:cubicBezTo>
                    <a:pt x="2003" y="866"/>
                    <a:pt x="2297" y="761"/>
                    <a:pt x="2586" y="761"/>
                  </a:cubicBezTo>
                  <a:close/>
                  <a:moveTo>
                    <a:pt x="14299" y="1"/>
                  </a:moveTo>
                  <a:cubicBezTo>
                    <a:pt x="13305" y="1"/>
                    <a:pt x="12348" y="774"/>
                    <a:pt x="12348" y="1936"/>
                  </a:cubicBezTo>
                  <a:cubicBezTo>
                    <a:pt x="12360" y="3020"/>
                    <a:pt x="13229" y="3877"/>
                    <a:pt x="14300" y="3877"/>
                  </a:cubicBezTo>
                  <a:cubicBezTo>
                    <a:pt x="16027" y="3865"/>
                    <a:pt x="16872" y="1782"/>
                    <a:pt x="15646" y="567"/>
                  </a:cubicBezTo>
                  <a:cubicBezTo>
                    <a:pt x="15254" y="176"/>
                    <a:pt x="14773" y="1"/>
                    <a:pt x="14299" y="1"/>
                  </a:cubicBezTo>
                  <a:close/>
                  <a:moveTo>
                    <a:pt x="2594" y="19"/>
                  </a:moveTo>
                  <a:cubicBezTo>
                    <a:pt x="2587" y="19"/>
                    <a:pt x="2580" y="19"/>
                    <a:pt x="2573" y="19"/>
                  </a:cubicBezTo>
                  <a:cubicBezTo>
                    <a:pt x="846" y="31"/>
                    <a:pt x="1" y="2115"/>
                    <a:pt x="1227" y="3329"/>
                  </a:cubicBezTo>
                  <a:cubicBezTo>
                    <a:pt x="1621" y="3719"/>
                    <a:pt x="2102" y="3893"/>
                    <a:pt x="2574" y="3893"/>
                  </a:cubicBezTo>
                  <a:cubicBezTo>
                    <a:pt x="3575" y="3893"/>
                    <a:pt x="4533" y="3113"/>
                    <a:pt x="4525" y="1948"/>
                  </a:cubicBezTo>
                  <a:cubicBezTo>
                    <a:pt x="4525" y="884"/>
                    <a:pt x="3656" y="19"/>
                    <a:pt x="2594" y="19"/>
                  </a:cubicBezTo>
                  <a:close/>
                  <a:moveTo>
                    <a:pt x="2592" y="8040"/>
                  </a:moveTo>
                  <a:cubicBezTo>
                    <a:pt x="3202" y="8040"/>
                    <a:pt x="3787" y="8517"/>
                    <a:pt x="3787" y="9235"/>
                  </a:cubicBezTo>
                  <a:cubicBezTo>
                    <a:pt x="3775" y="9890"/>
                    <a:pt x="3239" y="10426"/>
                    <a:pt x="2573" y="10426"/>
                  </a:cubicBezTo>
                  <a:cubicBezTo>
                    <a:pt x="1513" y="10402"/>
                    <a:pt x="1001" y="9128"/>
                    <a:pt x="1763" y="8390"/>
                  </a:cubicBezTo>
                  <a:cubicBezTo>
                    <a:pt x="2005" y="8148"/>
                    <a:pt x="2301" y="8040"/>
                    <a:pt x="2592" y="8040"/>
                  </a:cubicBezTo>
                  <a:close/>
                  <a:moveTo>
                    <a:pt x="14319" y="8040"/>
                  </a:moveTo>
                  <a:cubicBezTo>
                    <a:pt x="14930" y="8040"/>
                    <a:pt x="15515" y="8517"/>
                    <a:pt x="15515" y="9235"/>
                  </a:cubicBezTo>
                  <a:cubicBezTo>
                    <a:pt x="15503" y="9890"/>
                    <a:pt x="14967" y="10426"/>
                    <a:pt x="14300" y="10426"/>
                  </a:cubicBezTo>
                  <a:cubicBezTo>
                    <a:pt x="13253" y="10402"/>
                    <a:pt x="12741" y="9128"/>
                    <a:pt x="13491" y="8390"/>
                  </a:cubicBezTo>
                  <a:cubicBezTo>
                    <a:pt x="13733" y="8148"/>
                    <a:pt x="14029" y="8040"/>
                    <a:pt x="14319" y="8040"/>
                  </a:cubicBezTo>
                  <a:close/>
                  <a:moveTo>
                    <a:pt x="2573" y="7294"/>
                  </a:moveTo>
                  <a:cubicBezTo>
                    <a:pt x="858" y="7318"/>
                    <a:pt x="25" y="9390"/>
                    <a:pt x="1239" y="10592"/>
                  </a:cubicBezTo>
                  <a:cubicBezTo>
                    <a:pt x="1631" y="10980"/>
                    <a:pt x="2111" y="11154"/>
                    <a:pt x="2581" y="11154"/>
                  </a:cubicBezTo>
                  <a:cubicBezTo>
                    <a:pt x="3569" y="11154"/>
                    <a:pt x="4517" y="10388"/>
                    <a:pt x="4525" y="9235"/>
                  </a:cubicBezTo>
                  <a:cubicBezTo>
                    <a:pt x="4525" y="8163"/>
                    <a:pt x="3644" y="7294"/>
                    <a:pt x="2573" y="7294"/>
                  </a:cubicBezTo>
                  <a:close/>
                  <a:moveTo>
                    <a:pt x="14300" y="7294"/>
                  </a:moveTo>
                  <a:cubicBezTo>
                    <a:pt x="12598" y="7318"/>
                    <a:pt x="11764" y="9390"/>
                    <a:pt x="12979" y="10592"/>
                  </a:cubicBezTo>
                  <a:cubicBezTo>
                    <a:pt x="13370" y="10980"/>
                    <a:pt x="13850" y="11154"/>
                    <a:pt x="14320" y="11154"/>
                  </a:cubicBezTo>
                  <a:cubicBezTo>
                    <a:pt x="15308" y="11154"/>
                    <a:pt x="16253" y="10388"/>
                    <a:pt x="16253" y="9235"/>
                  </a:cubicBezTo>
                  <a:cubicBezTo>
                    <a:pt x="16253" y="8163"/>
                    <a:pt x="15384" y="7294"/>
                    <a:pt x="14300" y="7294"/>
                  </a:cubicBezTo>
                  <a:close/>
                  <a:moveTo>
                    <a:pt x="2585" y="15322"/>
                  </a:moveTo>
                  <a:cubicBezTo>
                    <a:pt x="3198" y="15322"/>
                    <a:pt x="3787" y="15801"/>
                    <a:pt x="3787" y="16522"/>
                  </a:cubicBezTo>
                  <a:cubicBezTo>
                    <a:pt x="3775" y="17176"/>
                    <a:pt x="3227" y="17700"/>
                    <a:pt x="2573" y="17700"/>
                  </a:cubicBezTo>
                  <a:lnTo>
                    <a:pt x="2573" y="17712"/>
                  </a:lnTo>
                  <a:cubicBezTo>
                    <a:pt x="1513" y="17688"/>
                    <a:pt x="1001" y="16402"/>
                    <a:pt x="1763" y="15664"/>
                  </a:cubicBezTo>
                  <a:cubicBezTo>
                    <a:pt x="2003" y="15428"/>
                    <a:pt x="2296" y="15322"/>
                    <a:pt x="2585" y="15322"/>
                  </a:cubicBezTo>
                  <a:close/>
                  <a:moveTo>
                    <a:pt x="14312" y="15322"/>
                  </a:moveTo>
                  <a:cubicBezTo>
                    <a:pt x="14925" y="15322"/>
                    <a:pt x="15515" y="15801"/>
                    <a:pt x="15515" y="16522"/>
                  </a:cubicBezTo>
                  <a:cubicBezTo>
                    <a:pt x="15503" y="17176"/>
                    <a:pt x="14967" y="17700"/>
                    <a:pt x="14300" y="17700"/>
                  </a:cubicBezTo>
                  <a:lnTo>
                    <a:pt x="14300" y="17712"/>
                  </a:lnTo>
                  <a:cubicBezTo>
                    <a:pt x="13253" y="17688"/>
                    <a:pt x="12741" y="16402"/>
                    <a:pt x="13491" y="15664"/>
                  </a:cubicBezTo>
                  <a:cubicBezTo>
                    <a:pt x="13731" y="15428"/>
                    <a:pt x="14024" y="15322"/>
                    <a:pt x="14312" y="15322"/>
                  </a:cubicBezTo>
                  <a:close/>
                  <a:moveTo>
                    <a:pt x="14322" y="14581"/>
                  </a:moveTo>
                  <a:cubicBezTo>
                    <a:pt x="14315" y="14581"/>
                    <a:pt x="14308" y="14581"/>
                    <a:pt x="14300" y="14581"/>
                  </a:cubicBezTo>
                  <a:cubicBezTo>
                    <a:pt x="12586" y="14593"/>
                    <a:pt x="11729" y="16676"/>
                    <a:pt x="12955" y="17891"/>
                  </a:cubicBezTo>
                  <a:cubicBezTo>
                    <a:pt x="13348" y="18280"/>
                    <a:pt x="13830" y="18454"/>
                    <a:pt x="14302" y="18454"/>
                  </a:cubicBezTo>
                  <a:cubicBezTo>
                    <a:pt x="15302" y="18454"/>
                    <a:pt x="16261" y="17674"/>
                    <a:pt x="16253" y="16510"/>
                  </a:cubicBezTo>
                  <a:cubicBezTo>
                    <a:pt x="16241" y="15445"/>
                    <a:pt x="15384" y="14581"/>
                    <a:pt x="14322" y="14581"/>
                  </a:cubicBezTo>
                  <a:close/>
                  <a:moveTo>
                    <a:pt x="2594" y="14581"/>
                  </a:moveTo>
                  <a:cubicBezTo>
                    <a:pt x="2587" y="14581"/>
                    <a:pt x="2580" y="14581"/>
                    <a:pt x="2573" y="14581"/>
                  </a:cubicBezTo>
                  <a:cubicBezTo>
                    <a:pt x="858" y="14593"/>
                    <a:pt x="13" y="16676"/>
                    <a:pt x="1227" y="17891"/>
                  </a:cubicBezTo>
                  <a:cubicBezTo>
                    <a:pt x="1622" y="18282"/>
                    <a:pt x="2106" y="18457"/>
                    <a:pt x="2579" y="18457"/>
                  </a:cubicBezTo>
                  <a:cubicBezTo>
                    <a:pt x="3574" y="18457"/>
                    <a:pt x="4525" y="17683"/>
                    <a:pt x="4525" y="16522"/>
                  </a:cubicBezTo>
                  <a:cubicBezTo>
                    <a:pt x="4525" y="15445"/>
                    <a:pt x="3656" y="14581"/>
                    <a:pt x="2594" y="145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52BA1AA0-099D-83D1-F91F-82AC94FE6A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188914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Title only"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45"/>
          <p:cNvSpPr/>
          <p:nvPr/>
        </p:nvSpPr>
        <p:spPr>
          <a:xfrm flipH="1">
            <a:off x="2" y="-22233"/>
            <a:ext cx="7972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097" name="Google Shape;1097;p45"/>
          <p:cNvSpPr/>
          <p:nvPr/>
        </p:nvSpPr>
        <p:spPr>
          <a:xfrm flipH="1">
            <a:off x="-26" y="5646800"/>
            <a:ext cx="797200" cy="121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098" name="Google Shape;1098;p45"/>
          <p:cNvSpPr/>
          <p:nvPr/>
        </p:nvSpPr>
        <p:spPr>
          <a:xfrm flipH="1">
            <a:off x="-26" y="4447400"/>
            <a:ext cx="797200" cy="121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099" name="Google Shape;1099;p45"/>
          <p:cNvSpPr/>
          <p:nvPr/>
        </p:nvSpPr>
        <p:spPr>
          <a:xfrm flipH="1">
            <a:off x="11394802" y="167"/>
            <a:ext cx="79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1101" name="Google Shape;1101;p45"/>
          <p:cNvGrpSpPr/>
          <p:nvPr/>
        </p:nvGrpSpPr>
        <p:grpSpPr>
          <a:xfrm flipH="1">
            <a:off x="1058900" y="6298907"/>
            <a:ext cx="1694401" cy="487672"/>
            <a:chOff x="720000" y="-118744"/>
            <a:chExt cx="1270801" cy="365754"/>
          </a:xfrm>
        </p:grpSpPr>
        <p:grpSp>
          <p:nvGrpSpPr>
            <p:cNvPr id="1102" name="Google Shape;1102;p45"/>
            <p:cNvGrpSpPr/>
            <p:nvPr/>
          </p:nvGrpSpPr>
          <p:grpSpPr>
            <a:xfrm rot="5400000">
              <a:off x="1778358" y="34566"/>
              <a:ext cx="365754" cy="59133"/>
              <a:chOff x="35575" y="1207875"/>
              <a:chExt cx="374825" cy="60600"/>
            </a:xfrm>
          </p:grpSpPr>
          <p:sp>
            <p:nvSpPr>
              <p:cNvPr id="1103" name="Google Shape;1103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04" name="Google Shape;1104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05" name="Google Shape;1105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06" name="Google Shape;1106;p45"/>
            <p:cNvGrpSpPr/>
            <p:nvPr/>
          </p:nvGrpSpPr>
          <p:grpSpPr>
            <a:xfrm rot="5400000">
              <a:off x="1657191" y="34566"/>
              <a:ext cx="365754" cy="59133"/>
              <a:chOff x="35575" y="1207875"/>
              <a:chExt cx="374825" cy="60600"/>
            </a:xfrm>
          </p:grpSpPr>
          <p:sp>
            <p:nvSpPr>
              <p:cNvPr id="1107" name="Google Shape;1107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08" name="Google Shape;1108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09" name="Google Shape;1109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10" name="Google Shape;1110;p45"/>
            <p:cNvGrpSpPr/>
            <p:nvPr/>
          </p:nvGrpSpPr>
          <p:grpSpPr>
            <a:xfrm rot="5400000">
              <a:off x="1536024" y="34566"/>
              <a:ext cx="365754" cy="59133"/>
              <a:chOff x="35575" y="1207875"/>
              <a:chExt cx="374825" cy="60600"/>
            </a:xfrm>
          </p:grpSpPr>
          <p:sp>
            <p:nvSpPr>
              <p:cNvPr id="1111" name="Google Shape;1111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12" name="Google Shape;1112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13" name="Google Shape;1113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14" name="Google Shape;1114;p45"/>
            <p:cNvGrpSpPr/>
            <p:nvPr/>
          </p:nvGrpSpPr>
          <p:grpSpPr>
            <a:xfrm rot="5400000">
              <a:off x="1414857" y="34566"/>
              <a:ext cx="365754" cy="59133"/>
              <a:chOff x="35575" y="1207875"/>
              <a:chExt cx="374825" cy="60600"/>
            </a:xfrm>
          </p:grpSpPr>
          <p:sp>
            <p:nvSpPr>
              <p:cNvPr id="1115" name="Google Shape;1115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16" name="Google Shape;1116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17" name="Google Shape;1117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18" name="Google Shape;1118;p45"/>
            <p:cNvGrpSpPr/>
            <p:nvPr/>
          </p:nvGrpSpPr>
          <p:grpSpPr>
            <a:xfrm rot="5400000">
              <a:off x="1293690" y="34566"/>
              <a:ext cx="365754" cy="59133"/>
              <a:chOff x="35575" y="1207875"/>
              <a:chExt cx="374825" cy="60600"/>
            </a:xfrm>
          </p:grpSpPr>
          <p:sp>
            <p:nvSpPr>
              <p:cNvPr id="1119" name="Google Shape;1119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20" name="Google Shape;1120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21" name="Google Shape;1121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22" name="Google Shape;1122;p45"/>
            <p:cNvGrpSpPr/>
            <p:nvPr/>
          </p:nvGrpSpPr>
          <p:grpSpPr>
            <a:xfrm rot="5400000">
              <a:off x="1172524" y="34566"/>
              <a:ext cx="365754" cy="59133"/>
              <a:chOff x="35575" y="1207875"/>
              <a:chExt cx="374825" cy="60600"/>
            </a:xfrm>
          </p:grpSpPr>
          <p:sp>
            <p:nvSpPr>
              <p:cNvPr id="1123" name="Google Shape;1123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24" name="Google Shape;1124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25" name="Google Shape;1125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26" name="Google Shape;1126;p45"/>
            <p:cNvGrpSpPr/>
            <p:nvPr/>
          </p:nvGrpSpPr>
          <p:grpSpPr>
            <a:xfrm rot="5400000">
              <a:off x="1051357" y="34566"/>
              <a:ext cx="365754" cy="59133"/>
              <a:chOff x="35575" y="1207875"/>
              <a:chExt cx="374825" cy="60600"/>
            </a:xfrm>
          </p:grpSpPr>
          <p:sp>
            <p:nvSpPr>
              <p:cNvPr id="1127" name="Google Shape;1127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28" name="Google Shape;1128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29" name="Google Shape;1129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30" name="Google Shape;1130;p45"/>
            <p:cNvGrpSpPr/>
            <p:nvPr/>
          </p:nvGrpSpPr>
          <p:grpSpPr>
            <a:xfrm rot="5400000">
              <a:off x="930190" y="34566"/>
              <a:ext cx="365754" cy="59133"/>
              <a:chOff x="35575" y="1207875"/>
              <a:chExt cx="374825" cy="60600"/>
            </a:xfrm>
          </p:grpSpPr>
          <p:sp>
            <p:nvSpPr>
              <p:cNvPr id="1131" name="Google Shape;1131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32" name="Google Shape;1132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33" name="Google Shape;1133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34" name="Google Shape;1134;p45"/>
            <p:cNvGrpSpPr/>
            <p:nvPr/>
          </p:nvGrpSpPr>
          <p:grpSpPr>
            <a:xfrm rot="5400000">
              <a:off x="809023" y="34566"/>
              <a:ext cx="365754" cy="59133"/>
              <a:chOff x="35575" y="1207875"/>
              <a:chExt cx="374825" cy="60600"/>
            </a:xfrm>
          </p:grpSpPr>
          <p:sp>
            <p:nvSpPr>
              <p:cNvPr id="1135" name="Google Shape;1135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36" name="Google Shape;1136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37" name="Google Shape;1137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38" name="Google Shape;1138;p45"/>
            <p:cNvGrpSpPr/>
            <p:nvPr/>
          </p:nvGrpSpPr>
          <p:grpSpPr>
            <a:xfrm rot="5400000">
              <a:off x="687856" y="34566"/>
              <a:ext cx="365754" cy="59133"/>
              <a:chOff x="35575" y="1207875"/>
              <a:chExt cx="374825" cy="60600"/>
            </a:xfrm>
          </p:grpSpPr>
          <p:sp>
            <p:nvSpPr>
              <p:cNvPr id="1139" name="Google Shape;1139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40" name="Google Shape;1140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41" name="Google Shape;1141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42" name="Google Shape;1142;p45"/>
            <p:cNvGrpSpPr/>
            <p:nvPr/>
          </p:nvGrpSpPr>
          <p:grpSpPr>
            <a:xfrm rot="5400000">
              <a:off x="566690" y="34566"/>
              <a:ext cx="365754" cy="59133"/>
              <a:chOff x="35575" y="1207875"/>
              <a:chExt cx="374825" cy="60600"/>
            </a:xfrm>
          </p:grpSpPr>
          <p:sp>
            <p:nvSpPr>
              <p:cNvPr id="1143" name="Google Shape;1143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44" name="Google Shape;1144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45" name="Google Shape;1145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46" name="Google Shape;1146;p45"/>
          <p:cNvGrpSpPr/>
          <p:nvPr/>
        </p:nvGrpSpPr>
        <p:grpSpPr>
          <a:xfrm>
            <a:off x="9959604" y="-203869"/>
            <a:ext cx="923200" cy="923200"/>
            <a:chOff x="-2469274" y="1499023"/>
            <a:chExt cx="692400" cy="692400"/>
          </a:xfrm>
        </p:grpSpPr>
        <p:sp>
          <p:nvSpPr>
            <p:cNvPr id="1147" name="Google Shape;1147;p45"/>
            <p:cNvSpPr/>
            <p:nvPr/>
          </p:nvSpPr>
          <p:spPr>
            <a:xfrm>
              <a:off x="-2277425" y="1690875"/>
              <a:ext cx="308700" cy="308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1148" name="Google Shape;1148;p45"/>
            <p:cNvSpPr/>
            <p:nvPr/>
          </p:nvSpPr>
          <p:spPr>
            <a:xfrm rot="10800000">
              <a:off x="-2469274" y="1499023"/>
              <a:ext cx="692400" cy="692400"/>
            </a:xfrm>
            <a:prstGeom prst="arc">
              <a:avLst>
                <a:gd name="adj1" fmla="val 10936933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5E87FA38-7643-DC33-9CD5-884113C331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833559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preserve="1" userDrawn="1">
  <p:cSld name="Big number"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55"/>
          <p:cNvSpPr/>
          <p:nvPr/>
        </p:nvSpPr>
        <p:spPr>
          <a:xfrm rot="10800000">
            <a:off x="11393202" y="-80999"/>
            <a:ext cx="798800" cy="1110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316" name="Google Shape;1316;p55"/>
          <p:cNvSpPr/>
          <p:nvPr/>
        </p:nvSpPr>
        <p:spPr>
          <a:xfrm rot="10800000">
            <a:off x="11393202" y="999901"/>
            <a:ext cx="798800" cy="5864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317" name="Google Shape;1317;p55"/>
          <p:cNvSpPr/>
          <p:nvPr/>
        </p:nvSpPr>
        <p:spPr>
          <a:xfrm rot="10800000">
            <a:off x="-98" y="-5866"/>
            <a:ext cx="798800" cy="34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318" name="Google Shape;1318;p55"/>
          <p:cNvSpPr/>
          <p:nvPr/>
        </p:nvSpPr>
        <p:spPr>
          <a:xfrm rot="10800000">
            <a:off x="-98" y="3383901"/>
            <a:ext cx="798800" cy="348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320" name="Google Shape;1320;p55"/>
          <p:cNvSpPr/>
          <p:nvPr/>
        </p:nvSpPr>
        <p:spPr>
          <a:xfrm rot="16200000" flipH="1">
            <a:off x="8982554" y="-596024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1321" name="Google Shape;1321;p55"/>
          <p:cNvGrpSpPr/>
          <p:nvPr/>
        </p:nvGrpSpPr>
        <p:grpSpPr>
          <a:xfrm flipH="1">
            <a:off x="11610129" y="1687507"/>
            <a:ext cx="487672" cy="5087073"/>
            <a:chOff x="42063" y="1209300"/>
            <a:chExt cx="374825" cy="3909925"/>
          </a:xfrm>
        </p:grpSpPr>
        <p:grpSp>
          <p:nvGrpSpPr>
            <p:cNvPr id="1322" name="Google Shape;1322;p55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1323" name="Google Shape;132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24" name="Google Shape;132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25" name="Google Shape;132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26" name="Google Shape;1326;p55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1327" name="Google Shape;132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28" name="Google Shape;132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29" name="Google Shape;132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30" name="Google Shape;1330;p55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1331" name="Google Shape;1331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32" name="Google Shape;1332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33" name="Google Shape;1333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34" name="Google Shape;1334;p55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1335" name="Google Shape;1335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36" name="Google Shape;1336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37" name="Google Shape;1337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38" name="Google Shape;1338;p55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1339" name="Google Shape;1339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40" name="Google Shape;1340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41" name="Google Shape;1341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42" name="Google Shape;1342;p55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1343" name="Google Shape;134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44" name="Google Shape;134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46" name="Google Shape;1346;p55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1347" name="Google Shape;134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48" name="Google Shape;134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49" name="Google Shape;134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50" name="Google Shape;1350;p55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1351" name="Google Shape;1351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52" name="Google Shape;1352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53" name="Google Shape;1353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54" name="Google Shape;1354;p55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1355" name="Google Shape;1355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56" name="Google Shape;1356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57" name="Google Shape;1357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58" name="Google Shape;1358;p55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1359" name="Google Shape;1359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60" name="Google Shape;1360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61" name="Google Shape;1361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62" name="Google Shape;1362;p55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1363" name="Google Shape;136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64" name="Google Shape;136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66" name="Google Shape;1366;p55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1367" name="Google Shape;136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68" name="Google Shape;136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70" name="Google Shape;1370;p55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1371" name="Google Shape;1371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72" name="Google Shape;1372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74" name="Google Shape;1374;p55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1375" name="Google Shape;1375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76" name="Google Shape;1376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77" name="Google Shape;1377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78" name="Google Shape;1378;p55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1379" name="Google Shape;1379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80" name="Google Shape;1380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81" name="Google Shape;1381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82" name="Google Shape;1382;p55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1383" name="Google Shape;138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84" name="Google Shape;138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85" name="Google Shape;138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86" name="Google Shape;1386;p55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1387" name="Google Shape;138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88" name="Google Shape;138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89" name="Google Shape;138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90" name="Google Shape;1390;p55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1391" name="Google Shape;1391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92" name="Google Shape;1392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93" name="Google Shape;1393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94" name="Google Shape;1394;p55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1395" name="Google Shape;1395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96" name="Google Shape;1396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97" name="Google Shape;1397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98" name="Google Shape;1398;p55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1399" name="Google Shape;1399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00" name="Google Shape;1400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01" name="Google Shape;1401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02" name="Google Shape;1402;p55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1403" name="Google Shape;140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04" name="Google Shape;140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05" name="Google Shape;140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06" name="Google Shape;1406;p55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1407" name="Google Shape;140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08" name="Google Shape;140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09" name="Google Shape;140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10" name="Google Shape;1410;p55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1411" name="Google Shape;1411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12" name="Google Shape;1412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13" name="Google Shape;1413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14" name="Google Shape;1414;p55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1415" name="Google Shape;1415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16" name="Google Shape;1416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17" name="Google Shape;1417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18" name="Google Shape;1418;p55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1419" name="Google Shape;1419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20" name="Google Shape;1420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21" name="Google Shape;1421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22" name="Google Shape;1422;p55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1423" name="Google Shape;142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24" name="Google Shape;142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26" name="Google Shape;1426;p55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1427" name="Google Shape;142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28" name="Google Shape;142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29" name="Google Shape;142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30" name="Google Shape;1430;p55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1431" name="Google Shape;1431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32" name="Google Shape;1432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33" name="Google Shape;1433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34" name="Google Shape;1434;p55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1435" name="Google Shape;1435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36" name="Google Shape;1436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37" name="Google Shape;1437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38" name="Google Shape;1438;p55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1439" name="Google Shape;1439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40" name="Google Shape;1440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41" name="Google Shape;1441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42" name="Google Shape;1442;p55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1443" name="Google Shape;144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44" name="Google Shape;144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46" name="Google Shape;1446;p55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1447" name="Google Shape;144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48" name="Google Shape;144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49" name="Google Shape;144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50" name="Google Shape;1450;p55"/>
          <p:cNvGrpSpPr/>
          <p:nvPr/>
        </p:nvGrpSpPr>
        <p:grpSpPr>
          <a:xfrm rot="16200000" flipH="1">
            <a:off x="3230068" y="3954445"/>
            <a:ext cx="487672" cy="5087073"/>
            <a:chOff x="42063" y="1209300"/>
            <a:chExt cx="374825" cy="3909925"/>
          </a:xfrm>
        </p:grpSpPr>
        <p:grpSp>
          <p:nvGrpSpPr>
            <p:cNvPr id="1451" name="Google Shape;1451;p55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1452" name="Google Shape;145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53" name="Google Shape;145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54" name="Google Shape;145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55" name="Google Shape;1455;p55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1456" name="Google Shape;145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57" name="Google Shape;145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59" name="Google Shape;1459;p55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1460" name="Google Shape;146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61" name="Google Shape;146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62" name="Google Shape;146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63" name="Google Shape;1463;p55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1464" name="Google Shape;146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65" name="Google Shape;146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66" name="Google Shape;146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67" name="Google Shape;1467;p55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1468" name="Google Shape;146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69" name="Google Shape;146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70" name="Google Shape;147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71" name="Google Shape;1471;p55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1472" name="Google Shape;147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73" name="Google Shape;147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74" name="Google Shape;147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75" name="Google Shape;1475;p55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1476" name="Google Shape;147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77" name="Google Shape;147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78" name="Google Shape;147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79" name="Google Shape;1479;p55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1480" name="Google Shape;148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81" name="Google Shape;148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82" name="Google Shape;148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83" name="Google Shape;1483;p55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1484" name="Google Shape;148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85" name="Google Shape;148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86" name="Google Shape;148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87" name="Google Shape;1487;p55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1488" name="Google Shape;148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89" name="Google Shape;148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90" name="Google Shape;149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91" name="Google Shape;1491;p55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1492" name="Google Shape;149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93" name="Google Shape;149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94" name="Google Shape;149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95" name="Google Shape;1495;p55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1496" name="Google Shape;149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97" name="Google Shape;149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99" name="Google Shape;1499;p55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1500" name="Google Shape;150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01" name="Google Shape;150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02" name="Google Shape;150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03" name="Google Shape;1503;p55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1504" name="Google Shape;150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05" name="Google Shape;150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06" name="Google Shape;150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07" name="Google Shape;1507;p55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1508" name="Google Shape;150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09" name="Google Shape;150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10" name="Google Shape;151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11" name="Google Shape;1511;p55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1512" name="Google Shape;151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13" name="Google Shape;151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14" name="Google Shape;151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15" name="Google Shape;1515;p55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1516" name="Google Shape;151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17" name="Google Shape;151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18" name="Google Shape;151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19" name="Google Shape;1519;p55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1520" name="Google Shape;152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21" name="Google Shape;152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22" name="Google Shape;152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23" name="Google Shape;1523;p55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1524" name="Google Shape;152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25" name="Google Shape;152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26" name="Google Shape;152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27" name="Google Shape;1527;p55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1528" name="Google Shape;152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29" name="Google Shape;152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30" name="Google Shape;153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31" name="Google Shape;1531;p55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1532" name="Google Shape;153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33" name="Google Shape;153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34" name="Google Shape;153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35" name="Google Shape;1535;p55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1536" name="Google Shape;153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37" name="Google Shape;153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38" name="Google Shape;153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39" name="Google Shape;1539;p55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1540" name="Google Shape;154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41" name="Google Shape;154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42" name="Google Shape;154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43" name="Google Shape;1543;p55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1544" name="Google Shape;154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45" name="Google Shape;154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46" name="Google Shape;154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47" name="Google Shape;1547;p55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1548" name="Google Shape;154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49" name="Google Shape;154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50" name="Google Shape;155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51" name="Google Shape;1551;p55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1552" name="Google Shape;155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53" name="Google Shape;155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54" name="Google Shape;155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55" name="Google Shape;1555;p55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1556" name="Google Shape;155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57" name="Google Shape;155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58" name="Google Shape;155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59" name="Google Shape;1559;p55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1560" name="Google Shape;156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61" name="Google Shape;156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62" name="Google Shape;156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63" name="Google Shape;1563;p55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1564" name="Google Shape;156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65" name="Google Shape;156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66" name="Google Shape;156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67" name="Google Shape;1567;p55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1568" name="Google Shape;156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69" name="Google Shape;156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70" name="Google Shape;157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71" name="Google Shape;1571;p55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1572" name="Google Shape;157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73" name="Google Shape;157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74" name="Google Shape;157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75" name="Google Shape;1575;p55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1576" name="Google Shape;157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77" name="Google Shape;157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78" name="Google Shape;157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ED7AB29A-B3A5-B011-E735-797629B3A6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957025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Main point">
    <p:spTree>
      <p:nvGrpSpPr>
        <p:cNvPr id="1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63"/>
          <p:cNvSpPr/>
          <p:nvPr/>
        </p:nvSpPr>
        <p:spPr>
          <a:xfrm>
            <a:off x="11394800" y="5646800"/>
            <a:ext cx="797200" cy="121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583" name="Google Shape;1583;p63"/>
          <p:cNvSpPr/>
          <p:nvPr/>
        </p:nvSpPr>
        <p:spPr>
          <a:xfrm>
            <a:off x="11394800" y="0"/>
            <a:ext cx="797200" cy="565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584" name="Google Shape;1584;p63"/>
          <p:cNvSpPr/>
          <p:nvPr/>
        </p:nvSpPr>
        <p:spPr>
          <a:xfrm>
            <a:off x="0" y="167"/>
            <a:ext cx="7972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1586" name="Google Shape;1586;p63"/>
          <p:cNvGrpSpPr/>
          <p:nvPr/>
        </p:nvGrpSpPr>
        <p:grpSpPr>
          <a:xfrm>
            <a:off x="9433802" y="6502107"/>
            <a:ext cx="1694401" cy="487672"/>
            <a:chOff x="720000" y="-118744"/>
            <a:chExt cx="1270801" cy="365754"/>
          </a:xfrm>
        </p:grpSpPr>
        <p:grpSp>
          <p:nvGrpSpPr>
            <p:cNvPr id="1587" name="Google Shape;1587;p63"/>
            <p:cNvGrpSpPr/>
            <p:nvPr/>
          </p:nvGrpSpPr>
          <p:grpSpPr>
            <a:xfrm rot="5400000">
              <a:off x="1778358" y="34566"/>
              <a:ext cx="365754" cy="59133"/>
              <a:chOff x="35575" y="1207875"/>
              <a:chExt cx="374825" cy="60600"/>
            </a:xfrm>
          </p:grpSpPr>
          <p:sp>
            <p:nvSpPr>
              <p:cNvPr id="1588" name="Google Shape;1588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89" name="Google Shape;1589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90" name="Google Shape;1590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91" name="Google Shape;1591;p63"/>
            <p:cNvGrpSpPr/>
            <p:nvPr/>
          </p:nvGrpSpPr>
          <p:grpSpPr>
            <a:xfrm rot="5400000">
              <a:off x="1657191" y="34566"/>
              <a:ext cx="365754" cy="59133"/>
              <a:chOff x="35575" y="1207875"/>
              <a:chExt cx="374825" cy="60600"/>
            </a:xfrm>
          </p:grpSpPr>
          <p:sp>
            <p:nvSpPr>
              <p:cNvPr id="1592" name="Google Shape;1592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93" name="Google Shape;1593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94" name="Google Shape;1594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95" name="Google Shape;1595;p63"/>
            <p:cNvGrpSpPr/>
            <p:nvPr/>
          </p:nvGrpSpPr>
          <p:grpSpPr>
            <a:xfrm rot="5400000">
              <a:off x="1536024" y="34566"/>
              <a:ext cx="365754" cy="59133"/>
              <a:chOff x="35575" y="1207875"/>
              <a:chExt cx="374825" cy="60600"/>
            </a:xfrm>
          </p:grpSpPr>
          <p:sp>
            <p:nvSpPr>
              <p:cNvPr id="1596" name="Google Shape;1596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97" name="Google Shape;1597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98" name="Google Shape;1598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99" name="Google Shape;1599;p63"/>
            <p:cNvGrpSpPr/>
            <p:nvPr/>
          </p:nvGrpSpPr>
          <p:grpSpPr>
            <a:xfrm rot="5400000">
              <a:off x="1414857" y="34566"/>
              <a:ext cx="365754" cy="59133"/>
              <a:chOff x="35575" y="1207875"/>
              <a:chExt cx="374825" cy="60600"/>
            </a:xfrm>
          </p:grpSpPr>
          <p:sp>
            <p:nvSpPr>
              <p:cNvPr id="1600" name="Google Shape;1600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01" name="Google Shape;1601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03" name="Google Shape;1603;p63"/>
            <p:cNvGrpSpPr/>
            <p:nvPr/>
          </p:nvGrpSpPr>
          <p:grpSpPr>
            <a:xfrm rot="5400000">
              <a:off x="1293690" y="34566"/>
              <a:ext cx="365754" cy="59133"/>
              <a:chOff x="35575" y="1207875"/>
              <a:chExt cx="374825" cy="60600"/>
            </a:xfrm>
          </p:grpSpPr>
          <p:sp>
            <p:nvSpPr>
              <p:cNvPr id="1604" name="Google Shape;1604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05" name="Google Shape;1605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06" name="Google Shape;1606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07" name="Google Shape;1607;p63"/>
            <p:cNvGrpSpPr/>
            <p:nvPr/>
          </p:nvGrpSpPr>
          <p:grpSpPr>
            <a:xfrm rot="5400000">
              <a:off x="1172524" y="34566"/>
              <a:ext cx="365754" cy="59133"/>
              <a:chOff x="35575" y="1207875"/>
              <a:chExt cx="374825" cy="60600"/>
            </a:xfrm>
          </p:grpSpPr>
          <p:sp>
            <p:nvSpPr>
              <p:cNvPr id="1608" name="Google Shape;1608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09" name="Google Shape;1609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10" name="Google Shape;1610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11" name="Google Shape;1611;p63"/>
            <p:cNvGrpSpPr/>
            <p:nvPr/>
          </p:nvGrpSpPr>
          <p:grpSpPr>
            <a:xfrm rot="5400000">
              <a:off x="1051357" y="34566"/>
              <a:ext cx="365754" cy="59133"/>
              <a:chOff x="35575" y="1207875"/>
              <a:chExt cx="374825" cy="60600"/>
            </a:xfrm>
          </p:grpSpPr>
          <p:sp>
            <p:nvSpPr>
              <p:cNvPr id="1612" name="Google Shape;1612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13" name="Google Shape;1613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14" name="Google Shape;1614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15" name="Google Shape;1615;p63"/>
            <p:cNvGrpSpPr/>
            <p:nvPr/>
          </p:nvGrpSpPr>
          <p:grpSpPr>
            <a:xfrm rot="5400000">
              <a:off x="930190" y="34566"/>
              <a:ext cx="365754" cy="59133"/>
              <a:chOff x="35575" y="1207875"/>
              <a:chExt cx="374825" cy="60600"/>
            </a:xfrm>
          </p:grpSpPr>
          <p:sp>
            <p:nvSpPr>
              <p:cNvPr id="1616" name="Google Shape;1616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17" name="Google Shape;1617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18" name="Google Shape;1618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19" name="Google Shape;1619;p63"/>
            <p:cNvGrpSpPr/>
            <p:nvPr/>
          </p:nvGrpSpPr>
          <p:grpSpPr>
            <a:xfrm rot="5400000">
              <a:off x="809023" y="34566"/>
              <a:ext cx="365754" cy="59133"/>
              <a:chOff x="35575" y="1207875"/>
              <a:chExt cx="374825" cy="60600"/>
            </a:xfrm>
          </p:grpSpPr>
          <p:sp>
            <p:nvSpPr>
              <p:cNvPr id="1620" name="Google Shape;1620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21" name="Google Shape;1621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22" name="Google Shape;1622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23" name="Google Shape;1623;p63"/>
            <p:cNvGrpSpPr/>
            <p:nvPr/>
          </p:nvGrpSpPr>
          <p:grpSpPr>
            <a:xfrm rot="5400000">
              <a:off x="687856" y="34566"/>
              <a:ext cx="365754" cy="59133"/>
              <a:chOff x="35575" y="1207875"/>
              <a:chExt cx="374825" cy="60600"/>
            </a:xfrm>
          </p:grpSpPr>
          <p:sp>
            <p:nvSpPr>
              <p:cNvPr id="1624" name="Google Shape;1624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25" name="Google Shape;1625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26" name="Google Shape;1626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27" name="Google Shape;1627;p63"/>
            <p:cNvGrpSpPr/>
            <p:nvPr/>
          </p:nvGrpSpPr>
          <p:grpSpPr>
            <a:xfrm rot="5400000">
              <a:off x="566690" y="34566"/>
              <a:ext cx="365754" cy="59133"/>
              <a:chOff x="35575" y="1207875"/>
              <a:chExt cx="374825" cy="60600"/>
            </a:xfrm>
          </p:grpSpPr>
          <p:sp>
            <p:nvSpPr>
              <p:cNvPr id="1628" name="Google Shape;1628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29" name="Google Shape;1629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30" name="Google Shape;1630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1631" name="Google Shape;1631;p63"/>
          <p:cNvSpPr/>
          <p:nvPr/>
        </p:nvSpPr>
        <p:spPr>
          <a:xfrm>
            <a:off x="77134" y="828633"/>
            <a:ext cx="713616" cy="780651"/>
          </a:xfrm>
          <a:custGeom>
            <a:avLst/>
            <a:gdLst/>
            <a:ahLst/>
            <a:cxnLst/>
            <a:rect l="l" t="t" r="r" b="b"/>
            <a:pathLst>
              <a:path w="16873" h="18458" extrusionOk="0">
                <a:moveTo>
                  <a:pt x="14300" y="746"/>
                </a:moveTo>
                <a:cubicBezTo>
                  <a:pt x="15360" y="770"/>
                  <a:pt x="15872" y="2055"/>
                  <a:pt x="15122" y="2794"/>
                </a:cubicBezTo>
                <a:cubicBezTo>
                  <a:pt x="14878" y="3030"/>
                  <a:pt x="14583" y="3136"/>
                  <a:pt x="14295" y="3136"/>
                </a:cubicBezTo>
                <a:cubicBezTo>
                  <a:pt x="13682" y="3136"/>
                  <a:pt x="13098" y="2657"/>
                  <a:pt x="13098" y="1936"/>
                </a:cubicBezTo>
                <a:cubicBezTo>
                  <a:pt x="13098" y="1282"/>
                  <a:pt x="13645" y="746"/>
                  <a:pt x="14300" y="746"/>
                </a:cubicBezTo>
                <a:close/>
                <a:moveTo>
                  <a:pt x="2586" y="761"/>
                </a:moveTo>
                <a:cubicBezTo>
                  <a:pt x="3199" y="761"/>
                  <a:pt x="3787" y="1236"/>
                  <a:pt x="3787" y="1948"/>
                </a:cubicBezTo>
                <a:cubicBezTo>
                  <a:pt x="3775" y="2615"/>
                  <a:pt x="3239" y="3139"/>
                  <a:pt x="2573" y="3139"/>
                </a:cubicBezTo>
                <a:cubicBezTo>
                  <a:pt x="1513" y="3127"/>
                  <a:pt x="1001" y="1841"/>
                  <a:pt x="1763" y="1103"/>
                </a:cubicBezTo>
                <a:cubicBezTo>
                  <a:pt x="2003" y="866"/>
                  <a:pt x="2297" y="761"/>
                  <a:pt x="2586" y="761"/>
                </a:cubicBezTo>
                <a:close/>
                <a:moveTo>
                  <a:pt x="14299" y="1"/>
                </a:moveTo>
                <a:cubicBezTo>
                  <a:pt x="13305" y="1"/>
                  <a:pt x="12348" y="774"/>
                  <a:pt x="12348" y="1936"/>
                </a:cubicBezTo>
                <a:cubicBezTo>
                  <a:pt x="12360" y="3020"/>
                  <a:pt x="13229" y="3877"/>
                  <a:pt x="14300" y="3877"/>
                </a:cubicBezTo>
                <a:cubicBezTo>
                  <a:pt x="16027" y="3865"/>
                  <a:pt x="16872" y="1782"/>
                  <a:pt x="15646" y="567"/>
                </a:cubicBezTo>
                <a:cubicBezTo>
                  <a:pt x="15254" y="176"/>
                  <a:pt x="14773" y="1"/>
                  <a:pt x="14299" y="1"/>
                </a:cubicBezTo>
                <a:close/>
                <a:moveTo>
                  <a:pt x="2594" y="19"/>
                </a:moveTo>
                <a:cubicBezTo>
                  <a:pt x="2587" y="19"/>
                  <a:pt x="2580" y="19"/>
                  <a:pt x="2573" y="19"/>
                </a:cubicBezTo>
                <a:cubicBezTo>
                  <a:pt x="846" y="31"/>
                  <a:pt x="1" y="2115"/>
                  <a:pt x="1227" y="3329"/>
                </a:cubicBezTo>
                <a:cubicBezTo>
                  <a:pt x="1621" y="3719"/>
                  <a:pt x="2102" y="3893"/>
                  <a:pt x="2574" y="3893"/>
                </a:cubicBezTo>
                <a:cubicBezTo>
                  <a:pt x="3575" y="3893"/>
                  <a:pt x="4533" y="3113"/>
                  <a:pt x="4525" y="1948"/>
                </a:cubicBezTo>
                <a:cubicBezTo>
                  <a:pt x="4525" y="884"/>
                  <a:pt x="3656" y="19"/>
                  <a:pt x="2594" y="19"/>
                </a:cubicBezTo>
                <a:close/>
                <a:moveTo>
                  <a:pt x="2592" y="8040"/>
                </a:moveTo>
                <a:cubicBezTo>
                  <a:pt x="3202" y="8040"/>
                  <a:pt x="3787" y="8517"/>
                  <a:pt x="3787" y="9235"/>
                </a:cubicBezTo>
                <a:cubicBezTo>
                  <a:pt x="3775" y="9890"/>
                  <a:pt x="3239" y="10426"/>
                  <a:pt x="2573" y="10426"/>
                </a:cubicBezTo>
                <a:cubicBezTo>
                  <a:pt x="1513" y="10402"/>
                  <a:pt x="1001" y="9128"/>
                  <a:pt x="1763" y="8390"/>
                </a:cubicBezTo>
                <a:cubicBezTo>
                  <a:pt x="2005" y="8148"/>
                  <a:pt x="2301" y="8040"/>
                  <a:pt x="2592" y="8040"/>
                </a:cubicBezTo>
                <a:close/>
                <a:moveTo>
                  <a:pt x="14319" y="8040"/>
                </a:moveTo>
                <a:cubicBezTo>
                  <a:pt x="14930" y="8040"/>
                  <a:pt x="15515" y="8517"/>
                  <a:pt x="15515" y="9235"/>
                </a:cubicBezTo>
                <a:cubicBezTo>
                  <a:pt x="15503" y="9890"/>
                  <a:pt x="14967" y="10426"/>
                  <a:pt x="14300" y="10426"/>
                </a:cubicBezTo>
                <a:cubicBezTo>
                  <a:pt x="13253" y="10402"/>
                  <a:pt x="12741" y="9128"/>
                  <a:pt x="13491" y="8390"/>
                </a:cubicBezTo>
                <a:cubicBezTo>
                  <a:pt x="13733" y="8148"/>
                  <a:pt x="14029" y="8040"/>
                  <a:pt x="14319" y="8040"/>
                </a:cubicBezTo>
                <a:close/>
                <a:moveTo>
                  <a:pt x="2573" y="7294"/>
                </a:moveTo>
                <a:cubicBezTo>
                  <a:pt x="858" y="7318"/>
                  <a:pt x="25" y="9390"/>
                  <a:pt x="1239" y="10592"/>
                </a:cubicBezTo>
                <a:cubicBezTo>
                  <a:pt x="1631" y="10980"/>
                  <a:pt x="2111" y="11154"/>
                  <a:pt x="2581" y="11154"/>
                </a:cubicBezTo>
                <a:cubicBezTo>
                  <a:pt x="3569" y="11154"/>
                  <a:pt x="4517" y="10388"/>
                  <a:pt x="4525" y="9235"/>
                </a:cubicBezTo>
                <a:cubicBezTo>
                  <a:pt x="4525" y="8163"/>
                  <a:pt x="3644" y="7294"/>
                  <a:pt x="2573" y="7294"/>
                </a:cubicBezTo>
                <a:close/>
                <a:moveTo>
                  <a:pt x="14300" y="7294"/>
                </a:moveTo>
                <a:cubicBezTo>
                  <a:pt x="12598" y="7318"/>
                  <a:pt x="11764" y="9390"/>
                  <a:pt x="12979" y="10592"/>
                </a:cubicBezTo>
                <a:cubicBezTo>
                  <a:pt x="13370" y="10980"/>
                  <a:pt x="13850" y="11154"/>
                  <a:pt x="14320" y="11154"/>
                </a:cubicBezTo>
                <a:cubicBezTo>
                  <a:pt x="15308" y="11154"/>
                  <a:pt x="16253" y="10388"/>
                  <a:pt x="16253" y="9235"/>
                </a:cubicBezTo>
                <a:cubicBezTo>
                  <a:pt x="16253" y="8163"/>
                  <a:pt x="15384" y="7294"/>
                  <a:pt x="14300" y="7294"/>
                </a:cubicBezTo>
                <a:close/>
                <a:moveTo>
                  <a:pt x="2585" y="15322"/>
                </a:moveTo>
                <a:cubicBezTo>
                  <a:pt x="3198" y="15322"/>
                  <a:pt x="3787" y="15801"/>
                  <a:pt x="3787" y="16522"/>
                </a:cubicBezTo>
                <a:cubicBezTo>
                  <a:pt x="3775" y="17176"/>
                  <a:pt x="3227" y="17700"/>
                  <a:pt x="2573" y="17700"/>
                </a:cubicBezTo>
                <a:lnTo>
                  <a:pt x="2573" y="17712"/>
                </a:lnTo>
                <a:cubicBezTo>
                  <a:pt x="1513" y="17688"/>
                  <a:pt x="1001" y="16402"/>
                  <a:pt x="1763" y="15664"/>
                </a:cubicBezTo>
                <a:cubicBezTo>
                  <a:pt x="2003" y="15428"/>
                  <a:pt x="2296" y="15322"/>
                  <a:pt x="2585" y="15322"/>
                </a:cubicBezTo>
                <a:close/>
                <a:moveTo>
                  <a:pt x="14312" y="15322"/>
                </a:moveTo>
                <a:cubicBezTo>
                  <a:pt x="14925" y="15322"/>
                  <a:pt x="15515" y="15801"/>
                  <a:pt x="15515" y="16522"/>
                </a:cubicBezTo>
                <a:cubicBezTo>
                  <a:pt x="15503" y="17176"/>
                  <a:pt x="14967" y="17700"/>
                  <a:pt x="14300" y="17700"/>
                </a:cubicBezTo>
                <a:lnTo>
                  <a:pt x="14300" y="17712"/>
                </a:lnTo>
                <a:cubicBezTo>
                  <a:pt x="13253" y="17688"/>
                  <a:pt x="12741" y="16402"/>
                  <a:pt x="13491" y="15664"/>
                </a:cubicBezTo>
                <a:cubicBezTo>
                  <a:pt x="13731" y="15428"/>
                  <a:pt x="14024" y="15322"/>
                  <a:pt x="14312" y="15322"/>
                </a:cubicBezTo>
                <a:close/>
                <a:moveTo>
                  <a:pt x="14322" y="14581"/>
                </a:moveTo>
                <a:cubicBezTo>
                  <a:pt x="14315" y="14581"/>
                  <a:pt x="14308" y="14581"/>
                  <a:pt x="14300" y="14581"/>
                </a:cubicBezTo>
                <a:cubicBezTo>
                  <a:pt x="12586" y="14593"/>
                  <a:pt x="11729" y="16676"/>
                  <a:pt x="12955" y="17891"/>
                </a:cubicBezTo>
                <a:cubicBezTo>
                  <a:pt x="13348" y="18280"/>
                  <a:pt x="13830" y="18454"/>
                  <a:pt x="14302" y="18454"/>
                </a:cubicBezTo>
                <a:cubicBezTo>
                  <a:pt x="15302" y="18454"/>
                  <a:pt x="16261" y="17674"/>
                  <a:pt x="16253" y="16510"/>
                </a:cubicBezTo>
                <a:cubicBezTo>
                  <a:pt x="16241" y="15445"/>
                  <a:pt x="15384" y="14581"/>
                  <a:pt x="14322" y="14581"/>
                </a:cubicBezTo>
                <a:close/>
                <a:moveTo>
                  <a:pt x="2594" y="14581"/>
                </a:moveTo>
                <a:cubicBezTo>
                  <a:pt x="2587" y="14581"/>
                  <a:pt x="2580" y="14581"/>
                  <a:pt x="2573" y="14581"/>
                </a:cubicBezTo>
                <a:cubicBezTo>
                  <a:pt x="858" y="14593"/>
                  <a:pt x="13" y="16676"/>
                  <a:pt x="1227" y="17891"/>
                </a:cubicBezTo>
                <a:cubicBezTo>
                  <a:pt x="1622" y="18282"/>
                  <a:pt x="2106" y="18457"/>
                  <a:pt x="2579" y="18457"/>
                </a:cubicBezTo>
                <a:cubicBezTo>
                  <a:pt x="3574" y="18457"/>
                  <a:pt x="4525" y="17683"/>
                  <a:pt x="4525" y="16522"/>
                </a:cubicBezTo>
                <a:cubicBezTo>
                  <a:pt x="4525" y="15445"/>
                  <a:pt x="3656" y="14581"/>
                  <a:pt x="2594" y="1458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2" name="Google Shape;1632;p63"/>
          <p:cNvSpPr/>
          <p:nvPr/>
        </p:nvSpPr>
        <p:spPr>
          <a:xfrm rot="5400000">
            <a:off x="9923721" y="-549990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342" tIns="91342" rIns="91342" bIns="91342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4" name="Google Shape;1634;p63"/>
          <p:cNvSpPr/>
          <p:nvPr/>
        </p:nvSpPr>
        <p:spPr>
          <a:xfrm>
            <a:off x="30098" y="4304927"/>
            <a:ext cx="797098" cy="2553090"/>
          </a:xfrm>
          <a:custGeom>
            <a:avLst/>
            <a:gdLst/>
            <a:ahLst/>
            <a:cxnLst/>
            <a:rect l="l" t="t" r="r" b="b"/>
            <a:pathLst>
              <a:path w="26206" h="83928" extrusionOk="0">
                <a:moveTo>
                  <a:pt x="14776" y="1144"/>
                </a:moveTo>
                <a:cubicBezTo>
                  <a:pt x="15038" y="1144"/>
                  <a:pt x="15145" y="1180"/>
                  <a:pt x="15145" y="1489"/>
                </a:cubicBezTo>
                <a:cubicBezTo>
                  <a:pt x="15133" y="8943"/>
                  <a:pt x="15145" y="16408"/>
                  <a:pt x="15133" y="23861"/>
                </a:cubicBezTo>
                <a:cubicBezTo>
                  <a:pt x="14879" y="23861"/>
                  <a:pt x="13260" y="23866"/>
                  <a:pt x="12152" y="23866"/>
                </a:cubicBezTo>
                <a:cubicBezTo>
                  <a:pt x="11598" y="23866"/>
                  <a:pt x="11172" y="23865"/>
                  <a:pt x="11109" y="23861"/>
                </a:cubicBezTo>
                <a:lnTo>
                  <a:pt x="11109" y="23230"/>
                </a:lnTo>
                <a:lnTo>
                  <a:pt x="11109" y="3847"/>
                </a:lnTo>
                <a:cubicBezTo>
                  <a:pt x="11109" y="3370"/>
                  <a:pt x="11097" y="1775"/>
                  <a:pt x="11097" y="1561"/>
                </a:cubicBezTo>
                <a:cubicBezTo>
                  <a:pt x="11097" y="1180"/>
                  <a:pt x="11252" y="1144"/>
                  <a:pt x="11573" y="1144"/>
                </a:cubicBezTo>
                <a:cubicBezTo>
                  <a:pt x="12103" y="1150"/>
                  <a:pt x="12636" y="1153"/>
                  <a:pt x="13170" y="1153"/>
                </a:cubicBezTo>
                <a:cubicBezTo>
                  <a:pt x="13704" y="1153"/>
                  <a:pt x="14240" y="1150"/>
                  <a:pt x="14776" y="1144"/>
                </a:cubicBezTo>
                <a:close/>
                <a:moveTo>
                  <a:pt x="20467" y="67307"/>
                </a:moveTo>
                <a:lnTo>
                  <a:pt x="20467" y="67307"/>
                </a:lnTo>
                <a:cubicBezTo>
                  <a:pt x="20455" y="67807"/>
                  <a:pt x="20467" y="68271"/>
                  <a:pt x="20467" y="68712"/>
                </a:cubicBezTo>
                <a:cubicBezTo>
                  <a:pt x="20467" y="68839"/>
                  <a:pt x="20383" y="68860"/>
                  <a:pt x="20291" y="68860"/>
                </a:cubicBezTo>
                <a:cubicBezTo>
                  <a:pt x="20245" y="68860"/>
                  <a:pt x="20197" y="68855"/>
                  <a:pt x="20158" y="68855"/>
                </a:cubicBezTo>
                <a:lnTo>
                  <a:pt x="18336" y="68855"/>
                </a:lnTo>
                <a:cubicBezTo>
                  <a:pt x="19027" y="68366"/>
                  <a:pt x="19800" y="67878"/>
                  <a:pt x="20467" y="67307"/>
                </a:cubicBezTo>
                <a:close/>
                <a:moveTo>
                  <a:pt x="5787" y="67295"/>
                </a:moveTo>
                <a:cubicBezTo>
                  <a:pt x="6537" y="67914"/>
                  <a:pt x="7204" y="68366"/>
                  <a:pt x="7930" y="68855"/>
                </a:cubicBezTo>
                <a:cubicBezTo>
                  <a:pt x="7602" y="68861"/>
                  <a:pt x="7275" y="68864"/>
                  <a:pt x="6946" y="68864"/>
                </a:cubicBezTo>
                <a:cubicBezTo>
                  <a:pt x="6617" y="68864"/>
                  <a:pt x="6287" y="68861"/>
                  <a:pt x="5953" y="68855"/>
                </a:cubicBezTo>
                <a:cubicBezTo>
                  <a:pt x="5751" y="68855"/>
                  <a:pt x="5787" y="68700"/>
                  <a:pt x="5787" y="68557"/>
                </a:cubicBezTo>
                <a:lnTo>
                  <a:pt x="5787" y="67295"/>
                </a:lnTo>
                <a:close/>
                <a:moveTo>
                  <a:pt x="11073" y="1"/>
                </a:moveTo>
                <a:cubicBezTo>
                  <a:pt x="10013" y="1"/>
                  <a:pt x="9966" y="49"/>
                  <a:pt x="9966" y="1096"/>
                </a:cubicBezTo>
                <a:lnTo>
                  <a:pt x="9966" y="47459"/>
                </a:lnTo>
                <a:cubicBezTo>
                  <a:pt x="9966" y="47852"/>
                  <a:pt x="9930" y="48090"/>
                  <a:pt x="9478" y="48245"/>
                </a:cubicBezTo>
                <a:cubicBezTo>
                  <a:pt x="2917" y="50519"/>
                  <a:pt x="0" y="58008"/>
                  <a:pt x="3275" y="64152"/>
                </a:cubicBezTo>
                <a:cubicBezTo>
                  <a:pt x="3346" y="64283"/>
                  <a:pt x="3536" y="64604"/>
                  <a:pt x="3536" y="64604"/>
                </a:cubicBezTo>
                <a:cubicBezTo>
                  <a:pt x="3322" y="64604"/>
                  <a:pt x="3050" y="64588"/>
                  <a:pt x="2797" y="64588"/>
                </a:cubicBezTo>
                <a:cubicBezTo>
                  <a:pt x="2670" y="64588"/>
                  <a:pt x="2548" y="64592"/>
                  <a:pt x="2441" y="64604"/>
                </a:cubicBezTo>
                <a:cubicBezTo>
                  <a:pt x="1965" y="64616"/>
                  <a:pt x="1572" y="65009"/>
                  <a:pt x="1560" y="65497"/>
                </a:cubicBezTo>
                <a:cubicBezTo>
                  <a:pt x="1512" y="65973"/>
                  <a:pt x="1858" y="66414"/>
                  <a:pt x="2334" y="66473"/>
                </a:cubicBezTo>
                <a:cubicBezTo>
                  <a:pt x="2501" y="66497"/>
                  <a:pt x="2673" y="66500"/>
                  <a:pt x="2846" y="66500"/>
                </a:cubicBezTo>
                <a:cubicBezTo>
                  <a:pt x="2903" y="66500"/>
                  <a:pt x="2961" y="66500"/>
                  <a:pt x="3018" y="66500"/>
                </a:cubicBezTo>
                <a:cubicBezTo>
                  <a:pt x="3133" y="66500"/>
                  <a:pt x="3247" y="66501"/>
                  <a:pt x="3358" y="66509"/>
                </a:cubicBezTo>
                <a:cubicBezTo>
                  <a:pt x="3929" y="66545"/>
                  <a:pt x="3917" y="66628"/>
                  <a:pt x="3917" y="67081"/>
                </a:cubicBezTo>
                <a:cubicBezTo>
                  <a:pt x="3846" y="70236"/>
                  <a:pt x="3739" y="73391"/>
                  <a:pt x="3310" y="76534"/>
                </a:cubicBezTo>
                <a:cubicBezTo>
                  <a:pt x="2965" y="79058"/>
                  <a:pt x="2465" y="81547"/>
                  <a:pt x="1501" y="83928"/>
                </a:cubicBezTo>
                <a:lnTo>
                  <a:pt x="3560" y="83928"/>
                </a:lnTo>
                <a:cubicBezTo>
                  <a:pt x="3917" y="83714"/>
                  <a:pt x="3953" y="83333"/>
                  <a:pt x="4060" y="82987"/>
                </a:cubicBezTo>
                <a:cubicBezTo>
                  <a:pt x="5251" y="79142"/>
                  <a:pt x="5644" y="75189"/>
                  <a:pt x="5894" y="71200"/>
                </a:cubicBezTo>
                <a:cubicBezTo>
                  <a:pt x="5962" y="70198"/>
                  <a:pt x="5878" y="70176"/>
                  <a:pt x="6829" y="70176"/>
                </a:cubicBezTo>
                <a:cubicBezTo>
                  <a:pt x="6872" y="70176"/>
                  <a:pt x="6918" y="70176"/>
                  <a:pt x="6965" y="70176"/>
                </a:cubicBezTo>
                <a:lnTo>
                  <a:pt x="7251" y="70176"/>
                </a:lnTo>
                <a:cubicBezTo>
                  <a:pt x="8889" y="70186"/>
                  <a:pt x="10526" y="70203"/>
                  <a:pt x="12164" y="70203"/>
                </a:cubicBezTo>
                <a:cubicBezTo>
                  <a:pt x="12550" y="70203"/>
                  <a:pt x="12937" y="70202"/>
                  <a:pt x="13323" y="70200"/>
                </a:cubicBezTo>
                <a:cubicBezTo>
                  <a:pt x="15478" y="70188"/>
                  <a:pt x="17645" y="70200"/>
                  <a:pt x="19800" y="70176"/>
                </a:cubicBezTo>
                <a:cubicBezTo>
                  <a:pt x="20181" y="70176"/>
                  <a:pt x="20336" y="70331"/>
                  <a:pt x="20360" y="70724"/>
                </a:cubicBezTo>
                <a:cubicBezTo>
                  <a:pt x="20443" y="72212"/>
                  <a:pt x="20539" y="73700"/>
                  <a:pt x="20705" y="75189"/>
                </a:cubicBezTo>
                <a:cubicBezTo>
                  <a:pt x="21003" y="77891"/>
                  <a:pt x="21443" y="80582"/>
                  <a:pt x="22301" y="83178"/>
                </a:cubicBezTo>
                <a:cubicBezTo>
                  <a:pt x="22384" y="83452"/>
                  <a:pt x="22467" y="83737"/>
                  <a:pt x="22706" y="83928"/>
                </a:cubicBezTo>
                <a:lnTo>
                  <a:pt x="24777" y="83928"/>
                </a:lnTo>
                <a:cubicBezTo>
                  <a:pt x="24658" y="83630"/>
                  <a:pt x="24539" y="83321"/>
                  <a:pt x="24432" y="83011"/>
                </a:cubicBezTo>
                <a:cubicBezTo>
                  <a:pt x="22694" y="77760"/>
                  <a:pt x="22432" y="72319"/>
                  <a:pt x="22360" y="66854"/>
                </a:cubicBezTo>
                <a:cubicBezTo>
                  <a:pt x="22360" y="66533"/>
                  <a:pt x="22491" y="66497"/>
                  <a:pt x="22741" y="66497"/>
                </a:cubicBezTo>
                <a:cubicBezTo>
                  <a:pt x="23057" y="66504"/>
                  <a:pt x="23378" y="66511"/>
                  <a:pt x="23697" y="66511"/>
                </a:cubicBezTo>
                <a:cubicBezTo>
                  <a:pt x="23931" y="66511"/>
                  <a:pt x="24165" y="66507"/>
                  <a:pt x="24396" y="66497"/>
                </a:cubicBezTo>
                <a:cubicBezTo>
                  <a:pt x="25015" y="66473"/>
                  <a:pt x="25420" y="66080"/>
                  <a:pt x="25420" y="65557"/>
                </a:cubicBezTo>
                <a:cubicBezTo>
                  <a:pt x="25420" y="65021"/>
                  <a:pt x="24992" y="64604"/>
                  <a:pt x="24361" y="64592"/>
                </a:cubicBezTo>
                <a:cubicBezTo>
                  <a:pt x="24190" y="64588"/>
                  <a:pt x="24021" y="64587"/>
                  <a:pt x="23849" y="64587"/>
                </a:cubicBezTo>
                <a:cubicBezTo>
                  <a:pt x="23505" y="64587"/>
                  <a:pt x="23150" y="64592"/>
                  <a:pt x="22753" y="64592"/>
                </a:cubicBezTo>
                <a:cubicBezTo>
                  <a:pt x="22872" y="64390"/>
                  <a:pt x="22944" y="64259"/>
                  <a:pt x="23015" y="64128"/>
                </a:cubicBezTo>
                <a:cubicBezTo>
                  <a:pt x="26206" y="58091"/>
                  <a:pt x="23408" y="50674"/>
                  <a:pt x="17014" y="48328"/>
                </a:cubicBezTo>
                <a:cubicBezTo>
                  <a:pt x="16419" y="48114"/>
                  <a:pt x="16276" y="47852"/>
                  <a:pt x="16276" y="47245"/>
                </a:cubicBezTo>
                <a:cubicBezTo>
                  <a:pt x="16300" y="31814"/>
                  <a:pt x="16300" y="16372"/>
                  <a:pt x="16288" y="942"/>
                </a:cubicBezTo>
                <a:cubicBezTo>
                  <a:pt x="16288" y="108"/>
                  <a:pt x="16193" y="1"/>
                  <a:pt x="1537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5" name="Google Shape;1635;p63"/>
          <p:cNvSpPr/>
          <p:nvPr/>
        </p:nvSpPr>
        <p:spPr>
          <a:xfrm>
            <a:off x="277081" y="6720093"/>
            <a:ext cx="304592" cy="137590"/>
          </a:xfrm>
          <a:custGeom>
            <a:avLst/>
            <a:gdLst/>
            <a:ahLst/>
            <a:cxnLst/>
            <a:rect l="l" t="t" r="r" b="b"/>
            <a:pathLst>
              <a:path w="10014" h="4523" extrusionOk="0">
                <a:moveTo>
                  <a:pt x="4898" y="1"/>
                </a:moveTo>
                <a:cubicBezTo>
                  <a:pt x="4239" y="1"/>
                  <a:pt x="3578" y="4"/>
                  <a:pt x="2917" y="10"/>
                </a:cubicBezTo>
                <a:cubicBezTo>
                  <a:pt x="2465" y="21"/>
                  <a:pt x="2227" y="295"/>
                  <a:pt x="2191" y="736"/>
                </a:cubicBezTo>
                <a:cubicBezTo>
                  <a:pt x="2167" y="1057"/>
                  <a:pt x="2358" y="1462"/>
                  <a:pt x="2120" y="1676"/>
                </a:cubicBezTo>
                <a:cubicBezTo>
                  <a:pt x="2018" y="1759"/>
                  <a:pt x="1888" y="1782"/>
                  <a:pt x="1747" y="1782"/>
                </a:cubicBezTo>
                <a:cubicBezTo>
                  <a:pt x="1569" y="1782"/>
                  <a:pt x="1374" y="1745"/>
                  <a:pt x="1196" y="1745"/>
                </a:cubicBezTo>
                <a:cubicBezTo>
                  <a:pt x="1170" y="1745"/>
                  <a:pt x="1145" y="1746"/>
                  <a:pt x="1120" y="1748"/>
                </a:cubicBezTo>
                <a:lnTo>
                  <a:pt x="834" y="1748"/>
                </a:lnTo>
                <a:cubicBezTo>
                  <a:pt x="286" y="1772"/>
                  <a:pt x="36" y="2010"/>
                  <a:pt x="24" y="2557"/>
                </a:cubicBezTo>
                <a:cubicBezTo>
                  <a:pt x="0" y="3212"/>
                  <a:pt x="24" y="3867"/>
                  <a:pt x="24" y="4522"/>
                </a:cubicBezTo>
                <a:lnTo>
                  <a:pt x="10002" y="4522"/>
                </a:lnTo>
                <a:cubicBezTo>
                  <a:pt x="10002" y="4093"/>
                  <a:pt x="10014" y="3677"/>
                  <a:pt x="10014" y="3248"/>
                </a:cubicBezTo>
                <a:cubicBezTo>
                  <a:pt x="10014" y="1760"/>
                  <a:pt x="10002" y="1748"/>
                  <a:pt x="8513" y="1748"/>
                </a:cubicBezTo>
                <a:cubicBezTo>
                  <a:pt x="7656" y="1748"/>
                  <a:pt x="7644" y="1748"/>
                  <a:pt x="7632" y="879"/>
                </a:cubicBezTo>
                <a:cubicBezTo>
                  <a:pt x="7620" y="367"/>
                  <a:pt x="7430" y="10"/>
                  <a:pt x="6870" y="10"/>
                </a:cubicBezTo>
                <a:cubicBezTo>
                  <a:pt x="6215" y="4"/>
                  <a:pt x="5558" y="1"/>
                  <a:pt x="48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6" name="Google Shape;1636;p63"/>
          <p:cNvSpPr/>
          <p:nvPr/>
        </p:nvSpPr>
        <p:spPr>
          <a:xfrm>
            <a:off x="333230" y="4158972"/>
            <a:ext cx="193024" cy="126456"/>
          </a:xfrm>
          <a:custGeom>
            <a:avLst/>
            <a:gdLst/>
            <a:ahLst/>
            <a:cxnLst/>
            <a:rect l="l" t="t" r="r" b="b"/>
            <a:pathLst>
              <a:path w="6346" h="4157" extrusionOk="0">
                <a:moveTo>
                  <a:pt x="1036" y="1"/>
                </a:moveTo>
                <a:cubicBezTo>
                  <a:pt x="357" y="1"/>
                  <a:pt x="36" y="322"/>
                  <a:pt x="24" y="1025"/>
                </a:cubicBezTo>
                <a:cubicBezTo>
                  <a:pt x="12" y="1906"/>
                  <a:pt x="36" y="2787"/>
                  <a:pt x="12" y="3668"/>
                </a:cubicBezTo>
                <a:cubicBezTo>
                  <a:pt x="0" y="4022"/>
                  <a:pt x="87" y="4157"/>
                  <a:pt x="431" y="4157"/>
                </a:cubicBezTo>
                <a:cubicBezTo>
                  <a:pt x="445" y="4157"/>
                  <a:pt x="460" y="4156"/>
                  <a:pt x="476" y="4156"/>
                </a:cubicBezTo>
                <a:cubicBezTo>
                  <a:pt x="864" y="4141"/>
                  <a:pt x="1252" y="4136"/>
                  <a:pt x="1639" y="4136"/>
                </a:cubicBezTo>
                <a:cubicBezTo>
                  <a:pt x="2154" y="4136"/>
                  <a:pt x="2669" y="4144"/>
                  <a:pt x="3179" y="4144"/>
                </a:cubicBezTo>
                <a:cubicBezTo>
                  <a:pt x="3798" y="4144"/>
                  <a:pt x="4422" y="4139"/>
                  <a:pt x="5045" y="4139"/>
                </a:cubicBezTo>
                <a:cubicBezTo>
                  <a:pt x="5356" y="4139"/>
                  <a:pt x="5667" y="4140"/>
                  <a:pt x="5977" y="4144"/>
                </a:cubicBezTo>
                <a:cubicBezTo>
                  <a:pt x="5993" y="4145"/>
                  <a:pt x="6009" y="4145"/>
                  <a:pt x="6025" y="4145"/>
                </a:cubicBezTo>
                <a:cubicBezTo>
                  <a:pt x="6260" y="4145"/>
                  <a:pt x="6334" y="4056"/>
                  <a:pt x="6334" y="3799"/>
                </a:cubicBezTo>
                <a:cubicBezTo>
                  <a:pt x="6334" y="2858"/>
                  <a:pt x="6346" y="1918"/>
                  <a:pt x="6334" y="977"/>
                </a:cubicBezTo>
                <a:cubicBezTo>
                  <a:pt x="6322" y="298"/>
                  <a:pt x="6001" y="1"/>
                  <a:pt x="5334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7" name="Google Shape;1637;p63"/>
          <p:cNvSpPr/>
          <p:nvPr/>
        </p:nvSpPr>
        <p:spPr>
          <a:xfrm>
            <a:off x="63404" y="5024969"/>
            <a:ext cx="732311" cy="1244878"/>
          </a:xfrm>
          <a:custGeom>
            <a:avLst/>
            <a:gdLst/>
            <a:ahLst/>
            <a:cxnLst/>
            <a:rect l="l" t="t" r="r" b="b"/>
            <a:pathLst>
              <a:path w="24076" h="40923" extrusionOk="0">
                <a:moveTo>
                  <a:pt x="10026" y="1"/>
                </a:moveTo>
                <a:lnTo>
                  <a:pt x="10026" y="24158"/>
                </a:lnTo>
                <a:cubicBezTo>
                  <a:pt x="10026" y="25015"/>
                  <a:pt x="10014" y="25039"/>
                  <a:pt x="9192" y="25277"/>
                </a:cubicBezTo>
                <a:cubicBezTo>
                  <a:pt x="2858" y="27171"/>
                  <a:pt x="1" y="34731"/>
                  <a:pt x="3477" y="40422"/>
                </a:cubicBezTo>
                <a:cubicBezTo>
                  <a:pt x="3692" y="40779"/>
                  <a:pt x="3918" y="40922"/>
                  <a:pt x="4335" y="40922"/>
                </a:cubicBezTo>
                <a:cubicBezTo>
                  <a:pt x="6906" y="40916"/>
                  <a:pt x="9475" y="40913"/>
                  <a:pt x="12044" y="40913"/>
                </a:cubicBezTo>
                <a:cubicBezTo>
                  <a:pt x="14613" y="40913"/>
                  <a:pt x="17181" y="40916"/>
                  <a:pt x="19753" y="40922"/>
                </a:cubicBezTo>
                <a:cubicBezTo>
                  <a:pt x="20170" y="40922"/>
                  <a:pt x="20396" y="40779"/>
                  <a:pt x="20610" y="40422"/>
                </a:cubicBezTo>
                <a:cubicBezTo>
                  <a:pt x="24075" y="34731"/>
                  <a:pt x="21218" y="27171"/>
                  <a:pt x="14884" y="25277"/>
                </a:cubicBezTo>
                <a:cubicBezTo>
                  <a:pt x="14074" y="25039"/>
                  <a:pt x="14050" y="25004"/>
                  <a:pt x="14050" y="24158"/>
                </a:cubicBezTo>
                <a:lnTo>
                  <a:pt x="1405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8" name="Google Shape;1638;p63"/>
          <p:cNvSpPr/>
          <p:nvPr/>
        </p:nvSpPr>
        <p:spPr>
          <a:xfrm>
            <a:off x="235076" y="6328831"/>
            <a:ext cx="387508" cy="70574"/>
          </a:xfrm>
          <a:custGeom>
            <a:avLst/>
            <a:gdLst/>
            <a:ahLst/>
            <a:cxnLst/>
            <a:rect l="l" t="t" r="r" b="b"/>
            <a:pathLst>
              <a:path w="12740" h="2320" extrusionOk="0">
                <a:moveTo>
                  <a:pt x="0" y="1"/>
                </a:moveTo>
                <a:cubicBezTo>
                  <a:pt x="1801" y="1581"/>
                  <a:pt x="4124" y="2320"/>
                  <a:pt x="6399" y="2320"/>
                </a:cubicBezTo>
                <a:cubicBezTo>
                  <a:pt x="8785" y="2320"/>
                  <a:pt x="11118" y="1507"/>
                  <a:pt x="1274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9" name="Google Shape;1639;p63"/>
          <p:cNvSpPr/>
          <p:nvPr/>
        </p:nvSpPr>
        <p:spPr>
          <a:xfrm>
            <a:off x="385364" y="6571521"/>
            <a:ext cx="81882" cy="140327"/>
          </a:xfrm>
          <a:custGeom>
            <a:avLst/>
            <a:gdLst/>
            <a:ahLst/>
            <a:cxnLst/>
            <a:rect l="l" t="t" r="r" b="b"/>
            <a:pathLst>
              <a:path w="2692" h="4613" extrusionOk="0">
                <a:moveTo>
                  <a:pt x="1346" y="0"/>
                </a:moveTo>
                <a:cubicBezTo>
                  <a:pt x="905" y="1131"/>
                  <a:pt x="489" y="2107"/>
                  <a:pt x="167" y="3108"/>
                </a:cubicBezTo>
                <a:cubicBezTo>
                  <a:pt x="0" y="3608"/>
                  <a:pt x="215" y="4143"/>
                  <a:pt x="667" y="4405"/>
                </a:cubicBezTo>
                <a:cubicBezTo>
                  <a:pt x="869" y="4544"/>
                  <a:pt x="1105" y="4612"/>
                  <a:pt x="1341" y="4612"/>
                </a:cubicBezTo>
                <a:cubicBezTo>
                  <a:pt x="1593" y="4612"/>
                  <a:pt x="1845" y="4535"/>
                  <a:pt x="2060" y="4382"/>
                </a:cubicBezTo>
                <a:cubicBezTo>
                  <a:pt x="2501" y="4108"/>
                  <a:pt x="2691" y="3560"/>
                  <a:pt x="2513" y="3072"/>
                </a:cubicBezTo>
                <a:cubicBezTo>
                  <a:pt x="2179" y="2084"/>
                  <a:pt x="1774" y="1119"/>
                  <a:pt x="13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0" name="Google Shape;1640;p63"/>
          <p:cNvSpPr/>
          <p:nvPr/>
        </p:nvSpPr>
        <p:spPr>
          <a:xfrm>
            <a:off x="249554" y="6076771"/>
            <a:ext cx="70293" cy="70270"/>
          </a:xfrm>
          <a:custGeom>
            <a:avLst/>
            <a:gdLst/>
            <a:ahLst/>
            <a:cxnLst/>
            <a:rect l="l" t="t" r="r" b="b"/>
            <a:pathLst>
              <a:path w="2311" h="2310" extrusionOk="0">
                <a:moveTo>
                  <a:pt x="1227" y="0"/>
                </a:moveTo>
                <a:cubicBezTo>
                  <a:pt x="608" y="0"/>
                  <a:pt x="24" y="548"/>
                  <a:pt x="12" y="1143"/>
                </a:cubicBezTo>
                <a:cubicBezTo>
                  <a:pt x="1" y="1858"/>
                  <a:pt x="441" y="2310"/>
                  <a:pt x="1191" y="2310"/>
                </a:cubicBezTo>
                <a:cubicBezTo>
                  <a:pt x="1977" y="2310"/>
                  <a:pt x="2298" y="1989"/>
                  <a:pt x="2298" y="1203"/>
                </a:cubicBezTo>
                <a:cubicBezTo>
                  <a:pt x="2310" y="488"/>
                  <a:pt x="1882" y="12"/>
                  <a:pt x="122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1" name="Google Shape;1641;p63"/>
          <p:cNvSpPr/>
          <p:nvPr/>
        </p:nvSpPr>
        <p:spPr>
          <a:xfrm>
            <a:off x="293780" y="6209676"/>
            <a:ext cx="53594" cy="52992"/>
          </a:xfrm>
          <a:custGeom>
            <a:avLst/>
            <a:gdLst/>
            <a:ahLst/>
            <a:cxnLst/>
            <a:rect l="l" t="t" r="r" b="b"/>
            <a:pathLst>
              <a:path w="1762" h="1742" extrusionOk="0">
                <a:moveTo>
                  <a:pt x="975" y="1"/>
                </a:moveTo>
                <a:cubicBezTo>
                  <a:pt x="416" y="1"/>
                  <a:pt x="47" y="334"/>
                  <a:pt x="35" y="846"/>
                </a:cubicBezTo>
                <a:cubicBezTo>
                  <a:pt x="0" y="1327"/>
                  <a:pt x="395" y="1741"/>
                  <a:pt x="869" y="1741"/>
                </a:cubicBezTo>
                <a:cubicBezTo>
                  <a:pt x="889" y="1741"/>
                  <a:pt x="908" y="1740"/>
                  <a:pt x="928" y="1739"/>
                </a:cubicBezTo>
                <a:cubicBezTo>
                  <a:pt x="1511" y="1727"/>
                  <a:pt x="1761" y="1453"/>
                  <a:pt x="1761" y="822"/>
                </a:cubicBezTo>
                <a:cubicBezTo>
                  <a:pt x="1761" y="251"/>
                  <a:pt x="1523" y="13"/>
                  <a:pt x="97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2" name="Google Shape;1642;p63"/>
          <p:cNvSpPr/>
          <p:nvPr/>
        </p:nvSpPr>
        <p:spPr>
          <a:xfrm>
            <a:off x="370490" y="6140135"/>
            <a:ext cx="57274" cy="48946"/>
          </a:xfrm>
          <a:custGeom>
            <a:avLst/>
            <a:gdLst/>
            <a:ahLst/>
            <a:cxnLst/>
            <a:rect l="l" t="t" r="r" b="b"/>
            <a:pathLst>
              <a:path w="1883" h="1609" extrusionOk="0">
                <a:moveTo>
                  <a:pt x="1062" y="0"/>
                </a:moveTo>
                <a:cubicBezTo>
                  <a:pt x="24" y="0"/>
                  <a:pt x="1" y="1585"/>
                  <a:pt x="1061" y="1608"/>
                </a:cubicBezTo>
                <a:cubicBezTo>
                  <a:pt x="1071" y="1608"/>
                  <a:pt x="1082" y="1608"/>
                  <a:pt x="1092" y="1608"/>
                </a:cubicBezTo>
                <a:cubicBezTo>
                  <a:pt x="1597" y="1608"/>
                  <a:pt x="1882" y="1324"/>
                  <a:pt x="1882" y="822"/>
                </a:cubicBezTo>
                <a:cubicBezTo>
                  <a:pt x="1882" y="287"/>
                  <a:pt x="1620" y="13"/>
                  <a:pt x="1097" y="1"/>
                </a:cubicBezTo>
                <a:cubicBezTo>
                  <a:pt x="1085" y="0"/>
                  <a:pt x="1073" y="0"/>
                  <a:pt x="10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3" name="Google Shape;1643;p63"/>
          <p:cNvSpPr/>
          <p:nvPr/>
        </p:nvSpPr>
        <p:spPr>
          <a:xfrm>
            <a:off x="211411" y="6178890"/>
            <a:ext cx="31664" cy="27226"/>
          </a:xfrm>
          <a:custGeom>
            <a:avLst/>
            <a:gdLst/>
            <a:ahLst/>
            <a:cxnLst/>
            <a:rect l="l" t="t" r="r" b="b"/>
            <a:pathLst>
              <a:path w="1041" h="895" extrusionOk="0">
                <a:moveTo>
                  <a:pt x="588" y="1"/>
                </a:moveTo>
                <a:cubicBezTo>
                  <a:pt x="0" y="24"/>
                  <a:pt x="27" y="894"/>
                  <a:pt x="600" y="894"/>
                </a:cubicBezTo>
                <a:cubicBezTo>
                  <a:pt x="608" y="894"/>
                  <a:pt x="616" y="894"/>
                  <a:pt x="623" y="894"/>
                </a:cubicBezTo>
                <a:cubicBezTo>
                  <a:pt x="885" y="870"/>
                  <a:pt x="1016" y="691"/>
                  <a:pt x="1040" y="417"/>
                </a:cubicBezTo>
                <a:cubicBezTo>
                  <a:pt x="981" y="179"/>
                  <a:pt x="838" y="1"/>
                  <a:pt x="58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4" name="Google Shape;1644;p63"/>
          <p:cNvSpPr/>
          <p:nvPr/>
        </p:nvSpPr>
        <p:spPr>
          <a:xfrm>
            <a:off x="381380" y="6052465"/>
            <a:ext cx="25732" cy="24397"/>
          </a:xfrm>
          <a:custGeom>
            <a:avLst/>
            <a:gdLst/>
            <a:ahLst/>
            <a:cxnLst/>
            <a:rect l="l" t="t" r="r" b="b"/>
            <a:pathLst>
              <a:path w="846" h="802" extrusionOk="0">
                <a:moveTo>
                  <a:pt x="405" y="0"/>
                </a:moveTo>
                <a:cubicBezTo>
                  <a:pt x="222" y="0"/>
                  <a:pt x="59" y="68"/>
                  <a:pt x="48" y="287"/>
                </a:cubicBezTo>
                <a:cubicBezTo>
                  <a:pt x="0" y="549"/>
                  <a:pt x="203" y="799"/>
                  <a:pt x="465" y="799"/>
                </a:cubicBezTo>
                <a:cubicBezTo>
                  <a:pt x="482" y="801"/>
                  <a:pt x="499" y="802"/>
                  <a:pt x="516" y="802"/>
                </a:cubicBezTo>
                <a:cubicBezTo>
                  <a:pt x="709" y="802"/>
                  <a:pt x="812" y="673"/>
                  <a:pt x="834" y="454"/>
                </a:cubicBezTo>
                <a:cubicBezTo>
                  <a:pt x="846" y="192"/>
                  <a:pt x="762" y="13"/>
                  <a:pt x="453" y="1"/>
                </a:cubicBezTo>
                <a:cubicBezTo>
                  <a:pt x="437" y="1"/>
                  <a:pt x="421" y="0"/>
                  <a:pt x="4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5" name="Google Shape;1645;p63"/>
          <p:cNvSpPr/>
          <p:nvPr/>
        </p:nvSpPr>
        <p:spPr>
          <a:xfrm>
            <a:off x="352758" y="4368322"/>
            <a:ext cx="106154" cy="25370"/>
          </a:xfrm>
          <a:custGeom>
            <a:avLst/>
            <a:gdLst/>
            <a:ahLst/>
            <a:cxnLst/>
            <a:rect l="l" t="t" r="r" b="b"/>
            <a:pathLst>
              <a:path w="3490" h="834" extrusionOk="0">
                <a:moveTo>
                  <a:pt x="418" y="1"/>
                </a:moveTo>
                <a:cubicBezTo>
                  <a:pt x="179" y="1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3073" y="834"/>
                </a:lnTo>
                <a:cubicBezTo>
                  <a:pt x="3299" y="834"/>
                  <a:pt x="3489" y="655"/>
                  <a:pt x="3489" y="417"/>
                </a:cubicBezTo>
                <a:cubicBezTo>
                  <a:pt x="3489" y="191"/>
                  <a:pt x="3299" y="1"/>
                  <a:pt x="3073" y="1"/>
                </a:cubicBezTo>
                <a:close/>
              </a:path>
            </a:pathLst>
          </a:custGeom>
          <a:solidFill>
            <a:srgbClr val="0605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6" name="Google Shape;1646;p63"/>
          <p:cNvSpPr/>
          <p:nvPr/>
        </p:nvSpPr>
        <p:spPr>
          <a:xfrm>
            <a:off x="387159" y="4981133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91"/>
                  <a:pt x="1" y="418"/>
                </a:cubicBezTo>
                <a:cubicBezTo>
                  <a:pt x="1" y="656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6"/>
                  <a:pt x="2299" y="418"/>
                </a:cubicBezTo>
                <a:cubicBezTo>
                  <a:pt x="2299" y="191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7" name="Google Shape;1647;p63"/>
          <p:cNvSpPr/>
          <p:nvPr/>
        </p:nvSpPr>
        <p:spPr>
          <a:xfrm>
            <a:off x="387159" y="4874298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8" name="Google Shape;1648;p63"/>
          <p:cNvSpPr/>
          <p:nvPr/>
        </p:nvSpPr>
        <p:spPr>
          <a:xfrm>
            <a:off x="387159" y="4767098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9" name="Google Shape;1649;p63"/>
          <p:cNvSpPr/>
          <p:nvPr/>
        </p:nvSpPr>
        <p:spPr>
          <a:xfrm>
            <a:off x="387159" y="4659898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3"/>
                  <a:pt x="418" y="833"/>
                </a:cubicBezTo>
                <a:lnTo>
                  <a:pt x="1882" y="833"/>
                </a:lnTo>
                <a:cubicBezTo>
                  <a:pt x="2108" y="833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0" name="Google Shape;1650;p63"/>
          <p:cNvSpPr/>
          <p:nvPr/>
        </p:nvSpPr>
        <p:spPr>
          <a:xfrm>
            <a:off x="387159" y="4553033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1" name="Google Shape;1651;p63"/>
          <p:cNvSpPr/>
          <p:nvPr/>
        </p:nvSpPr>
        <p:spPr>
          <a:xfrm>
            <a:off x="387159" y="4445833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2" name="Google Shape;1652;p63"/>
          <p:cNvSpPr/>
          <p:nvPr/>
        </p:nvSpPr>
        <p:spPr>
          <a:xfrm>
            <a:off x="387159" y="5623300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3" name="Google Shape;1653;p63"/>
          <p:cNvSpPr/>
          <p:nvPr/>
        </p:nvSpPr>
        <p:spPr>
          <a:xfrm>
            <a:off x="387159" y="5516465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79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79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4" name="Google Shape;1654;p63"/>
          <p:cNvSpPr/>
          <p:nvPr/>
        </p:nvSpPr>
        <p:spPr>
          <a:xfrm>
            <a:off x="387159" y="5409264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3"/>
                  <a:pt x="418" y="833"/>
                </a:cubicBezTo>
                <a:lnTo>
                  <a:pt x="1882" y="833"/>
                </a:lnTo>
                <a:cubicBezTo>
                  <a:pt x="2108" y="833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5" name="Google Shape;1655;p63"/>
          <p:cNvSpPr/>
          <p:nvPr/>
        </p:nvSpPr>
        <p:spPr>
          <a:xfrm>
            <a:off x="387159" y="5302399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6" name="Google Shape;1656;p63"/>
          <p:cNvSpPr/>
          <p:nvPr/>
        </p:nvSpPr>
        <p:spPr>
          <a:xfrm>
            <a:off x="387159" y="5195199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7" name="Google Shape;1657;p63"/>
          <p:cNvSpPr/>
          <p:nvPr/>
        </p:nvSpPr>
        <p:spPr>
          <a:xfrm>
            <a:off x="387159" y="5088364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79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79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8" name="Google Shape;1658;p63"/>
          <p:cNvSpPr/>
          <p:nvPr/>
        </p:nvSpPr>
        <p:spPr>
          <a:xfrm>
            <a:off x="387159" y="6051765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9" name="Google Shape;1659;p63"/>
          <p:cNvSpPr/>
          <p:nvPr/>
        </p:nvSpPr>
        <p:spPr>
          <a:xfrm>
            <a:off x="387159" y="5944565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60" name="Google Shape;1660;p63"/>
          <p:cNvSpPr/>
          <p:nvPr/>
        </p:nvSpPr>
        <p:spPr>
          <a:xfrm>
            <a:off x="387159" y="5837365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61" name="Google Shape;1661;p63"/>
          <p:cNvSpPr/>
          <p:nvPr/>
        </p:nvSpPr>
        <p:spPr>
          <a:xfrm>
            <a:off x="387159" y="5730500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91"/>
                  <a:pt x="1" y="418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8"/>
                </a:cubicBezTo>
                <a:cubicBezTo>
                  <a:pt x="2299" y="191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E8643BE5-B6E9-503D-1071-FE3824CFBD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709405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 userDrawn="1">
  <p:cSld name="Section title and description">
    <p:spTree>
      <p:nvGrpSpPr>
        <p:cNvPr id="1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64"/>
          <p:cNvSpPr/>
          <p:nvPr/>
        </p:nvSpPr>
        <p:spPr>
          <a:xfrm rot="10800000" flipH="1">
            <a:off x="1" y="-5867"/>
            <a:ext cx="816800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67" name="Google Shape;1667;p64"/>
          <p:cNvSpPr/>
          <p:nvPr/>
        </p:nvSpPr>
        <p:spPr>
          <a:xfrm rot="10800000" flipH="1">
            <a:off x="1" y="3383900"/>
            <a:ext cx="816800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68" name="Google Shape;1668;p64"/>
          <p:cNvSpPr/>
          <p:nvPr/>
        </p:nvSpPr>
        <p:spPr>
          <a:xfrm rot="10800000" flipH="1">
            <a:off x="11372168" y="-5900"/>
            <a:ext cx="820000" cy="22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70" name="Google Shape;1670;p64"/>
          <p:cNvSpPr/>
          <p:nvPr/>
        </p:nvSpPr>
        <p:spPr>
          <a:xfrm rot="5400000">
            <a:off x="2160520" y="-596024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1671" name="Google Shape;1671;p64"/>
          <p:cNvGrpSpPr/>
          <p:nvPr/>
        </p:nvGrpSpPr>
        <p:grpSpPr>
          <a:xfrm>
            <a:off x="94200" y="1687507"/>
            <a:ext cx="487672" cy="5087073"/>
            <a:chOff x="42063" y="1209300"/>
            <a:chExt cx="374825" cy="3909925"/>
          </a:xfrm>
        </p:grpSpPr>
        <p:grpSp>
          <p:nvGrpSpPr>
            <p:cNvPr id="1672" name="Google Shape;1672;p64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1673" name="Google Shape;167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74" name="Google Shape;167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75" name="Google Shape;167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76" name="Google Shape;1676;p64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1677" name="Google Shape;167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78" name="Google Shape;167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79" name="Google Shape;167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80" name="Google Shape;1680;p64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1681" name="Google Shape;1681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82" name="Google Shape;1682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83" name="Google Shape;1683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84" name="Google Shape;1684;p64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1685" name="Google Shape;1685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86" name="Google Shape;1686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87" name="Google Shape;1687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88" name="Google Shape;1688;p64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1689" name="Google Shape;1689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90" name="Google Shape;1690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91" name="Google Shape;1691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92" name="Google Shape;1692;p64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1693" name="Google Shape;169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94" name="Google Shape;169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95" name="Google Shape;169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96" name="Google Shape;1696;p64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1697" name="Google Shape;169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98" name="Google Shape;169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99" name="Google Shape;169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00" name="Google Shape;1700;p64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1701" name="Google Shape;1701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02" name="Google Shape;1702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03" name="Google Shape;1703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04" name="Google Shape;1704;p64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1705" name="Google Shape;1705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06" name="Google Shape;1706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07" name="Google Shape;1707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08" name="Google Shape;1708;p64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1709" name="Google Shape;1709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10" name="Google Shape;1710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11" name="Google Shape;1711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12" name="Google Shape;1712;p64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1713" name="Google Shape;171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14" name="Google Shape;171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15" name="Google Shape;171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16" name="Google Shape;1716;p64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1717" name="Google Shape;171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18" name="Google Shape;171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19" name="Google Shape;171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20" name="Google Shape;1720;p64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1721" name="Google Shape;1721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22" name="Google Shape;1722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23" name="Google Shape;1723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24" name="Google Shape;1724;p64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1725" name="Google Shape;1725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26" name="Google Shape;1726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27" name="Google Shape;1727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28" name="Google Shape;1728;p64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1729" name="Google Shape;1729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30" name="Google Shape;1730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31" name="Google Shape;1731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32" name="Google Shape;1732;p64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1733" name="Google Shape;173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34" name="Google Shape;173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35" name="Google Shape;173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36" name="Google Shape;1736;p64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1737" name="Google Shape;173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38" name="Google Shape;173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39" name="Google Shape;173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40" name="Google Shape;1740;p64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1741" name="Google Shape;1741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42" name="Google Shape;1742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43" name="Google Shape;1743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44" name="Google Shape;1744;p64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1745" name="Google Shape;1745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46" name="Google Shape;1746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47" name="Google Shape;1747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48" name="Google Shape;1748;p64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1749" name="Google Shape;1749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50" name="Google Shape;1750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51" name="Google Shape;1751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52" name="Google Shape;1752;p64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1753" name="Google Shape;175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54" name="Google Shape;175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55" name="Google Shape;175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56" name="Google Shape;1756;p64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1757" name="Google Shape;175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58" name="Google Shape;175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59" name="Google Shape;175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60" name="Google Shape;1760;p64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1761" name="Google Shape;1761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62" name="Google Shape;1762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63" name="Google Shape;1763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64" name="Google Shape;1764;p64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1765" name="Google Shape;1765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66" name="Google Shape;1766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67" name="Google Shape;1767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68" name="Google Shape;1768;p64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1769" name="Google Shape;1769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70" name="Google Shape;1770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71" name="Google Shape;1771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72" name="Google Shape;1772;p64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1773" name="Google Shape;177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74" name="Google Shape;177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75" name="Google Shape;177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76" name="Google Shape;1776;p64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1777" name="Google Shape;177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78" name="Google Shape;177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79" name="Google Shape;177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80" name="Google Shape;1780;p64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1781" name="Google Shape;1781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82" name="Google Shape;1782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83" name="Google Shape;1783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84" name="Google Shape;1784;p64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1785" name="Google Shape;1785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86" name="Google Shape;1786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87" name="Google Shape;1787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88" name="Google Shape;1788;p64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1789" name="Google Shape;1789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90" name="Google Shape;1790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91" name="Google Shape;1791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92" name="Google Shape;1792;p64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1793" name="Google Shape;179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94" name="Google Shape;179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95" name="Google Shape;179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96" name="Google Shape;1796;p64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1797" name="Google Shape;179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98" name="Google Shape;179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99" name="Google Shape;179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800" name="Google Shape;1800;p64"/>
          <p:cNvGrpSpPr/>
          <p:nvPr/>
        </p:nvGrpSpPr>
        <p:grpSpPr>
          <a:xfrm rot="5400000">
            <a:off x="8453667" y="-2194526"/>
            <a:ext cx="487672" cy="5087073"/>
            <a:chOff x="42063" y="1209300"/>
            <a:chExt cx="374825" cy="3909925"/>
          </a:xfrm>
        </p:grpSpPr>
        <p:grpSp>
          <p:nvGrpSpPr>
            <p:cNvPr id="1801" name="Google Shape;1801;p64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1802" name="Google Shape;180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03" name="Google Shape;180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04" name="Google Shape;180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05" name="Google Shape;1805;p64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1806" name="Google Shape;180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07" name="Google Shape;180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08" name="Google Shape;180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09" name="Google Shape;1809;p64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1810" name="Google Shape;1810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11" name="Google Shape;1811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12" name="Google Shape;1812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13" name="Google Shape;1813;p64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1814" name="Google Shape;1814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15" name="Google Shape;1815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16" name="Google Shape;1816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17" name="Google Shape;1817;p64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1818" name="Google Shape;1818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19" name="Google Shape;1819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20" name="Google Shape;1820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21" name="Google Shape;1821;p64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1822" name="Google Shape;182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23" name="Google Shape;182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24" name="Google Shape;182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25" name="Google Shape;1825;p64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1826" name="Google Shape;182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27" name="Google Shape;182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28" name="Google Shape;182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29" name="Google Shape;1829;p64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1830" name="Google Shape;1830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31" name="Google Shape;1831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32" name="Google Shape;1832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33" name="Google Shape;1833;p64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1834" name="Google Shape;1834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35" name="Google Shape;1835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36" name="Google Shape;1836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37" name="Google Shape;1837;p64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1838" name="Google Shape;1838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39" name="Google Shape;1839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40" name="Google Shape;1840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41" name="Google Shape;1841;p64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1842" name="Google Shape;184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43" name="Google Shape;184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44" name="Google Shape;184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45" name="Google Shape;1845;p64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1846" name="Google Shape;184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47" name="Google Shape;184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48" name="Google Shape;184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49" name="Google Shape;1849;p64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1850" name="Google Shape;1850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51" name="Google Shape;1851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52" name="Google Shape;1852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53" name="Google Shape;1853;p64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1854" name="Google Shape;1854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55" name="Google Shape;1855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56" name="Google Shape;1856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57" name="Google Shape;1857;p64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1858" name="Google Shape;1858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59" name="Google Shape;1859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60" name="Google Shape;1860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61" name="Google Shape;1861;p64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1862" name="Google Shape;186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63" name="Google Shape;186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64" name="Google Shape;186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65" name="Google Shape;1865;p64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1866" name="Google Shape;186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67" name="Google Shape;186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68" name="Google Shape;186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69" name="Google Shape;1869;p64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1870" name="Google Shape;1870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71" name="Google Shape;1871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72" name="Google Shape;1872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73" name="Google Shape;1873;p64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1874" name="Google Shape;1874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75" name="Google Shape;1875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76" name="Google Shape;1876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77" name="Google Shape;1877;p64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1878" name="Google Shape;1878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79" name="Google Shape;1879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80" name="Google Shape;1880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81" name="Google Shape;1881;p64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1882" name="Google Shape;188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83" name="Google Shape;188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84" name="Google Shape;188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85" name="Google Shape;1885;p64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1886" name="Google Shape;188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87" name="Google Shape;188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88" name="Google Shape;188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89" name="Google Shape;1889;p64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1890" name="Google Shape;1890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91" name="Google Shape;1891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92" name="Google Shape;1892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93" name="Google Shape;1893;p64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1894" name="Google Shape;1894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95" name="Google Shape;1895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96" name="Google Shape;1896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97" name="Google Shape;1897;p64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1898" name="Google Shape;1898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99" name="Google Shape;1899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00" name="Google Shape;1900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01" name="Google Shape;1901;p64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1902" name="Google Shape;190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03" name="Google Shape;190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04" name="Google Shape;190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05" name="Google Shape;1905;p64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1906" name="Google Shape;190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07" name="Google Shape;190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08" name="Google Shape;190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09" name="Google Shape;1909;p64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1910" name="Google Shape;1910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11" name="Google Shape;1911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12" name="Google Shape;1912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13" name="Google Shape;1913;p64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1914" name="Google Shape;1914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15" name="Google Shape;1915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16" name="Google Shape;1916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17" name="Google Shape;1917;p64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1918" name="Google Shape;1918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19" name="Google Shape;1919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20" name="Google Shape;1920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21" name="Google Shape;1921;p64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1922" name="Google Shape;192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23" name="Google Shape;192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24" name="Google Shape;192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25" name="Google Shape;1925;p64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1926" name="Google Shape;192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27" name="Google Shape;192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28" name="Google Shape;192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1930" name="Google Shape;1930;p64"/>
          <p:cNvSpPr/>
          <p:nvPr/>
        </p:nvSpPr>
        <p:spPr>
          <a:xfrm flipH="1">
            <a:off x="11407034" y="5630352"/>
            <a:ext cx="301267" cy="421500"/>
          </a:xfrm>
          <a:custGeom>
            <a:avLst/>
            <a:gdLst/>
            <a:ahLst/>
            <a:cxnLst/>
            <a:rect l="l" t="t" r="r" b="b"/>
            <a:pathLst>
              <a:path w="9038" h="12645" extrusionOk="0">
                <a:moveTo>
                  <a:pt x="108" y="0"/>
                </a:moveTo>
                <a:cubicBezTo>
                  <a:pt x="108" y="2465"/>
                  <a:pt x="0" y="4894"/>
                  <a:pt x="0" y="7358"/>
                </a:cubicBezTo>
                <a:cubicBezTo>
                  <a:pt x="0" y="7680"/>
                  <a:pt x="298" y="7811"/>
                  <a:pt x="643" y="7846"/>
                </a:cubicBezTo>
                <a:cubicBezTo>
                  <a:pt x="1417" y="7894"/>
                  <a:pt x="1786" y="8287"/>
                  <a:pt x="1941" y="9061"/>
                </a:cubicBezTo>
                <a:cubicBezTo>
                  <a:pt x="2072" y="9739"/>
                  <a:pt x="1870" y="10370"/>
                  <a:pt x="1655" y="11013"/>
                </a:cubicBezTo>
                <a:cubicBezTo>
                  <a:pt x="1560" y="11311"/>
                  <a:pt x="1060" y="11537"/>
                  <a:pt x="1393" y="11882"/>
                </a:cubicBezTo>
                <a:cubicBezTo>
                  <a:pt x="1620" y="12121"/>
                  <a:pt x="2001" y="12180"/>
                  <a:pt x="2346" y="12252"/>
                </a:cubicBezTo>
                <a:cubicBezTo>
                  <a:pt x="2501" y="12283"/>
                  <a:pt x="2658" y="12299"/>
                  <a:pt x="2816" y="12299"/>
                </a:cubicBezTo>
                <a:cubicBezTo>
                  <a:pt x="3130" y="12299"/>
                  <a:pt x="3445" y="12236"/>
                  <a:pt x="3739" y="12109"/>
                </a:cubicBezTo>
                <a:cubicBezTo>
                  <a:pt x="4191" y="12002"/>
                  <a:pt x="4644" y="11942"/>
                  <a:pt x="5108" y="11942"/>
                </a:cubicBezTo>
                <a:cubicBezTo>
                  <a:pt x="5370" y="11942"/>
                  <a:pt x="5882" y="12240"/>
                  <a:pt x="6120" y="12311"/>
                </a:cubicBezTo>
                <a:cubicBezTo>
                  <a:pt x="6865" y="12575"/>
                  <a:pt x="7810" y="12645"/>
                  <a:pt x="8332" y="12645"/>
                </a:cubicBezTo>
                <a:cubicBezTo>
                  <a:pt x="8469" y="12645"/>
                  <a:pt x="8577" y="12640"/>
                  <a:pt x="8644" y="12633"/>
                </a:cubicBezTo>
                <a:cubicBezTo>
                  <a:pt x="9025" y="12609"/>
                  <a:pt x="8990" y="12335"/>
                  <a:pt x="8990" y="12073"/>
                </a:cubicBezTo>
                <a:cubicBezTo>
                  <a:pt x="8978" y="10751"/>
                  <a:pt x="8954" y="9442"/>
                  <a:pt x="8978" y="8120"/>
                </a:cubicBezTo>
                <a:cubicBezTo>
                  <a:pt x="9037" y="5417"/>
                  <a:pt x="9013" y="2703"/>
                  <a:pt x="900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1" name="Google Shape;1931;p64"/>
          <p:cNvSpPr/>
          <p:nvPr/>
        </p:nvSpPr>
        <p:spPr>
          <a:xfrm flipH="1">
            <a:off x="10743867" y="6520118"/>
            <a:ext cx="333800" cy="337800"/>
          </a:xfrm>
          <a:custGeom>
            <a:avLst/>
            <a:gdLst/>
            <a:ahLst/>
            <a:cxnLst/>
            <a:rect l="l" t="t" r="r" b="b"/>
            <a:pathLst>
              <a:path w="10014" h="10134" extrusionOk="0">
                <a:moveTo>
                  <a:pt x="9978" y="1"/>
                </a:moveTo>
                <a:lnTo>
                  <a:pt x="0" y="13"/>
                </a:lnTo>
                <a:lnTo>
                  <a:pt x="0" y="8835"/>
                </a:lnTo>
                <a:cubicBezTo>
                  <a:pt x="0" y="9276"/>
                  <a:pt x="72" y="9716"/>
                  <a:pt x="203" y="10133"/>
                </a:cubicBezTo>
                <a:lnTo>
                  <a:pt x="9799" y="10121"/>
                </a:lnTo>
                <a:cubicBezTo>
                  <a:pt x="9965" y="9811"/>
                  <a:pt x="9834" y="9761"/>
                  <a:pt x="9618" y="9761"/>
                </a:cubicBezTo>
                <a:cubicBezTo>
                  <a:pt x="9585" y="9761"/>
                  <a:pt x="9550" y="9762"/>
                  <a:pt x="9514" y="9764"/>
                </a:cubicBezTo>
                <a:lnTo>
                  <a:pt x="5311" y="9764"/>
                </a:lnTo>
                <a:cubicBezTo>
                  <a:pt x="4906" y="9764"/>
                  <a:pt x="4501" y="9740"/>
                  <a:pt x="4513" y="9216"/>
                </a:cubicBezTo>
                <a:cubicBezTo>
                  <a:pt x="4513" y="8740"/>
                  <a:pt x="4918" y="8728"/>
                  <a:pt x="5299" y="8728"/>
                </a:cubicBezTo>
                <a:lnTo>
                  <a:pt x="9549" y="8728"/>
                </a:lnTo>
                <a:cubicBezTo>
                  <a:pt x="9835" y="8728"/>
                  <a:pt x="10014" y="8716"/>
                  <a:pt x="10014" y="8335"/>
                </a:cubicBezTo>
                <a:cubicBezTo>
                  <a:pt x="9990" y="5561"/>
                  <a:pt x="9990" y="2787"/>
                  <a:pt x="997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2" name="Google Shape;1932;p64"/>
          <p:cNvSpPr/>
          <p:nvPr/>
        </p:nvSpPr>
        <p:spPr>
          <a:xfrm flipH="1">
            <a:off x="10687900" y="6063885"/>
            <a:ext cx="159167" cy="160233"/>
          </a:xfrm>
          <a:custGeom>
            <a:avLst/>
            <a:gdLst/>
            <a:ahLst/>
            <a:cxnLst/>
            <a:rect l="l" t="t" r="r" b="b"/>
            <a:pathLst>
              <a:path w="4775" h="4807" extrusionOk="0">
                <a:moveTo>
                  <a:pt x="2353" y="1"/>
                </a:moveTo>
                <a:cubicBezTo>
                  <a:pt x="2228" y="1"/>
                  <a:pt x="2098" y="7"/>
                  <a:pt x="1965" y="19"/>
                </a:cubicBezTo>
                <a:cubicBezTo>
                  <a:pt x="929" y="115"/>
                  <a:pt x="0" y="1258"/>
                  <a:pt x="0" y="2413"/>
                </a:cubicBezTo>
                <a:cubicBezTo>
                  <a:pt x="0" y="3568"/>
                  <a:pt x="988" y="4699"/>
                  <a:pt x="2084" y="4794"/>
                </a:cubicBezTo>
                <a:cubicBezTo>
                  <a:pt x="2178" y="4802"/>
                  <a:pt x="2271" y="4806"/>
                  <a:pt x="2362" y="4806"/>
                </a:cubicBezTo>
                <a:cubicBezTo>
                  <a:pt x="3586" y="4806"/>
                  <a:pt x="4531" y="4076"/>
                  <a:pt x="4774" y="2913"/>
                </a:cubicBezTo>
                <a:lnTo>
                  <a:pt x="4774" y="1901"/>
                </a:lnTo>
                <a:cubicBezTo>
                  <a:pt x="4525" y="673"/>
                  <a:pt x="3660" y="1"/>
                  <a:pt x="235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3" name="Google Shape;1933;p64"/>
          <p:cNvSpPr/>
          <p:nvPr/>
        </p:nvSpPr>
        <p:spPr>
          <a:xfrm flipH="1">
            <a:off x="10817667" y="5972418"/>
            <a:ext cx="59967" cy="58800"/>
          </a:xfrm>
          <a:custGeom>
            <a:avLst/>
            <a:gdLst/>
            <a:ahLst/>
            <a:cxnLst/>
            <a:rect l="l" t="t" r="r" b="b"/>
            <a:pathLst>
              <a:path w="1799" h="1764" extrusionOk="0">
                <a:moveTo>
                  <a:pt x="923" y="0"/>
                </a:moveTo>
                <a:cubicBezTo>
                  <a:pt x="905" y="0"/>
                  <a:pt x="887" y="0"/>
                  <a:pt x="869" y="1"/>
                </a:cubicBezTo>
                <a:cubicBezTo>
                  <a:pt x="334" y="13"/>
                  <a:pt x="0" y="382"/>
                  <a:pt x="24" y="930"/>
                </a:cubicBezTo>
                <a:cubicBezTo>
                  <a:pt x="48" y="1454"/>
                  <a:pt x="369" y="1763"/>
                  <a:pt x="917" y="1763"/>
                </a:cubicBezTo>
                <a:cubicBezTo>
                  <a:pt x="1465" y="1763"/>
                  <a:pt x="1798" y="1406"/>
                  <a:pt x="1786" y="858"/>
                </a:cubicBezTo>
                <a:cubicBezTo>
                  <a:pt x="1786" y="329"/>
                  <a:pt x="1430" y="0"/>
                  <a:pt x="92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4" name="Google Shape;1934;p64"/>
          <p:cNvSpPr/>
          <p:nvPr/>
        </p:nvSpPr>
        <p:spPr>
          <a:xfrm flipH="1">
            <a:off x="10922867" y="5897052"/>
            <a:ext cx="42500" cy="41300"/>
          </a:xfrm>
          <a:custGeom>
            <a:avLst/>
            <a:gdLst/>
            <a:ahLst/>
            <a:cxnLst/>
            <a:rect l="l" t="t" r="r" b="b"/>
            <a:pathLst>
              <a:path w="1275" h="1239" extrusionOk="0">
                <a:moveTo>
                  <a:pt x="680" y="0"/>
                </a:moveTo>
                <a:cubicBezTo>
                  <a:pt x="299" y="24"/>
                  <a:pt x="49" y="226"/>
                  <a:pt x="37" y="619"/>
                </a:cubicBezTo>
                <a:cubicBezTo>
                  <a:pt x="1" y="953"/>
                  <a:pt x="263" y="1238"/>
                  <a:pt x="608" y="1238"/>
                </a:cubicBezTo>
                <a:cubicBezTo>
                  <a:pt x="622" y="1239"/>
                  <a:pt x="635" y="1239"/>
                  <a:pt x="648" y="1239"/>
                </a:cubicBezTo>
                <a:cubicBezTo>
                  <a:pt x="988" y="1239"/>
                  <a:pt x="1275" y="1091"/>
                  <a:pt x="1275" y="667"/>
                </a:cubicBezTo>
                <a:cubicBezTo>
                  <a:pt x="1275" y="286"/>
                  <a:pt x="1073" y="60"/>
                  <a:pt x="68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5" name="Google Shape;1935;p64"/>
          <p:cNvSpPr/>
          <p:nvPr/>
        </p:nvSpPr>
        <p:spPr>
          <a:xfrm flipH="1">
            <a:off x="11422667" y="6039018"/>
            <a:ext cx="285233" cy="816100"/>
          </a:xfrm>
          <a:custGeom>
            <a:avLst/>
            <a:gdLst/>
            <a:ahLst/>
            <a:cxnLst/>
            <a:rect l="l" t="t" r="r" b="b"/>
            <a:pathLst>
              <a:path w="8557" h="24483" extrusionOk="0">
                <a:moveTo>
                  <a:pt x="227" y="0"/>
                </a:moveTo>
                <a:cubicBezTo>
                  <a:pt x="102" y="0"/>
                  <a:pt x="49" y="116"/>
                  <a:pt x="24" y="289"/>
                </a:cubicBezTo>
                <a:cubicBezTo>
                  <a:pt x="12" y="456"/>
                  <a:pt x="12" y="623"/>
                  <a:pt x="24" y="801"/>
                </a:cubicBezTo>
                <a:lnTo>
                  <a:pt x="24" y="23733"/>
                </a:lnTo>
                <a:cubicBezTo>
                  <a:pt x="24" y="23971"/>
                  <a:pt x="12" y="24221"/>
                  <a:pt x="0" y="24471"/>
                </a:cubicBezTo>
                <a:lnTo>
                  <a:pt x="8537" y="24483"/>
                </a:lnTo>
                <a:cubicBezTo>
                  <a:pt x="8525" y="23602"/>
                  <a:pt x="8513" y="22721"/>
                  <a:pt x="8513" y="21839"/>
                </a:cubicBezTo>
                <a:lnTo>
                  <a:pt x="8513" y="1670"/>
                </a:lnTo>
                <a:cubicBezTo>
                  <a:pt x="8513" y="1355"/>
                  <a:pt x="8557" y="1074"/>
                  <a:pt x="8204" y="1074"/>
                </a:cubicBezTo>
                <a:cubicBezTo>
                  <a:pt x="8145" y="1074"/>
                  <a:pt x="8074" y="1082"/>
                  <a:pt x="7989" y="1099"/>
                </a:cubicBezTo>
                <a:cubicBezTo>
                  <a:pt x="7755" y="1145"/>
                  <a:pt x="7523" y="1167"/>
                  <a:pt x="7293" y="1167"/>
                </a:cubicBezTo>
                <a:cubicBezTo>
                  <a:pt x="6635" y="1167"/>
                  <a:pt x="5996" y="991"/>
                  <a:pt x="5370" y="718"/>
                </a:cubicBezTo>
                <a:cubicBezTo>
                  <a:pt x="5022" y="571"/>
                  <a:pt x="4596" y="425"/>
                  <a:pt x="4228" y="425"/>
                </a:cubicBezTo>
                <a:cubicBezTo>
                  <a:pt x="4118" y="425"/>
                  <a:pt x="4013" y="438"/>
                  <a:pt x="3918" y="468"/>
                </a:cubicBezTo>
                <a:cubicBezTo>
                  <a:pt x="3441" y="622"/>
                  <a:pt x="2981" y="700"/>
                  <a:pt x="2534" y="700"/>
                </a:cubicBezTo>
                <a:cubicBezTo>
                  <a:pt x="1810" y="700"/>
                  <a:pt x="1118" y="495"/>
                  <a:pt x="441" y="75"/>
                </a:cubicBezTo>
                <a:cubicBezTo>
                  <a:pt x="353" y="23"/>
                  <a:pt x="283" y="0"/>
                  <a:pt x="22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6" name="Google Shape;1936;p64"/>
          <p:cNvSpPr/>
          <p:nvPr/>
        </p:nvSpPr>
        <p:spPr>
          <a:xfrm flipH="1">
            <a:off x="10964133" y="6093852"/>
            <a:ext cx="51567" cy="49700"/>
          </a:xfrm>
          <a:custGeom>
            <a:avLst/>
            <a:gdLst/>
            <a:ahLst/>
            <a:cxnLst/>
            <a:rect l="l" t="t" r="r" b="b"/>
            <a:pathLst>
              <a:path w="1547" h="1491" extrusionOk="0">
                <a:moveTo>
                  <a:pt x="769" y="0"/>
                </a:moveTo>
                <a:cubicBezTo>
                  <a:pt x="304" y="0"/>
                  <a:pt x="81" y="314"/>
                  <a:pt x="46" y="728"/>
                </a:cubicBezTo>
                <a:cubicBezTo>
                  <a:pt x="0" y="1132"/>
                  <a:pt x="323" y="1491"/>
                  <a:pt x="734" y="1491"/>
                </a:cubicBezTo>
                <a:cubicBezTo>
                  <a:pt x="747" y="1491"/>
                  <a:pt x="760" y="1491"/>
                  <a:pt x="773" y="1490"/>
                </a:cubicBezTo>
                <a:cubicBezTo>
                  <a:pt x="1201" y="1490"/>
                  <a:pt x="1523" y="1264"/>
                  <a:pt x="1547" y="692"/>
                </a:cubicBezTo>
                <a:cubicBezTo>
                  <a:pt x="1535" y="307"/>
                  <a:pt x="1225" y="1"/>
                  <a:pt x="842" y="1"/>
                </a:cubicBezTo>
                <a:cubicBezTo>
                  <a:pt x="835" y="1"/>
                  <a:pt x="828" y="1"/>
                  <a:pt x="820" y="2"/>
                </a:cubicBezTo>
                <a:cubicBezTo>
                  <a:pt x="803" y="1"/>
                  <a:pt x="786" y="0"/>
                  <a:pt x="76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7" name="Google Shape;1937;p64"/>
          <p:cNvSpPr/>
          <p:nvPr/>
        </p:nvSpPr>
        <p:spPr>
          <a:xfrm flipH="1">
            <a:off x="10696233" y="5189685"/>
            <a:ext cx="1231534" cy="1668300"/>
          </a:xfrm>
          <a:custGeom>
            <a:avLst/>
            <a:gdLst/>
            <a:ahLst/>
            <a:cxnLst/>
            <a:rect l="l" t="t" r="r" b="b"/>
            <a:pathLst>
              <a:path w="36946" h="50049" extrusionOk="0">
                <a:moveTo>
                  <a:pt x="7049" y="1064"/>
                </a:moveTo>
                <a:cubicBezTo>
                  <a:pt x="8118" y="1073"/>
                  <a:pt x="9185" y="1075"/>
                  <a:pt x="10251" y="1075"/>
                </a:cubicBezTo>
                <a:cubicBezTo>
                  <a:pt x="11418" y="1075"/>
                  <a:pt x="12584" y="1072"/>
                  <a:pt x="13752" y="1072"/>
                </a:cubicBezTo>
                <a:cubicBezTo>
                  <a:pt x="14406" y="1072"/>
                  <a:pt x="15061" y="1073"/>
                  <a:pt x="15717" y="1076"/>
                </a:cubicBezTo>
                <a:cubicBezTo>
                  <a:pt x="15776" y="1076"/>
                  <a:pt x="15895" y="1135"/>
                  <a:pt x="15824" y="1230"/>
                </a:cubicBezTo>
                <a:lnTo>
                  <a:pt x="15824" y="1242"/>
                </a:lnTo>
                <a:lnTo>
                  <a:pt x="15074" y="2409"/>
                </a:lnTo>
                <a:cubicBezTo>
                  <a:pt x="15074" y="2409"/>
                  <a:pt x="15050" y="4874"/>
                  <a:pt x="15038" y="6112"/>
                </a:cubicBezTo>
                <a:cubicBezTo>
                  <a:pt x="15026" y="8136"/>
                  <a:pt x="15062" y="12672"/>
                  <a:pt x="15062" y="12672"/>
                </a:cubicBezTo>
                <a:lnTo>
                  <a:pt x="6620" y="12672"/>
                </a:lnTo>
                <a:cubicBezTo>
                  <a:pt x="6620" y="12672"/>
                  <a:pt x="6632" y="5148"/>
                  <a:pt x="6632" y="1635"/>
                </a:cubicBezTo>
                <a:cubicBezTo>
                  <a:pt x="6632" y="1338"/>
                  <a:pt x="6584" y="1064"/>
                  <a:pt x="7049" y="1064"/>
                </a:cubicBezTo>
                <a:close/>
                <a:moveTo>
                  <a:pt x="2745" y="22060"/>
                </a:moveTo>
                <a:cubicBezTo>
                  <a:pt x="2800" y="22060"/>
                  <a:pt x="2858" y="22072"/>
                  <a:pt x="2917" y="22102"/>
                </a:cubicBezTo>
                <a:cubicBezTo>
                  <a:pt x="3144" y="22209"/>
                  <a:pt x="3060" y="22483"/>
                  <a:pt x="3013" y="22662"/>
                </a:cubicBezTo>
                <a:cubicBezTo>
                  <a:pt x="2905" y="23305"/>
                  <a:pt x="2596" y="23900"/>
                  <a:pt x="2132" y="24352"/>
                </a:cubicBezTo>
                <a:cubicBezTo>
                  <a:pt x="1679" y="23578"/>
                  <a:pt x="1762" y="22745"/>
                  <a:pt x="2298" y="22281"/>
                </a:cubicBezTo>
                <a:cubicBezTo>
                  <a:pt x="2432" y="22174"/>
                  <a:pt x="2579" y="22060"/>
                  <a:pt x="2745" y="22060"/>
                </a:cubicBezTo>
                <a:close/>
                <a:moveTo>
                  <a:pt x="21679" y="21910"/>
                </a:moveTo>
                <a:cubicBezTo>
                  <a:pt x="21974" y="21910"/>
                  <a:pt x="22066" y="22218"/>
                  <a:pt x="22146" y="22459"/>
                </a:cubicBezTo>
                <a:cubicBezTo>
                  <a:pt x="22384" y="23186"/>
                  <a:pt x="22158" y="23829"/>
                  <a:pt x="21753" y="24543"/>
                </a:cubicBezTo>
                <a:cubicBezTo>
                  <a:pt x="21348" y="23959"/>
                  <a:pt x="21170" y="23245"/>
                  <a:pt x="21253" y="22543"/>
                </a:cubicBezTo>
                <a:cubicBezTo>
                  <a:pt x="21277" y="22269"/>
                  <a:pt x="21324" y="21947"/>
                  <a:pt x="21646" y="21912"/>
                </a:cubicBezTo>
                <a:cubicBezTo>
                  <a:pt x="21657" y="21911"/>
                  <a:pt x="21668" y="21910"/>
                  <a:pt x="21679" y="21910"/>
                </a:cubicBezTo>
                <a:close/>
                <a:moveTo>
                  <a:pt x="16472" y="21979"/>
                </a:moveTo>
                <a:cubicBezTo>
                  <a:pt x="16580" y="21979"/>
                  <a:pt x="16703" y="22024"/>
                  <a:pt x="16824" y="22114"/>
                </a:cubicBezTo>
                <a:cubicBezTo>
                  <a:pt x="17288" y="22447"/>
                  <a:pt x="17431" y="22924"/>
                  <a:pt x="17276" y="23483"/>
                </a:cubicBezTo>
                <a:cubicBezTo>
                  <a:pt x="17157" y="23912"/>
                  <a:pt x="16907" y="24293"/>
                  <a:pt x="16562" y="24567"/>
                </a:cubicBezTo>
                <a:cubicBezTo>
                  <a:pt x="15967" y="23900"/>
                  <a:pt x="16074" y="23114"/>
                  <a:pt x="16133" y="22364"/>
                </a:cubicBezTo>
                <a:cubicBezTo>
                  <a:pt x="16156" y="22104"/>
                  <a:pt x="16294" y="21979"/>
                  <a:pt x="16472" y="21979"/>
                </a:cubicBezTo>
                <a:close/>
                <a:moveTo>
                  <a:pt x="11615" y="21921"/>
                </a:moveTo>
                <a:cubicBezTo>
                  <a:pt x="11633" y="21921"/>
                  <a:pt x="11651" y="21922"/>
                  <a:pt x="11668" y="21924"/>
                </a:cubicBezTo>
                <a:cubicBezTo>
                  <a:pt x="12288" y="21959"/>
                  <a:pt x="12216" y="22340"/>
                  <a:pt x="12204" y="22816"/>
                </a:cubicBezTo>
                <a:cubicBezTo>
                  <a:pt x="12264" y="23424"/>
                  <a:pt x="11918" y="24650"/>
                  <a:pt x="11526" y="24650"/>
                </a:cubicBezTo>
                <a:cubicBezTo>
                  <a:pt x="11192" y="24626"/>
                  <a:pt x="10787" y="23757"/>
                  <a:pt x="10883" y="23019"/>
                </a:cubicBezTo>
                <a:cubicBezTo>
                  <a:pt x="10962" y="22301"/>
                  <a:pt x="11228" y="21921"/>
                  <a:pt x="11615" y="21921"/>
                </a:cubicBezTo>
                <a:close/>
                <a:moveTo>
                  <a:pt x="15133" y="13411"/>
                </a:moveTo>
                <a:cubicBezTo>
                  <a:pt x="15133" y="16042"/>
                  <a:pt x="15121" y="23840"/>
                  <a:pt x="15074" y="25102"/>
                </a:cubicBezTo>
                <a:cubicBezTo>
                  <a:pt x="15062" y="25360"/>
                  <a:pt x="15073" y="25710"/>
                  <a:pt x="14677" y="25710"/>
                </a:cubicBezTo>
                <a:cubicBezTo>
                  <a:pt x="14670" y="25710"/>
                  <a:pt x="14664" y="25710"/>
                  <a:pt x="14657" y="25710"/>
                </a:cubicBezTo>
                <a:cubicBezTo>
                  <a:pt x="13978" y="25698"/>
                  <a:pt x="13300" y="25579"/>
                  <a:pt x="12657" y="25353"/>
                </a:cubicBezTo>
                <a:cubicBezTo>
                  <a:pt x="12419" y="25269"/>
                  <a:pt x="12204" y="25102"/>
                  <a:pt x="12407" y="24817"/>
                </a:cubicBezTo>
                <a:cubicBezTo>
                  <a:pt x="12657" y="24507"/>
                  <a:pt x="12835" y="24150"/>
                  <a:pt x="12954" y="23769"/>
                </a:cubicBezTo>
                <a:cubicBezTo>
                  <a:pt x="13050" y="23459"/>
                  <a:pt x="13157" y="22352"/>
                  <a:pt x="13109" y="22102"/>
                </a:cubicBezTo>
                <a:cubicBezTo>
                  <a:pt x="13002" y="21554"/>
                  <a:pt x="12704" y="21173"/>
                  <a:pt x="12145" y="21090"/>
                </a:cubicBezTo>
                <a:cubicBezTo>
                  <a:pt x="12048" y="21069"/>
                  <a:pt x="11950" y="21058"/>
                  <a:pt x="11854" y="21058"/>
                </a:cubicBezTo>
                <a:cubicBezTo>
                  <a:pt x="11360" y="21058"/>
                  <a:pt x="10896" y="21330"/>
                  <a:pt x="10656" y="21769"/>
                </a:cubicBezTo>
                <a:cubicBezTo>
                  <a:pt x="10121" y="22686"/>
                  <a:pt x="10204" y="23626"/>
                  <a:pt x="10621" y="24543"/>
                </a:cubicBezTo>
                <a:cubicBezTo>
                  <a:pt x="10811" y="24936"/>
                  <a:pt x="10680" y="25043"/>
                  <a:pt x="10359" y="25162"/>
                </a:cubicBezTo>
                <a:cubicBezTo>
                  <a:pt x="10069" y="25275"/>
                  <a:pt x="9756" y="25333"/>
                  <a:pt x="9445" y="25333"/>
                </a:cubicBezTo>
                <a:cubicBezTo>
                  <a:pt x="9296" y="25333"/>
                  <a:pt x="9148" y="25320"/>
                  <a:pt x="9001" y="25293"/>
                </a:cubicBezTo>
                <a:cubicBezTo>
                  <a:pt x="8668" y="25222"/>
                  <a:pt x="8299" y="25162"/>
                  <a:pt x="8085" y="24924"/>
                </a:cubicBezTo>
                <a:cubicBezTo>
                  <a:pt x="7763" y="24591"/>
                  <a:pt x="8239" y="24376"/>
                  <a:pt x="8335" y="24090"/>
                </a:cubicBezTo>
                <a:cubicBezTo>
                  <a:pt x="8537" y="23471"/>
                  <a:pt x="8739" y="22852"/>
                  <a:pt x="8609" y="22197"/>
                </a:cubicBezTo>
                <a:cubicBezTo>
                  <a:pt x="8454" y="21447"/>
                  <a:pt x="8108" y="21066"/>
                  <a:pt x="7358" y="21019"/>
                </a:cubicBezTo>
                <a:cubicBezTo>
                  <a:pt x="7013" y="20995"/>
                  <a:pt x="6763" y="20864"/>
                  <a:pt x="6763" y="20542"/>
                </a:cubicBezTo>
                <a:lnTo>
                  <a:pt x="6763" y="13411"/>
                </a:lnTo>
                <a:close/>
                <a:moveTo>
                  <a:pt x="6446" y="1"/>
                </a:moveTo>
                <a:cubicBezTo>
                  <a:pt x="5945" y="1"/>
                  <a:pt x="5538" y="424"/>
                  <a:pt x="5572" y="933"/>
                </a:cubicBezTo>
                <a:lnTo>
                  <a:pt x="5572" y="21114"/>
                </a:lnTo>
                <a:cubicBezTo>
                  <a:pt x="5572" y="21376"/>
                  <a:pt x="5596" y="21650"/>
                  <a:pt x="5477" y="21912"/>
                </a:cubicBezTo>
                <a:cubicBezTo>
                  <a:pt x="5239" y="22447"/>
                  <a:pt x="5299" y="23007"/>
                  <a:pt x="5430" y="23567"/>
                </a:cubicBezTo>
                <a:cubicBezTo>
                  <a:pt x="5794" y="25150"/>
                  <a:pt x="5657" y="25426"/>
                  <a:pt x="4049" y="25426"/>
                </a:cubicBezTo>
                <a:cubicBezTo>
                  <a:pt x="3977" y="25426"/>
                  <a:pt x="3901" y="25425"/>
                  <a:pt x="3822" y="25424"/>
                </a:cubicBezTo>
                <a:cubicBezTo>
                  <a:pt x="3501" y="25412"/>
                  <a:pt x="3191" y="25293"/>
                  <a:pt x="2929" y="25102"/>
                </a:cubicBezTo>
                <a:cubicBezTo>
                  <a:pt x="3560" y="24269"/>
                  <a:pt x="4084" y="23400"/>
                  <a:pt x="4072" y="22316"/>
                </a:cubicBezTo>
                <a:cubicBezTo>
                  <a:pt x="4062" y="21519"/>
                  <a:pt x="3552" y="21012"/>
                  <a:pt x="2836" y="21012"/>
                </a:cubicBezTo>
                <a:cubicBezTo>
                  <a:pt x="2717" y="21012"/>
                  <a:pt x="2593" y="21026"/>
                  <a:pt x="2465" y="21054"/>
                </a:cubicBezTo>
                <a:cubicBezTo>
                  <a:pt x="1108" y="21364"/>
                  <a:pt x="346" y="23102"/>
                  <a:pt x="1048" y="24507"/>
                </a:cubicBezTo>
                <a:cubicBezTo>
                  <a:pt x="1346" y="25091"/>
                  <a:pt x="1298" y="25424"/>
                  <a:pt x="762" y="25698"/>
                </a:cubicBezTo>
                <a:cubicBezTo>
                  <a:pt x="0" y="26091"/>
                  <a:pt x="131" y="26734"/>
                  <a:pt x="203" y="27448"/>
                </a:cubicBezTo>
                <a:cubicBezTo>
                  <a:pt x="631" y="27115"/>
                  <a:pt x="1036" y="26877"/>
                  <a:pt x="1358" y="26555"/>
                </a:cubicBezTo>
                <a:cubicBezTo>
                  <a:pt x="1668" y="26237"/>
                  <a:pt x="1961" y="26052"/>
                  <a:pt x="2303" y="26052"/>
                </a:cubicBezTo>
                <a:cubicBezTo>
                  <a:pt x="2512" y="26052"/>
                  <a:pt x="2739" y="26121"/>
                  <a:pt x="3001" y="26269"/>
                </a:cubicBezTo>
                <a:cubicBezTo>
                  <a:pt x="3341" y="26460"/>
                  <a:pt x="3703" y="26530"/>
                  <a:pt x="4076" y="26530"/>
                </a:cubicBezTo>
                <a:cubicBezTo>
                  <a:pt x="4565" y="26530"/>
                  <a:pt x="5073" y="26410"/>
                  <a:pt x="5572" y="26281"/>
                </a:cubicBezTo>
                <a:lnTo>
                  <a:pt x="5572" y="49094"/>
                </a:lnTo>
                <a:cubicBezTo>
                  <a:pt x="5572" y="49961"/>
                  <a:pt x="5572" y="50048"/>
                  <a:pt x="6302" y="50048"/>
                </a:cubicBezTo>
                <a:cubicBezTo>
                  <a:pt x="6383" y="50048"/>
                  <a:pt x="6473" y="50047"/>
                  <a:pt x="6573" y="50046"/>
                </a:cubicBezTo>
                <a:cubicBezTo>
                  <a:pt x="6834" y="49713"/>
                  <a:pt x="6763" y="49320"/>
                  <a:pt x="6763" y="48951"/>
                </a:cubicBezTo>
                <a:cubicBezTo>
                  <a:pt x="6763" y="43652"/>
                  <a:pt x="6763" y="38354"/>
                  <a:pt x="6763" y="33056"/>
                </a:cubicBezTo>
                <a:lnTo>
                  <a:pt x="6763" y="26710"/>
                </a:lnTo>
                <a:cubicBezTo>
                  <a:pt x="6763" y="26179"/>
                  <a:pt x="6778" y="25982"/>
                  <a:pt x="6978" y="25982"/>
                </a:cubicBezTo>
                <a:cubicBezTo>
                  <a:pt x="7093" y="25982"/>
                  <a:pt x="7269" y="26046"/>
                  <a:pt x="7537" y="26150"/>
                </a:cubicBezTo>
                <a:cubicBezTo>
                  <a:pt x="8031" y="26339"/>
                  <a:pt x="8541" y="26483"/>
                  <a:pt x="9058" y="26483"/>
                </a:cubicBezTo>
                <a:cubicBezTo>
                  <a:pt x="9288" y="26483"/>
                  <a:pt x="9520" y="26455"/>
                  <a:pt x="9752" y="26388"/>
                </a:cubicBezTo>
                <a:cubicBezTo>
                  <a:pt x="10039" y="26306"/>
                  <a:pt x="10318" y="26271"/>
                  <a:pt x="10594" y="26271"/>
                </a:cubicBezTo>
                <a:cubicBezTo>
                  <a:pt x="11118" y="26271"/>
                  <a:pt x="11625" y="26399"/>
                  <a:pt x="12133" y="26579"/>
                </a:cubicBezTo>
                <a:cubicBezTo>
                  <a:pt x="12701" y="26793"/>
                  <a:pt x="13299" y="26892"/>
                  <a:pt x="13899" y="26892"/>
                </a:cubicBezTo>
                <a:cubicBezTo>
                  <a:pt x="13965" y="26892"/>
                  <a:pt x="14031" y="26891"/>
                  <a:pt x="14097" y="26888"/>
                </a:cubicBezTo>
                <a:cubicBezTo>
                  <a:pt x="14173" y="26886"/>
                  <a:pt x="14242" y="26884"/>
                  <a:pt x="14304" y="26884"/>
                </a:cubicBezTo>
                <a:cubicBezTo>
                  <a:pt x="14836" y="26884"/>
                  <a:pt x="14884" y="27000"/>
                  <a:pt x="14895" y="27650"/>
                </a:cubicBezTo>
                <a:lnTo>
                  <a:pt x="14895" y="28281"/>
                </a:lnTo>
                <a:lnTo>
                  <a:pt x="14895" y="48951"/>
                </a:lnTo>
                <a:cubicBezTo>
                  <a:pt x="14895" y="49320"/>
                  <a:pt x="14812" y="49713"/>
                  <a:pt x="15086" y="50034"/>
                </a:cubicBezTo>
                <a:cubicBezTo>
                  <a:pt x="15218" y="50037"/>
                  <a:pt x="15333" y="50040"/>
                  <a:pt x="15432" y="50040"/>
                </a:cubicBezTo>
                <a:cubicBezTo>
                  <a:pt x="16086" y="50040"/>
                  <a:pt x="16086" y="49922"/>
                  <a:pt x="16086" y="49034"/>
                </a:cubicBezTo>
                <a:lnTo>
                  <a:pt x="16086" y="26722"/>
                </a:lnTo>
                <a:cubicBezTo>
                  <a:pt x="16086" y="26507"/>
                  <a:pt x="15967" y="26234"/>
                  <a:pt x="16240" y="26103"/>
                </a:cubicBezTo>
                <a:cubicBezTo>
                  <a:pt x="16287" y="26078"/>
                  <a:pt x="16329" y="26068"/>
                  <a:pt x="16366" y="26068"/>
                </a:cubicBezTo>
                <a:cubicBezTo>
                  <a:pt x="16532" y="26068"/>
                  <a:pt x="16626" y="26265"/>
                  <a:pt x="16752" y="26353"/>
                </a:cubicBezTo>
                <a:cubicBezTo>
                  <a:pt x="17494" y="26883"/>
                  <a:pt x="18312" y="27158"/>
                  <a:pt x="19124" y="27158"/>
                </a:cubicBezTo>
                <a:cubicBezTo>
                  <a:pt x="19862" y="27158"/>
                  <a:pt x="20596" y="26930"/>
                  <a:pt x="21265" y="26460"/>
                </a:cubicBezTo>
                <a:cubicBezTo>
                  <a:pt x="21601" y="26222"/>
                  <a:pt x="21898" y="26097"/>
                  <a:pt x="22237" y="26097"/>
                </a:cubicBezTo>
                <a:cubicBezTo>
                  <a:pt x="22390" y="26097"/>
                  <a:pt x="22552" y="26122"/>
                  <a:pt x="22729" y="26174"/>
                </a:cubicBezTo>
                <a:cubicBezTo>
                  <a:pt x="23065" y="26265"/>
                  <a:pt x="23400" y="26300"/>
                  <a:pt x="23735" y="26300"/>
                </a:cubicBezTo>
                <a:cubicBezTo>
                  <a:pt x="24542" y="26300"/>
                  <a:pt x="25347" y="26094"/>
                  <a:pt x="26146" y="25960"/>
                </a:cubicBezTo>
                <a:cubicBezTo>
                  <a:pt x="26512" y="25893"/>
                  <a:pt x="26852" y="25860"/>
                  <a:pt x="27167" y="25860"/>
                </a:cubicBezTo>
                <a:cubicBezTo>
                  <a:pt x="28827" y="25860"/>
                  <a:pt x="29775" y="26792"/>
                  <a:pt x="30075" y="28734"/>
                </a:cubicBezTo>
                <a:cubicBezTo>
                  <a:pt x="30254" y="29829"/>
                  <a:pt x="30159" y="31008"/>
                  <a:pt x="30123" y="32127"/>
                </a:cubicBezTo>
                <a:cubicBezTo>
                  <a:pt x="29332" y="32149"/>
                  <a:pt x="28597" y="32159"/>
                  <a:pt x="27845" y="32159"/>
                </a:cubicBezTo>
                <a:cubicBezTo>
                  <a:pt x="26978" y="32159"/>
                  <a:pt x="26089" y="32146"/>
                  <a:pt x="25063" y="32127"/>
                </a:cubicBezTo>
                <a:cubicBezTo>
                  <a:pt x="24480" y="32151"/>
                  <a:pt x="24182" y="32687"/>
                  <a:pt x="24182" y="33199"/>
                </a:cubicBezTo>
                <a:lnTo>
                  <a:pt x="24182" y="48498"/>
                </a:lnTo>
                <a:cubicBezTo>
                  <a:pt x="24182" y="49864"/>
                  <a:pt x="24182" y="50043"/>
                  <a:pt x="25205" y="50043"/>
                </a:cubicBezTo>
                <a:cubicBezTo>
                  <a:pt x="25360" y="50043"/>
                  <a:pt x="25537" y="50039"/>
                  <a:pt x="25742" y="50034"/>
                </a:cubicBezTo>
                <a:cubicBezTo>
                  <a:pt x="25646" y="49534"/>
                  <a:pt x="25682" y="48927"/>
                  <a:pt x="25694" y="48367"/>
                </a:cubicBezTo>
                <a:cubicBezTo>
                  <a:pt x="25730" y="43795"/>
                  <a:pt x="25682" y="39223"/>
                  <a:pt x="25682" y="34639"/>
                </a:cubicBezTo>
                <a:cubicBezTo>
                  <a:pt x="25682" y="34401"/>
                  <a:pt x="25634" y="34139"/>
                  <a:pt x="25789" y="33913"/>
                </a:cubicBezTo>
                <a:cubicBezTo>
                  <a:pt x="25992" y="33711"/>
                  <a:pt x="26242" y="33758"/>
                  <a:pt x="26480" y="33746"/>
                </a:cubicBezTo>
                <a:cubicBezTo>
                  <a:pt x="26754" y="33761"/>
                  <a:pt x="27027" y="33766"/>
                  <a:pt x="27301" y="33766"/>
                </a:cubicBezTo>
                <a:cubicBezTo>
                  <a:pt x="27712" y="33766"/>
                  <a:pt x="28122" y="33756"/>
                  <a:pt x="28531" y="33756"/>
                </a:cubicBezTo>
                <a:cubicBezTo>
                  <a:pt x="28940" y="33756"/>
                  <a:pt x="29348" y="33766"/>
                  <a:pt x="29754" y="33806"/>
                </a:cubicBezTo>
                <a:cubicBezTo>
                  <a:pt x="30016" y="34032"/>
                  <a:pt x="29945" y="34342"/>
                  <a:pt x="29945" y="34627"/>
                </a:cubicBezTo>
                <a:cubicBezTo>
                  <a:pt x="29956" y="35997"/>
                  <a:pt x="29945" y="37378"/>
                  <a:pt x="29945" y="38747"/>
                </a:cubicBezTo>
                <a:cubicBezTo>
                  <a:pt x="29945" y="39057"/>
                  <a:pt x="29909" y="39378"/>
                  <a:pt x="30123" y="39640"/>
                </a:cubicBezTo>
                <a:cubicBezTo>
                  <a:pt x="30376" y="39725"/>
                  <a:pt x="30581" y="39771"/>
                  <a:pt x="30744" y="39771"/>
                </a:cubicBezTo>
                <a:cubicBezTo>
                  <a:pt x="31151" y="39771"/>
                  <a:pt x="31305" y="39491"/>
                  <a:pt x="31314" y="38854"/>
                </a:cubicBezTo>
                <a:cubicBezTo>
                  <a:pt x="31326" y="37425"/>
                  <a:pt x="31314" y="36009"/>
                  <a:pt x="31314" y="34580"/>
                </a:cubicBezTo>
                <a:cubicBezTo>
                  <a:pt x="31314" y="34342"/>
                  <a:pt x="31266" y="34068"/>
                  <a:pt x="31492" y="33877"/>
                </a:cubicBezTo>
                <a:cubicBezTo>
                  <a:pt x="31664" y="33767"/>
                  <a:pt x="31860" y="33758"/>
                  <a:pt x="32054" y="33758"/>
                </a:cubicBezTo>
                <a:cubicBezTo>
                  <a:pt x="32089" y="33758"/>
                  <a:pt x="32124" y="33758"/>
                  <a:pt x="32159" y="33758"/>
                </a:cubicBezTo>
                <a:lnTo>
                  <a:pt x="33528" y="33758"/>
                </a:lnTo>
                <a:cubicBezTo>
                  <a:pt x="35338" y="33758"/>
                  <a:pt x="35338" y="33758"/>
                  <a:pt x="35338" y="35544"/>
                </a:cubicBezTo>
                <a:cubicBezTo>
                  <a:pt x="35338" y="36902"/>
                  <a:pt x="35326" y="38247"/>
                  <a:pt x="35350" y="39604"/>
                </a:cubicBezTo>
                <a:cubicBezTo>
                  <a:pt x="35314" y="42307"/>
                  <a:pt x="35350" y="44998"/>
                  <a:pt x="35338" y="47700"/>
                </a:cubicBezTo>
                <a:cubicBezTo>
                  <a:pt x="35338" y="48379"/>
                  <a:pt x="35267" y="48439"/>
                  <a:pt x="34576" y="48451"/>
                </a:cubicBezTo>
                <a:cubicBezTo>
                  <a:pt x="34231" y="48455"/>
                  <a:pt x="33884" y="48456"/>
                  <a:pt x="33537" y="48456"/>
                </a:cubicBezTo>
                <a:cubicBezTo>
                  <a:pt x="32843" y="48456"/>
                  <a:pt x="32147" y="48451"/>
                  <a:pt x="31457" y="48451"/>
                </a:cubicBezTo>
                <a:cubicBezTo>
                  <a:pt x="31242" y="48451"/>
                  <a:pt x="31028" y="48451"/>
                  <a:pt x="30826" y="48462"/>
                </a:cubicBezTo>
                <a:cubicBezTo>
                  <a:pt x="30230" y="48498"/>
                  <a:pt x="29885" y="48760"/>
                  <a:pt x="29897" y="49177"/>
                </a:cubicBezTo>
                <a:cubicBezTo>
                  <a:pt x="29921" y="49594"/>
                  <a:pt x="30242" y="49808"/>
                  <a:pt x="30814" y="49844"/>
                </a:cubicBezTo>
                <a:lnTo>
                  <a:pt x="34636" y="49844"/>
                </a:lnTo>
                <a:cubicBezTo>
                  <a:pt x="34718" y="49844"/>
                  <a:pt x="34803" y="49837"/>
                  <a:pt x="34887" y="49837"/>
                </a:cubicBezTo>
                <a:cubicBezTo>
                  <a:pt x="35047" y="49837"/>
                  <a:pt x="35205" y="49862"/>
                  <a:pt x="35338" y="50010"/>
                </a:cubicBezTo>
                <a:cubicBezTo>
                  <a:pt x="35576" y="50010"/>
                  <a:pt x="36922" y="50022"/>
                  <a:pt x="36922" y="50022"/>
                </a:cubicBezTo>
                <a:cubicBezTo>
                  <a:pt x="36922" y="50022"/>
                  <a:pt x="36933" y="34175"/>
                  <a:pt x="36945" y="32996"/>
                </a:cubicBezTo>
                <a:cubicBezTo>
                  <a:pt x="36945" y="32482"/>
                  <a:pt x="36383" y="32174"/>
                  <a:pt x="35980" y="32174"/>
                </a:cubicBezTo>
                <a:cubicBezTo>
                  <a:pt x="35972" y="32174"/>
                  <a:pt x="35965" y="32175"/>
                  <a:pt x="35957" y="32175"/>
                </a:cubicBezTo>
                <a:cubicBezTo>
                  <a:pt x="35455" y="32183"/>
                  <a:pt x="34889" y="32187"/>
                  <a:pt x="34303" y="32187"/>
                </a:cubicBezTo>
                <a:cubicBezTo>
                  <a:pt x="33235" y="32187"/>
                  <a:pt x="32101" y="32174"/>
                  <a:pt x="31171" y="32151"/>
                </a:cubicBezTo>
                <a:cubicBezTo>
                  <a:pt x="31171" y="32151"/>
                  <a:pt x="31171" y="32103"/>
                  <a:pt x="31195" y="31710"/>
                </a:cubicBezTo>
                <a:cubicBezTo>
                  <a:pt x="31218" y="30782"/>
                  <a:pt x="31218" y="29865"/>
                  <a:pt x="31159" y="28936"/>
                </a:cubicBezTo>
                <a:cubicBezTo>
                  <a:pt x="31028" y="26507"/>
                  <a:pt x="29540" y="24900"/>
                  <a:pt x="27361" y="24829"/>
                </a:cubicBezTo>
                <a:cubicBezTo>
                  <a:pt x="26849" y="24841"/>
                  <a:pt x="26325" y="24888"/>
                  <a:pt x="25813" y="24972"/>
                </a:cubicBezTo>
                <a:cubicBezTo>
                  <a:pt x="25108" y="25069"/>
                  <a:pt x="24409" y="25249"/>
                  <a:pt x="23696" y="25249"/>
                </a:cubicBezTo>
                <a:cubicBezTo>
                  <a:pt x="23362" y="25249"/>
                  <a:pt x="23024" y="25209"/>
                  <a:pt x="22682" y="25102"/>
                </a:cubicBezTo>
                <a:cubicBezTo>
                  <a:pt x="22777" y="24888"/>
                  <a:pt x="22884" y="24686"/>
                  <a:pt x="22956" y="24471"/>
                </a:cubicBezTo>
                <a:cubicBezTo>
                  <a:pt x="23277" y="23626"/>
                  <a:pt x="23432" y="22781"/>
                  <a:pt x="23051" y="21912"/>
                </a:cubicBezTo>
                <a:cubicBezTo>
                  <a:pt x="22752" y="21225"/>
                  <a:pt x="22247" y="20858"/>
                  <a:pt x="21641" y="20858"/>
                </a:cubicBezTo>
                <a:cubicBezTo>
                  <a:pt x="21596" y="20858"/>
                  <a:pt x="21550" y="20860"/>
                  <a:pt x="21503" y="20864"/>
                </a:cubicBezTo>
                <a:cubicBezTo>
                  <a:pt x="20872" y="20935"/>
                  <a:pt x="20360" y="21459"/>
                  <a:pt x="20253" y="22245"/>
                </a:cubicBezTo>
                <a:cubicBezTo>
                  <a:pt x="20110" y="23257"/>
                  <a:pt x="20265" y="24210"/>
                  <a:pt x="20860" y="25055"/>
                </a:cubicBezTo>
                <a:cubicBezTo>
                  <a:pt x="21015" y="25269"/>
                  <a:pt x="21051" y="25376"/>
                  <a:pt x="20812" y="25555"/>
                </a:cubicBezTo>
                <a:cubicBezTo>
                  <a:pt x="20350" y="25912"/>
                  <a:pt x="19725" y="26094"/>
                  <a:pt x="19106" y="26094"/>
                </a:cubicBezTo>
                <a:cubicBezTo>
                  <a:pt x="18529" y="26094"/>
                  <a:pt x="17957" y="25936"/>
                  <a:pt x="17526" y="25614"/>
                </a:cubicBezTo>
                <a:cubicBezTo>
                  <a:pt x="17312" y="25460"/>
                  <a:pt x="17252" y="25353"/>
                  <a:pt x="17467" y="25138"/>
                </a:cubicBezTo>
                <a:cubicBezTo>
                  <a:pt x="17895" y="24721"/>
                  <a:pt x="18193" y="24198"/>
                  <a:pt x="18324" y="23626"/>
                </a:cubicBezTo>
                <a:cubicBezTo>
                  <a:pt x="18622" y="22388"/>
                  <a:pt x="17800" y="21031"/>
                  <a:pt x="16657" y="20995"/>
                </a:cubicBezTo>
                <a:cubicBezTo>
                  <a:pt x="16086" y="20983"/>
                  <a:pt x="16098" y="20745"/>
                  <a:pt x="16098" y="20340"/>
                </a:cubicBezTo>
                <a:cubicBezTo>
                  <a:pt x="16098" y="15161"/>
                  <a:pt x="16157" y="9982"/>
                  <a:pt x="16074" y="4814"/>
                </a:cubicBezTo>
                <a:cubicBezTo>
                  <a:pt x="16050" y="3362"/>
                  <a:pt x="16264" y="2100"/>
                  <a:pt x="17288" y="1028"/>
                </a:cubicBezTo>
                <a:cubicBezTo>
                  <a:pt x="17610" y="683"/>
                  <a:pt x="17622" y="4"/>
                  <a:pt x="16812" y="4"/>
                </a:cubicBezTo>
                <a:lnTo>
                  <a:pt x="6525" y="4"/>
                </a:lnTo>
                <a:cubicBezTo>
                  <a:pt x="6498" y="2"/>
                  <a:pt x="6472" y="1"/>
                  <a:pt x="64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8" name="Google Shape;1938;p64"/>
          <p:cNvSpPr/>
          <p:nvPr/>
        </p:nvSpPr>
        <p:spPr>
          <a:xfrm flipH="1">
            <a:off x="11672167" y="5924718"/>
            <a:ext cx="29000" cy="67600"/>
          </a:xfrm>
          <a:custGeom>
            <a:avLst/>
            <a:gdLst/>
            <a:ahLst/>
            <a:cxnLst/>
            <a:rect l="l" t="t" r="r" b="b"/>
            <a:pathLst>
              <a:path w="870" h="2028" extrusionOk="0">
                <a:moveTo>
                  <a:pt x="496" y="0"/>
                </a:moveTo>
                <a:cubicBezTo>
                  <a:pt x="482" y="0"/>
                  <a:pt x="468" y="1"/>
                  <a:pt x="453" y="3"/>
                </a:cubicBezTo>
                <a:cubicBezTo>
                  <a:pt x="310" y="3"/>
                  <a:pt x="179" y="111"/>
                  <a:pt x="156" y="254"/>
                </a:cubicBezTo>
                <a:cubicBezTo>
                  <a:pt x="1" y="837"/>
                  <a:pt x="48" y="1468"/>
                  <a:pt x="310" y="2028"/>
                </a:cubicBezTo>
                <a:cubicBezTo>
                  <a:pt x="715" y="1527"/>
                  <a:pt x="870" y="873"/>
                  <a:pt x="751" y="242"/>
                </a:cubicBezTo>
                <a:cubicBezTo>
                  <a:pt x="740" y="101"/>
                  <a:pt x="631" y="0"/>
                  <a:pt x="49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9" name="Google Shape;1939;p64"/>
          <p:cNvSpPr/>
          <p:nvPr/>
        </p:nvSpPr>
        <p:spPr>
          <a:xfrm flipH="1">
            <a:off x="10967700" y="6620952"/>
            <a:ext cx="65133" cy="22233"/>
          </a:xfrm>
          <a:custGeom>
            <a:avLst/>
            <a:gdLst/>
            <a:ahLst/>
            <a:cxnLst/>
            <a:rect l="l" t="t" r="r" b="b"/>
            <a:pathLst>
              <a:path w="1954" h="667" extrusionOk="0">
                <a:moveTo>
                  <a:pt x="477" y="0"/>
                </a:moveTo>
                <a:cubicBezTo>
                  <a:pt x="227" y="0"/>
                  <a:pt x="1" y="36"/>
                  <a:pt x="13" y="357"/>
                </a:cubicBezTo>
                <a:cubicBezTo>
                  <a:pt x="25" y="631"/>
                  <a:pt x="239" y="667"/>
                  <a:pt x="465" y="667"/>
                </a:cubicBezTo>
                <a:lnTo>
                  <a:pt x="1573" y="667"/>
                </a:lnTo>
                <a:cubicBezTo>
                  <a:pt x="1799" y="667"/>
                  <a:pt x="1942" y="572"/>
                  <a:pt x="1954" y="345"/>
                </a:cubicBezTo>
                <a:cubicBezTo>
                  <a:pt x="1954" y="119"/>
                  <a:pt x="1799" y="12"/>
                  <a:pt x="1596" y="12"/>
                </a:cubicBezTo>
                <a:lnTo>
                  <a:pt x="977" y="12"/>
                </a:lnTo>
                <a:lnTo>
                  <a:pt x="9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0" name="Google Shape;1940;p64"/>
          <p:cNvSpPr/>
          <p:nvPr/>
        </p:nvSpPr>
        <p:spPr>
          <a:xfrm flipH="1">
            <a:off x="10967700" y="6553452"/>
            <a:ext cx="65133" cy="22267"/>
          </a:xfrm>
          <a:custGeom>
            <a:avLst/>
            <a:gdLst/>
            <a:ahLst/>
            <a:cxnLst/>
            <a:rect l="l" t="t" r="r" b="b"/>
            <a:pathLst>
              <a:path w="1954" h="668" extrusionOk="0">
                <a:moveTo>
                  <a:pt x="477" y="1"/>
                </a:moveTo>
                <a:cubicBezTo>
                  <a:pt x="227" y="1"/>
                  <a:pt x="1" y="37"/>
                  <a:pt x="13" y="358"/>
                </a:cubicBezTo>
                <a:cubicBezTo>
                  <a:pt x="25" y="632"/>
                  <a:pt x="239" y="668"/>
                  <a:pt x="465" y="668"/>
                </a:cubicBezTo>
                <a:lnTo>
                  <a:pt x="1573" y="668"/>
                </a:lnTo>
                <a:cubicBezTo>
                  <a:pt x="1799" y="668"/>
                  <a:pt x="1942" y="584"/>
                  <a:pt x="1954" y="346"/>
                </a:cubicBezTo>
                <a:cubicBezTo>
                  <a:pt x="1954" y="120"/>
                  <a:pt x="1799" y="13"/>
                  <a:pt x="1596" y="13"/>
                </a:cubicBezTo>
                <a:lnTo>
                  <a:pt x="977" y="13"/>
                </a:lnTo>
                <a:lnTo>
                  <a:pt x="96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1" name="Google Shape;1941;p64"/>
          <p:cNvSpPr/>
          <p:nvPr/>
        </p:nvSpPr>
        <p:spPr>
          <a:xfrm flipH="1">
            <a:off x="10967700" y="6485985"/>
            <a:ext cx="65133" cy="22667"/>
          </a:xfrm>
          <a:custGeom>
            <a:avLst/>
            <a:gdLst/>
            <a:ahLst/>
            <a:cxnLst/>
            <a:rect l="l" t="t" r="r" b="b"/>
            <a:pathLst>
              <a:path w="1954" h="680" extrusionOk="0">
                <a:moveTo>
                  <a:pt x="477" y="1"/>
                </a:moveTo>
                <a:cubicBezTo>
                  <a:pt x="227" y="1"/>
                  <a:pt x="1" y="37"/>
                  <a:pt x="13" y="358"/>
                </a:cubicBezTo>
                <a:cubicBezTo>
                  <a:pt x="25" y="632"/>
                  <a:pt x="239" y="680"/>
                  <a:pt x="465" y="680"/>
                </a:cubicBezTo>
                <a:lnTo>
                  <a:pt x="1573" y="680"/>
                </a:lnTo>
                <a:cubicBezTo>
                  <a:pt x="1799" y="680"/>
                  <a:pt x="1942" y="584"/>
                  <a:pt x="1954" y="346"/>
                </a:cubicBezTo>
                <a:cubicBezTo>
                  <a:pt x="1954" y="120"/>
                  <a:pt x="1799" y="13"/>
                  <a:pt x="1596" y="13"/>
                </a:cubicBezTo>
                <a:lnTo>
                  <a:pt x="977" y="13"/>
                </a:lnTo>
                <a:lnTo>
                  <a:pt x="96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2" name="Google Shape;1942;p64"/>
          <p:cNvSpPr/>
          <p:nvPr/>
        </p:nvSpPr>
        <p:spPr>
          <a:xfrm flipH="1">
            <a:off x="10967700" y="6418518"/>
            <a:ext cx="65133" cy="22267"/>
          </a:xfrm>
          <a:custGeom>
            <a:avLst/>
            <a:gdLst/>
            <a:ahLst/>
            <a:cxnLst/>
            <a:rect l="l" t="t" r="r" b="b"/>
            <a:pathLst>
              <a:path w="1954" h="668" extrusionOk="0">
                <a:moveTo>
                  <a:pt x="477" y="1"/>
                </a:moveTo>
                <a:cubicBezTo>
                  <a:pt x="227" y="1"/>
                  <a:pt x="1" y="37"/>
                  <a:pt x="13" y="358"/>
                </a:cubicBezTo>
                <a:cubicBezTo>
                  <a:pt x="25" y="632"/>
                  <a:pt x="239" y="668"/>
                  <a:pt x="465" y="668"/>
                </a:cubicBezTo>
                <a:lnTo>
                  <a:pt x="1573" y="668"/>
                </a:lnTo>
                <a:cubicBezTo>
                  <a:pt x="1799" y="668"/>
                  <a:pt x="1942" y="584"/>
                  <a:pt x="1954" y="346"/>
                </a:cubicBezTo>
                <a:cubicBezTo>
                  <a:pt x="1954" y="120"/>
                  <a:pt x="1799" y="13"/>
                  <a:pt x="1596" y="13"/>
                </a:cubicBezTo>
                <a:lnTo>
                  <a:pt x="977" y="13"/>
                </a:lnTo>
                <a:lnTo>
                  <a:pt x="96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3" name="Google Shape;1943;p64"/>
          <p:cNvSpPr/>
          <p:nvPr/>
        </p:nvSpPr>
        <p:spPr>
          <a:xfrm flipH="1">
            <a:off x="10967700" y="6351052"/>
            <a:ext cx="65133" cy="22267"/>
          </a:xfrm>
          <a:custGeom>
            <a:avLst/>
            <a:gdLst/>
            <a:ahLst/>
            <a:cxnLst/>
            <a:rect l="l" t="t" r="r" b="b"/>
            <a:pathLst>
              <a:path w="1954" h="668" extrusionOk="0">
                <a:moveTo>
                  <a:pt x="477" y="1"/>
                </a:moveTo>
                <a:cubicBezTo>
                  <a:pt x="227" y="1"/>
                  <a:pt x="1" y="36"/>
                  <a:pt x="13" y="358"/>
                </a:cubicBezTo>
                <a:cubicBezTo>
                  <a:pt x="25" y="632"/>
                  <a:pt x="239" y="668"/>
                  <a:pt x="465" y="668"/>
                </a:cubicBezTo>
                <a:lnTo>
                  <a:pt x="1573" y="668"/>
                </a:lnTo>
                <a:cubicBezTo>
                  <a:pt x="1799" y="668"/>
                  <a:pt x="1942" y="584"/>
                  <a:pt x="1954" y="346"/>
                </a:cubicBezTo>
                <a:cubicBezTo>
                  <a:pt x="1954" y="120"/>
                  <a:pt x="1799" y="13"/>
                  <a:pt x="1596" y="13"/>
                </a:cubicBezTo>
                <a:lnTo>
                  <a:pt x="977" y="13"/>
                </a:lnTo>
                <a:lnTo>
                  <a:pt x="96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4" name="Google Shape;1944;p64"/>
          <p:cNvSpPr/>
          <p:nvPr/>
        </p:nvSpPr>
        <p:spPr>
          <a:xfrm flipH="1">
            <a:off x="10967700" y="6677685"/>
            <a:ext cx="65133" cy="22667"/>
          </a:xfrm>
          <a:custGeom>
            <a:avLst/>
            <a:gdLst/>
            <a:ahLst/>
            <a:cxnLst/>
            <a:rect l="l" t="t" r="r" b="b"/>
            <a:pathLst>
              <a:path w="1954" h="680" extrusionOk="0">
                <a:moveTo>
                  <a:pt x="477" y="1"/>
                </a:moveTo>
                <a:cubicBezTo>
                  <a:pt x="227" y="1"/>
                  <a:pt x="1" y="48"/>
                  <a:pt x="13" y="358"/>
                </a:cubicBezTo>
                <a:cubicBezTo>
                  <a:pt x="25" y="632"/>
                  <a:pt x="239" y="679"/>
                  <a:pt x="465" y="679"/>
                </a:cubicBezTo>
                <a:lnTo>
                  <a:pt x="1573" y="679"/>
                </a:lnTo>
                <a:cubicBezTo>
                  <a:pt x="1799" y="679"/>
                  <a:pt x="1942" y="584"/>
                  <a:pt x="1954" y="358"/>
                </a:cubicBezTo>
                <a:cubicBezTo>
                  <a:pt x="1954" y="120"/>
                  <a:pt x="1799" y="12"/>
                  <a:pt x="1596" y="12"/>
                </a:cubicBezTo>
                <a:lnTo>
                  <a:pt x="977" y="12"/>
                </a:lnTo>
                <a:lnTo>
                  <a:pt x="96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5" name="Google Shape;1945;p64"/>
          <p:cNvSpPr/>
          <p:nvPr/>
        </p:nvSpPr>
        <p:spPr>
          <a:xfrm flipH="1">
            <a:off x="10967700" y="6747152"/>
            <a:ext cx="65133" cy="22233"/>
          </a:xfrm>
          <a:custGeom>
            <a:avLst/>
            <a:gdLst/>
            <a:ahLst/>
            <a:cxnLst/>
            <a:rect l="l" t="t" r="r" b="b"/>
            <a:pathLst>
              <a:path w="1954" h="667" extrusionOk="0">
                <a:moveTo>
                  <a:pt x="477" y="0"/>
                </a:moveTo>
                <a:cubicBezTo>
                  <a:pt x="227" y="0"/>
                  <a:pt x="1" y="36"/>
                  <a:pt x="13" y="357"/>
                </a:cubicBezTo>
                <a:cubicBezTo>
                  <a:pt x="25" y="631"/>
                  <a:pt x="239" y="667"/>
                  <a:pt x="465" y="667"/>
                </a:cubicBezTo>
                <a:lnTo>
                  <a:pt x="1573" y="667"/>
                </a:lnTo>
                <a:cubicBezTo>
                  <a:pt x="1799" y="667"/>
                  <a:pt x="1942" y="584"/>
                  <a:pt x="1954" y="345"/>
                </a:cubicBezTo>
                <a:cubicBezTo>
                  <a:pt x="1954" y="119"/>
                  <a:pt x="1799" y="12"/>
                  <a:pt x="1596" y="12"/>
                </a:cubicBezTo>
                <a:lnTo>
                  <a:pt x="977" y="12"/>
                </a:lnTo>
                <a:lnTo>
                  <a:pt x="9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6" name="Google Shape;1946;p64"/>
          <p:cNvSpPr/>
          <p:nvPr/>
        </p:nvSpPr>
        <p:spPr>
          <a:xfrm flipH="1">
            <a:off x="11463400" y="5821218"/>
            <a:ext cx="76633" cy="27833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7" y="1"/>
                </a:moveTo>
                <a:cubicBezTo>
                  <a:pt x="191" y="1"/>
                  <a:pt x="1" y="180"/>
                  <a:pt x="1" y="418"/>
                </a:cubicBezTo>
                <a:cubicBezTo>
                  <a:pt x="1" y="644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44"/>
                  <a:pt x="2299" y="418"/>
                </a:cubicBezTo>
                <a:cubicBezTo>
                  <a:pt x="2299" y="180"/>
                  <a:pt x="2120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7" name="Google Shape;1947;p64"/>
          <p:cNvSpPr/>
          <p:nvPr/>
        </p:nvSpPr>
        <p:spPr>
          <a:xfrm flipH="1">
            <a:off x="11463400" y="5703752"/>
            <a:ext cx="76633" cy="27833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7" y="1"/>
                </a:moveTo>
                <a:cubicBezTo>
                  <a:pt x="191" y="1"/>
                  <a:pt x="1" y="191"/>
                  <a:pt x="1" y="417"/>
                </a:cubicBezTo>
                <a:cubicBezTo>
                  <a:pt x="1" y="644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44"/>
                  <a:pt x="2299" y="417"/>
                </a:cubicBezTo>
                <a:cubicBezTo>
                  <a:pt x="2299" y="191"/>
                  <a:pt x="2120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8" name="Google Shape;1948;p64"/>
          <p:cNvSpPr/>
          <p:nvPr/>
        </p:nvSpPr>
        <p:spPr>
          <a:xfrm flipH="1">
            <a:off x="11463400" y="5586285"/>
            <a:ext cx="76633" cy="2780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7" y="0"/>
                </a:moveTo>
                <a:cubicBezTo>
                  <a:pt x="191" y="0"/>
                  <a:pt x="1" y="191"/>
                  <a:pt x="1" y="417"/>
                </a:cubicBezTo>
                <a:cubicBezTo>
                  <a:pt x="1" y="655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55"/>
                  <a:pt x="2299" y="417"/>
                </a:cubicBezTo>
                <a:cubicBezTo>
                  <a:pt x="2299" y="191"/>
                  <a:pt x="2120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9" name="Google Shape;1949;p64"/>
          <p:cNvSpPr/>
          <p:nvPr/>
        </p:nvSpPr>
        <p:spPr>
          <a:xfrm flipH="1">
            <a:off x="11463400" y="5469218"/>
            <a:ext cx="76633" cy="2780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7" y="0"/>
                </a:moveTo>
                <a:cubicBezTo>
                  <a:pt x="191" y="0"/>
                  <a:pt x="1" y="179"/>
                  <a:pt x="1" y="417"/>
                </a:cubicBezTo>
                <a:cubicBezTo>
                  <a:pt x="1" y="643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43"/>
                  <a:pt x="2299" y="417"/>
                </a:cubicBezTo>
                <a:cubicBezTo>
                  <a:pt x="2299" y="179"/>
                  <a:pt x="2120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0" name="Google Shape;1950;p64"/>
          <p:cNvSpPr/>
          <p:nvPr/>
        </p:nvSpPr>
        <p:spPr>
          <a:xfrm flipH="1">
            <a:off x="11463400" y="5351718"/>
            <a:ext cx="76633" cy="27833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7" y="1"/>
                </a:moveTo>
                <a:cubicBezTo>
                  <a:pt x="191" y="1"/>
                  <a:pt x="1" y="191"/>
                  <a:pt x="1" y="418"/>
                </a:cubicBezTo>
                <a:cubicBezTo>
                  <a:pt x="1" y="656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56"/>
                  <a:pt x="2299" y="418"/>
                </a:cubicBezTo>
                <a:cubicBezTo>
                  <a:pt x="2299" y="191"/>
                  <a:pt x="2120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1" name="Google Shape;1951;p64"/>
          <p:cNvSpPr/>
          <p:nvPr/>
        </p:nvSpPr>
        <p:spPr>
          <a:xfrm flipH="1">
            <a:off x="11463400" y="6641985"/>
            <a:ext cx="76633" cy="2780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7" y="0"/>
                </a:moveTo>
                <a:cubicBezTo>
                  <a:pt x="191" y="0"/>
                  <a:pt x="1" y="191"/>
                  <a:pt x="1" y="417"/>
                </a:cubicBezTo>
                <a:cubicBezTo>
                  <a:pt x="1" y="655"/>
                  <a:pt x="191" y="833"/>
                  <a:pt x="417" y="833"/>
                </a:cubicBezTo>
                <a:lnTo>
                  <a:pt x="1882" y="833"/>
                </a:lnTo>
                <a:cubicBezTo>
                  <a:pt x="2120" y="833"/>
                  <a:pt x="2299" y="655"/>
                  <a:pt x="2299" y="417"/>
                </a:cubicBezTo>
                <a:cubicBezTo>
                  <a:pt x="2299" y="191"/>
                  <a:pt x="2120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2" name="Google Shape;1952;p64"/>
          <p:cNvSpPr/>
          <p:nvPr/>
        </p:nvSpPr>
        <p:spPr>
          <a:xfrm flipH="1">
            <a:off x="11463400" y="6524885"/>
            <a:ext cx="76633" cy="27833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7" y="1"/>
                </a:moveTo>
                <a:cubicBezTo>
                  <a:pt x="191" y="1"/>
                  <a:pt x="1" y="179"/>
                  <a:pt x="1" y="417"/>
                </a:cubicBezTo>
                <a:cubicBezTo>
                  <a:pt x="1" y="644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44"/>
                  <a:pt x="2299" y="417"/>
                </a:cubicBezTo>
                <a:cubicBezTo>
                  <a:pt x="2299" y="179"/>
                  <a:pt x="2120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3" name="Google Shape;1953;p64"/>
          <p:cNvSpPr/>
          <p:nvPr/>
        </p:nvSpPr>
        <p:spPr>
          <a:xfrm flipH="1">
            <a:off x="11463400" y="6407418"/>
            <a:ext cx="76633" cy="2780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7" y="0"/>
                </a:moveTo>
                <a:cubicBezTo>
                  <a:pt x="191" y="0"/>
                  <a:pt x="1" y="191"/>
                  <a:pt x="1" y="417"/>
                </a:cubicBezTo>
                <a:cubicBezTo>
                  <a:pt x="1" y="655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55"/>
                  <a:pt x="2299" y="417"/>
                </a:cubicBezTo>
                <a:cubicBezTo>
                  <a:pt x="2299" y="191"/>
                  <a:pt x="2120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4" name="Google Shape;1954;p64"/>
          <p:cNvSpPr/>
          <p:nvPr/>
        </p:nvSpPr>
        <p:spPr>
          <a:xfrm flipH="1">
            <a:off x="11463400" y="6290352"/>
            <a:ext cx="76633" cy="2780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7" y="0"/>
                </a:moveTo>
                <a:cubicBezTo>
                  <a:pt x="191" y="0"/>
                  <a:pt x="1" y="179"/>
                  <a:pt x="1" y="417"/>
                </a:cubicBezTo>
                <a:cubicBezTo>
                  <a:pt x="1" y="643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43"/>
                  <a:pt x="2299" y="417"/>
                </a:cubicBezTo>
                <a:cubicBezTo>
                  <a:pt x="2299" y="179"/>
                  <a:pt x="2120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5" name="Google Shape;1955;p64"/>
          <p:cNvSpPr/>
          <p:nvPr/>
        </p:nvSpPr>
        <p:spPr>
          <a:xfrm flipH="1">
            <a:off x="11463400" y="6172852"/>
            <a:ext cx="76633" cy="27833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7" y="1"/>
                </a:moveTo>
                <a:cubicBezTo>
                  <a:pt x="191" y="1"/>
                  <a:pt x="1" y="191"/>
                  <a:pt x="1" y="418"/>
                </a:cubicBezTo>
                <a:cubicBezTo>
                  <a:pt x="1" y="656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56"/>
                  <a:pt x="2299" y="418"/>
                </a:cubicBezTo>
                <a:cubicBezTo>
                  <a:pt x="2299" y="191"/>
                  <a:pt x="2120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6" name="Google Shape;1956;p64"/>
          <p:cNvSpPr/>
          <p:nvPr/>
        </p:nvSpPr>
        <p:spPr>
          <a:xfrm flipH="1">
            <a:off x="11463400" y="6759452"/>
            <a:ext cx="76633" cy="2780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7" y="0"/>
                </a:moveTo>
                <a:cubicBezTo>
                  <a:pt x="191" y="0"/>
                  <a:pt x="1" y="179"/>
                  <a:pt x="1" y="417"/>
                </a:cubicBezTo>
                <a:cubicBezTo>
                  <a:pt x="1" y="643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43"/>
                  <a:pt x="2299" y="417"/>
                </a:cubicBezTo>
                <a:cubicBezTo>
                  <a:pt x="2299" y="179"/>
                  <a:pt x="2120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9808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 preserve="1" userDrawn="1">
  <p:cSld name="Background"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p66"/>
          <p:cNvSpPr/>
          <p:nvPr/>
        </p:nvSpPr>
        <p:spPr>
          <a:xfrm flipH="1">
            <a:off x="0" y="0"/>
            <a:ext cx="797200" cy="74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66"/>
          <p:cNvSpPr/>
          <p:nvPr/>
        </p:nvSpPr>
        <p:spPr>
          <a:xfrm flipH="1">
            <a:off x="0" y="5646800"/>
            <a:ext cx="797200" cy="121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66"/>
          <p:cNvSpPr/>
          <p:nvPr/>
        </p:nvSpPr>
        <p:spPr>
          <a:xfrm flipH="1">
            <a:off x="0" y="5162600"/>
            <a:ext cx="797200" cy="49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66"/>
          <p:cNvSpPr/>
          <p:nvPr/>
        </p:nvSpPr>
        <p:spPr>
          <a:xfrm flipH="1">
            <a:off x="11394800" y="0"/>
            <a:ext cx="797200" cy="269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65" name="Google Shape;1965;p66"/>
          <p:cNvGrpSpPr/>
          <p:nvPr/>
        </p:nvGrpSpPr>
        <p:grpSpPr>
          <a:xfrm rot="16200000" flipH="1">
            <a:off x="889416" y="6466420"/>
            <a:ext cx="487672" cy="78844"/>
            <a:chOff x="35575" y="1207875"/>
            <a:chExt cx="374825" cy="60600"/>
          </a:xfrm>
        </p:grpSpPr>
        <p:sp>
          <p:nvSpPr>
            <p:cNvPr id="1966" name="Google Shape;1966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9" name="Google Shape;1969;p66"/>
          <p:cNvGrpSpPr/>
          <p:nvPr/>
        </p:nvGrpSpPr>
        <p:grpSpPr>
          <a:xfrm rot="16200000" flipH="1">
            <a:off x="1050972" y="6466420"/>
            <a:ext cx="487672" cy="78844"/>
            <a:chOff x="35575" y="1207875"/>
            <a:chExt cx="374825" cy="60600"/>
          </a:xfrm>
        </p:grpSpPr>
        <p:sp>
          <p:nvSpPr>
            <p:cNvPr id="1970" name="Google Shape;1970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3" name="Google Shape;1973;p66"/>
          <p:cNvGrpSpPr/>
          <p:nvPr/>
        </p:nvGrpSpPr>
        <p:grpSpPr>
          <a:xfrm rot="16200000" flipH="1">
            <a:off x="1212528" y="6466420"/>
            <a:ext cx="487672" cy="78844"/>
            <a:chOff x="35575" y="1207875"/>
            <a:chExt cx="374825" cy="60600"/>
          </a:xfrm>
        </p:grpSpPr>
        <p:sp>
          <p:nvSpPr>
            <p:cNvPr id="1974" name="Google Shape;1974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7" name="Google Shape;1977;p66"/>
          <p:cNvGrpSpPr/>
          <p:nvPr/>
        </p:nvGrpSpPr>
        <p:grpSpPr>
          <a:xfrm rot="16200000" flipH="1">
            <a:off x="1374085" y="6466420"/>
            <a:ext cx="487672" cy="78844"/>
            <a:chOff x="35575" y="1207875"/>
            <a:chExt cx="374825" cy="60600"/>
          </a:xfrm>
        </p:grpSpPr>
        <p:sp>
          <p:nvSpPr>
            <p:cNvPr id="1978" name="Google Shape;1978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1" name="Google Shape;1981;p66"/>
          <p:cNvGrpSpPr/>
          <p:nvPr/>
        </p:nvGrpSpPr>
        <p:grpSpPr>
          <a:xfrm rot="16200000" flipH="1">
            <a:off x="1535641" y="6466420"/>
            <a:ext cx="487672" cy="78844"/>
            <a:chOff x="35575" y="1207875"/>
            <a:chExt cx="374825" cy="60600"/>
          </a:xfrm>
        </p:grpSpPr>
        <p:sp>
          <p:nvSpPr>
            <p:cNvPr id="1982" name="Google Shape;1982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5" name="Google Shape;1985;p66"/>
          <p:cNvGrpSpPr/>
          <p:nvPr/>
        </p:nvGrpSpPr>
        <p:grpSpPr>
          <a:xfrm rot="16200000" flipH="1">
            <a:off x="1697195" y="6466420"/>
            <a:ext cx="487672" cy="78844"/>
            <a:chOff x="35575" y="1207875"/>
            <a:chExt cx="374825" cy="60600"/>
          </a:xfrm>
        </p:grpSpPr>
        <p:sp>
          <p:nvSpPr>
            <p:cNvPr id="1986" name="Google Shape;1986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9" name="Google Shape;1989;p66"/>
          <p:cNvGrpSpPr/>
          <p:nvPr/>
        </p:nvGrpSpPr>
        <p:grpSpPr>
          <a:xfrm rot="16200000" flipH="1">
            <a:off x="1858751" y="6466420"/>
            <a:ext cx="487672" cy="78844"/>
            <a:chOff x="35575" y="1207875"/>
            <a:chExt cx="374825" cy="60600"/>
          </a:xfrm>
        </p:grpSpPr>
        <p:sp>
          <p:nvSpPr>
            <p:cNvPr id="1990" name="Google Shape;1990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3" name="Google Shape;1993;p66"/>
          <p:cNvGrpSpPr/>
          <p:nvPr/>
        </p:nvGrpSpPr>
        <p:grpSpPr>
          <a:xfrm rot="16200000" flipH="1">
            <a:off x="2020307" y="6466420"/>
            <a:ext cx="487672" cy="78844"/>
            <a:chOff x="35575" y="1207875"/>
            <a:chExt cx="374825" cy="60600"/>
          </a:xfrm>
        </p:grpSpPr>
        <p:sp>
          <p:nvSpPr>
            <p:cNvPr id="1994" name="Google Shape;1994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7" name="Google Shape;1997;p66"/>
          <p:cNvGrpSpPr/>
          <p:nvPr/>
        </p:nvGrpSpPr>
        <p:grpSpPr>
          <a:xfrm rot="16200000" flipH="1">
            <a:off x="2181864" y="6466420"/>
            <a:ext cx="487672" cy="78844"/>
            <a:chOff x="35575" y="1207875"/>
            <a:chExt cx="374825" cy="60600"/>
          </a:xfrm>
        </p:grpSpPr>
        <p:sp>
          <p:nvSpPr>
            <p:cNvPr id="1998" name="Google Shape;1998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1" name="Google Shape;2001;p66"/>
          <p:cNvGrpSpPr/>
          <p:nvPr/>
        </p:nvGrpSpPr>
        <p:grpSpPr>
          <a:xfrm rot="16200000" flipH="1">
            <a:off x="2343420" y="6466420"/>
            <a:ext cx="487672" cy="78844"/>
            <a:chOff x="35575" y="1207875"/>
            <a:chExt cx="374825" cy="60600"/>
          </a:xfrm>
        </p:grpSpPr>
        <p:sp>
          <p:nvSpPr>
            <p:cNvPr id="2002" name="Google Shape;2002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5" name="Google Shape;2005;p66"/>
          <p:cNvGrpSpPr/>
          <p:nvPr/>
        </p:nvGrpSpPr>
        <p:grpSpPr>
          <a:xfrm rot="16200000" flipH="1">
            <a:off x="2504974" y="6466420"/>
            <a:ext cx="487672" cy="78844"/>
            <a:chOff x="35575" y="1207875"/>
            <a:chExt cx="374825" cy="60600"/>
          </a:xfrm>
        </p:grpSpPr>
        <p:sp>
          <p:nvSpPr>
            <p:cNvPr id="2006" name="Google Shape;2006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9" name="Google Shape;2009;p66"/>
          <p:cNvSpPr/>
          <p:nvPr/>
        </p:nvSpPr>
        <p:spPr>
          <a:xfrm rot="5400000" flipH="1">
            <a:off x="1057484" y="-1800"/>
            <a:ext cx="713616" cy="780650"/>
          </a:xfrm>
          <a:custGeom>
            <a:avLst/>
            <a:gdLst/>
            <a:ahLst/>
            <a:cxnLst/>
            <a:rect l="l" t="t" r="r" b="b"/>
            <a:pathLst>
              <a:path w="16873" h="18458" extrusionOk="0">
                <a:moveTo>
                  <a:pt x="14300" y="746"/>
                </a:moveTo>
                <a:cubicBezTo>
                  <a:pt x="15360" y="770"/>
                  <a:pt x="15872" y="2055"/>
                  <a:pt x="15122" y="2794"/>
                </a:cubicBezTo>
                <a:cubicBezTo>
                  <a:pt x="14878" y="3030"/>
                  <a:pt x="14583" y="3136"/>
                  <a:pt x="14295" y="3136"/>
                </a:cubicBezTo>
                <a:cubicBezTo>
                  <a:pt x="13682" y="3136"/>
                  <a:pt x="13098" y="2657"/>
                  <a:pt x="13098" y="1936"/>
                </a:cubicBezTo>
                <a:cubicBezTo>
                  <a:pt x="13098" y="1282"/>
                  <a:pt x="13645" y="746"/>
                  <a:pt x="14300" y="746"/>
                </a:cubicBezTo>
                <a:close/>
                <a:moveTo>
                  <a:pt x="2586" y="761"/>
                </a:moveTo>
                <a:cubicBezTo>
                  <a:pt x="3199" y="761"/>
                  <a:pt x="3787" y="1236"/>
                  <a:pt x="3787" y="1948"/>
                </a:cubicBezTo>
                <a:cubicBezTo>
                  <a:pt x="3775" y="2615"/>
                  <a:pt x="3239" y="3139"/>
                  <a:pt x="2573" y="3139"/>
                </a:cubicBezTo>
                <a:cubicBezTo>
                  <a:pt x="1513" y="3127"/>
                  <a:pt x="1001" y="1841"/>
                  <a:pt x="1763" y="1103"/>
                </a:cubicBezTo>
                <a:cubicBezTo>
                  <a:pt x="2003" y="866"/>
                  <a:pt x="2297" y="761"/>
                  <a:pt x="2586" y="761"/>
                </a:cubicBezTo>
                <a:close/>
                <a:moveTo>
                  <a:pt x="14299" y="1"/>
                </a:moveTo>
                <a:cubicBezTo>
                  <a:pt x="13305" y="1"/>
                  <a:pt x="12348" y="774"/>
                  <a:pt x="12348" y="1936"/>
                </a:cubicBezTo>
                <a:cubicBezTo>
                  <a:pt x="12360" y="3020"/>
                  <a:pt x="13229" y="3877"/>
                  <a:pt x="14300" y="3877"/>
                </a:cubicBezTo>
                <a:cubicBezTo>
                  <a:pt x="16027" y="3865"/>
                  <a:pt x="16872" y="1782"/>
                  <a:pt x="15646" y="567"/>
                </a:cubicBezTo>
                <a:cubicBezTo>
                  <a:pt x="15254" y="176"/>
                  <a:pt x="14773" y="1"/>
                  <a:pt x="14299" y="1"/>
                </a:cubicBezTo>
                <a:close/>
                <a:moveTo>
                  <a:pt x="2594" y="19"/>
                </a:moveTo>
                <a:cubicBezTo>
                  <a:pt x="2587" y="19"/>
                  <a:pt x="2580" y="19"/>
                  <a:pt x="2573" y="19"/>
                </a:cubicBezTo>
                <a:cubicBezTo>
                  <a:pt x="846" y="31"/>
                  <a:pt x="1" y="2115"/>
                  <a:pt x="1227" y="3329"/>
                </a:cubicBezTo>
                <a:cubicBezTo>
                  <a:pt x="1621" y="3719"/>
                  <a:pt x="2102" y="3893"/>
                  <a:pt x="2574" y="3893"/>
                </a:cubicBezTo>
                <a:cubicBezTo>
                  <a:pt x="3575" y="3893"/>
                  <a:pt x="4533" y="3113"/>
                  <a:pt x="4525" y="1948"/>
                </a:cubicBezTo>
                <a:cubicBezTo>
                  <a:pt x="4525" y="884"/>
                  <a:pt x="3656" y="19"/>
                  <a:pt x="2594" y="19"/>
                </a:cubicBezTo>
                <a:close/>
                <a:moveTo>
                  <a:pt x="2592" y="8040"/>
                </a:moveTo>
                <a:cubicBezTo>
                  <a:pt x="3202" y="8040"/>
                  <a:pt x="3787" y="8517"/>
                  <a:pt x="3787" y="9235"/>
                </a:cubicBezTo>
                <a:cubicBezTo>
                  <a:pt x="3775" y="9890"/>
                  <a:pt x="3239" y="10426"/>
                  <a:pt x="2573" y="10426"/>
                </a:cubicBezTo>
                <a:cubicBezTo>
                  <a:pt x="1513" y="10402"/>
                  <a:pt x="1001" y="9128"/>
                  <a:pt x="1763" y="8390"/>
                </a:cubicBezTo>
                <a:cubicBezTo>
                  <a:pt x="2005" y="8148"/>
                  <a:pt x="2301" y="8040"/>
                  <a:pt x="2592" y="8040"/>
                </a:cubicBezTo>
                <a:close/>
                <a:moveTo>
                  <a:pt x="14319" y="8040"/>
                </a:moveTo>
                <a:cubicBezTo>
                  <a:pt x="14930" y="8040"/>
                  <a:pt x="15515" y="8517"/>
                  <a:pt x="15515" y="9235"/>
                </a:cubicBezTo>
                <a:cubicBezTo>
                  <a:pt x="15503" y="9890"/>
                  <a:pt x="14967" y="10426"/>
                  <a:pt x="14300" y="10426"/>
                </a:cubicBezTo>
                <a:cubicBezTo>
                  <a:pt x="13253" y="10402"/>
                  <a:pt x="12741" y="9128"/>
                  <a:pt x="13491" y="8390"/>
                </a:cubicBezTo>
                <a:cubicBezTo>
                  <a:pt x="13733" y="8148"/>
                  <a:pt x="14029" y="8040"/>
                  <a:pt x="14319" y="8040"/>
                </a:cubicBezTo>
                <a:close/>
                <a:moveTo>
                  <a:pt x="2573" y="7294"/>
                </a:moveTo>
                <a:cubicBezTo>
                  <a:pt x="858" y="7318"/>
                  <a:pt x="25" y="9390"/>
                  <a:pt x="1239" y="10592"/>
                </a:cubicBezTo>
                <a:cubicBezTo>
                  <a:pt x="1631" y="10980"/>
                  <a:pt x="2111" y="11154"/>
                  <a:pt x="2581" y="11154"/>
                </a:cubicBezTo>
                <a:cubicBezTo>
                  <a:pt x="3569" y="11154"/>
                  <a:pt x="4517" y="10388"/>
                  <a:pt x="4525" y="9235"/>
                </a:cubicBezTo>
                <a:cubicBezTo>
                  <a:pt x="4525" y="8163"/>
                  <a:pt x="3644" y="7294"/>
                  <a:pt x="2573" y="7294"/>
                </a:cubicBezTo>
                <a:close/>
                <a:moveTo>
                  <a:pt x="14300" y="7294"/>
                </a:moveTo>
                <a:cubicBezTo>
                  <a:pt x="12598" y="7318"/>
                  <a:pt x="11764" y="9390"/>
                  <a:pt x="12979" y="10592"/>
                </a:cubicBezTo>
                <a:cubicBezTo>
                  <a:pt x="13370" y="10980"/>
                  <a:pt x="13850" y="11154"/>
                  <a:pt x="14320" y="11154"/>
                </a:cubicBezTo>
                <a:cubicBezTo>
                  <a:pt x="15308" y="11154"/>
                  <a:pt x="16253" y="10388"/>
                  <a:pt x="16253" y="9235"/>
                </a:cubicBezTo>
                <a:cubicBezTo>
                  <a:pt x="16253" y="8163"/>
                  <a:pt x="15384" y="7294"/>
                  <a:pt x="14300" y="7294"/>
                </a:cubicBezTo>
                <a:close/>
                <a:moveTo>
                  <a:pt x="2585" y="15322"/>
                </a:moveTo>
                <a:cubicBezTo>
                  <a:pt x="3198" y="15322"/>
                  <a:pt x="3787" y="15801"/>
                  <a:pt x="3787" y="16522"/>
                </a:cubicBezTo>
                <a:cubicBezTo>
                  <a:pt x="3775" y="17176"/>
                  <a:pt x="3227" y="17700"/>
                  <a:pt x="2573" y="17700"/>
                </a:cubicBezTo>
                <a:lnTo>
                  <a:pt x="2573" y="17712"/>
                </a:lnTo>
                <a:cubicBezTo>
                  <a:pt x="1513" y="17688"/>
                  <a:pt x="1001" y="16402"/>
                  <a:pt x="1763" y="15664"/>
                </a:cubicBezTo>
                <a:cubicBezTo>
                  <a:pt x="2003" y="15428"/>
                  <a:pt x="2296" y="15322"/>
                  <a:pt x="2585" y="15322"/>
                </a:cubicBezTo>
                <a:close/>
                <a:moveTo>
                  <a:pt x="14312" y="15322"/>
                </a:moveTo>
                <a:cubicBezTo>
                  <a:pt x="14925" y="15322"/>
                  <a:pt x="15515" y="15801"/>
                  <a:pt x="15515" y="16522"/>
                </a:cubicBezTo>
                <a:cubicBezTo>
                  <a:pt x="15503" y="17176"/>
                  <a:pt x="14967" y="17700"/>
                  <a:pt x="14300" y="17700"/>
                </a:cubicBezTo>
                <a:lnTo>
                  <a:pt x="14300" y="17712"/>
                </a:lnTo>
                <a:cubicBezTo>
                  <a:pt x="13253" y="17688"/>
                  <a:pt x="12741" y="16402"/>
                  <a:pt x="13491" y="15664"/>
                </a:cubicBezTo>
                <a:cubicBezTo>
                  <a:pt x="13731" y="15428"/>
                  <a:pt x="14024" y="15322"/>
                  <a:pt x="14312" y="15322"/>
                </a:cubicBezTo>
                <a:close/>
                <a:moveTo>
                  <a:pt x="14322" y="14581"/>
                </a:moveTo>
                <a:cubicBezTo>
                  <a:pt x="14315" y="14581"/>
                  <a:pt x="14308" y="14581"/>
                  <a:pt x="14300" y="14581"/>
                </a:cubicBezTo>
                <a:cubicBezTo>
                  <a:pt x="12586" y="14593"/>
                  <a:pt x="11729" y="16676"/>
                  <a:pt x="12955" y="17891"/>
                </a:cubicBezTo>
                <a:cubicBezTo>
                  <a:pt x="13348" y="18280"/>
                  <a:pt x="13830" y="18454"/>
                  <a:pt x="14302" y="18454"/>
                </a:cubicBezTo>
                <a:cubicBezTo>
                  <a:pt x="15302" y="18454"/>
                  <a:pt x="16261" y="17674"/>
                  <a:pt x="16253" y="16510"/>
                </a:cubicBezTo>
                <a:cubicBezTo>
                  <a:pt x="16241" y="15445"/>
                  <a:pt x="15384" y="14581"/>
                  <a:pt x="14322" y="14581"/>
                </a:cubicBezTo>
                <a:close/>
                <a:moveTo>
                  <a:pt x="2594" y="14581"/>
                </a:moveTo>
                <a:cubicBezTo>
                  <a:pt x="2587" y="14581"/>
                  <a:pt x="2580" y="14581"/>
                  <a:pt x="2573" y="14581"/>
                </a:cubicBezTo>
                <a:cubicBezTo>
                  <a:pt x="858" y="14593"/>
                  <a:pt x="13" y="16676"/>
                  <a:pt x="1227" y="17891"/>
                </a:cubicBezTo>
                <a:cubicBezTo>
                  <a:pt x="1622" y="18282"/>
                  <a:pt x="2106" y="18457"/>
                  <a:pt x="2579" y="18457"/>
                </a:cubicBezTo>
                <a:cubicBezTo>
                  <a:pt x="3574" y="18457"/>
                  <a:pt x="4525" y="17683"/>
                  <a:pt x="4525" y="16522"/>
                </a:cubicBezTo>
                <a:cubicBezTo>
                  <a:pt x="4525" y="15445"/>
                  <a:pt x="3656" y="14581"/>
                  <a:pt x="2594" y="1458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342" tIns="91342" rIns="91342" bIns="91342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66"/>
          <p:cNvSpPr/>
          <p:nvPr/>
        </p:nvSpPr>
        <p:spPr>
          <a:xfrm flipH="1">
            <a:off x="11323705" y="4304927"/>
            <a:ext cx="797098" cy="2553090"/>
          </a:xfrm>
          <a:custGeom>
            <a:avLst/>
            <a:gdLst/>
            <a:ahLst/>
            <a:cxnLst/>
            <a:rect l="l" t="t" r="r" b="b"/>
            <a:pathLst>
              <a:path w="26206" h="83928" extrusionOk="0">
                <a:moveTo>
                  <a:pt x="14776" y="1144"/>
                </a:moveTo>
                <a:cubicBezTo>
                  <a:pt x="15038" y="1144"/>
                  <a:pt x="15145" y="1180"/>
                  <a:pt x="15145" y="1489"/>
                </a:cubicBezTo>
                <a:cubicBezTo>
                  <a:pt x="15133" y="8943"/>
                  <a:pt x="15145" y="16408"/>
                  <a:pt x="15133" y="23861"/>
                </a:cubicBezTo>
                <a:cubicBezTo>
                  <a:pt x="14879" y="23861"/>
                  <a:pt x="13260" y="23866"/>
                  <a:pt x="12152" y="23866"/>
                </a:cubicBezTo>
                <a:cubicBezTo>
                  <a:pt x="11598" y="23866"/>
                  <a:pt x="11172" y="23865"/>
                  <a:pt x="11109" y="23861"/>
                </a:cubicBezTo>
                <a:lnTo>
                  <a:pt x="11109" y="23230"/>
                </a:lnTo>
                <a:lnTo>
                  <a:pt x="11109" y="3847"/>
                </a:lnTo>
                <a:cubicBezTo>
                  <a:pt x="11109" y="3370"/>
                  <a:pt x="11097" y="1775"/>
                  <a:pt x="11097" y="1561"/>
                </a:cubicBezTo>
                <a:cubicBezTo>
                  <a:pt x="11097" y="1180"/>
                  <a:pt x="11252" y="1144"/>
                  <a:pt x="11573" y="1144"/>
                </a:cubicBezTo>
                <a:cubicBezTo>
                  <a:pt x="12103" y="1150"/>
                  <a:pt x="12636" y="1153"/>
                  <a:pt x="13170" y="1153"/>
                </a:cubicBezTo>
                <a:cubicBezTo>
                  <a:pt x="13704" y="1153"/>
                  <a:pt x="14240" y="1150"/>
                  <a:pt x="14776" y="1144"/>
                </a:cubicBezTo>
                <a:close/>
                <a:moveTo>
                  <a:pt x="20467" y="67307"/>
                </a:moveTo>
                <a:lnTo>
                  <a:pt x="20467" y="67307"/>
                </a:lnTo>
                <a:cubicBezTo>
                  <a:pt x="20455" y="67807"/>
                  <a:pt x="20467" y="68271"/>
                  <a:pt x="20467" y="68712"/>
                </a:cubicBezTo>
                <a:cubicBezTo>
                  <a:pt x="20467" y="68839"/>
                  <a:pt x="20383" y="68860"/>
                  <a:pt x="20291" y="68860"/>
                </a:cubicBezTo>
                <a:cubicBezTo>
                  <a:pt x="20245" y="68860"/>
                  <a:pt x="20197" y="68855"/>
                  <a:pt x="20158" y="68855"/>
                </a:cubicBezTo>
                <a:lnTo>
                  <a:pt x="18336" y="68855"/>
                </a:lnTo>
                <a:cubicBezTo>
                  <a:pt x="19027" y="68366"/>
                  <a:pt x="19800" y="67878"/>
                  <a:pt x="20467" y="67307"/>
                </a:cubicBezTo>
                <a:close/>
                <a:moveTo>
                  <a:pt x="5787" y="67295"/>
                </a:moveTo>
                <a:cubicBezTo>
                  <a:pt x="6537" y="67914"/>
                  <a:pt x="7204" y="68366"/>
                  <a:pt x="7930" y="68855"/>
                </a:cubicBezTo>
                <a:cubicBezTo>
                  <a:pt x="7602" y="68861"/>
                  <a:pt x="7275" y="68864"/>
                  <a:pt x="6946" y="68864"/>
                </a:cubicBezTo>
                <a:cubicBezTo>
                  <a:pt x="6617" y="68864"/>
                  <a:pt x="6287" y="68861"/>
                  <a:pt x="5953" y="68855"/>
                </a:cubicBezTo>
                <a:cubicBezTo>
                  <a:pt x="5751" y="68855"/>
                  <a:pt x="5787" y="68700"/>
                  <a:pt x="5787" y="68557"/>
                </a:cubicBezTo>
                <a:lnTo>
                  <a:pt x="5787" y="67295"/>
                </a:lnTo>
                <a:close/>
                <a:moveTo>
                  <a:pt x="11073" y="1"/>
                </a:moveTo>
                <a:cubicBezTo>
                  <a:pt x="10013" y="1"/>
                  <a:pt x="9966" y="49"/>
                  <a:pt x="9966" y="1096"/>
                </a:cubicBezTo>
                <a:lnTo>
                  <a:pt x="9966" y="47459"/>
                </a:lnTo>
                <a:cubicBezTo>
                  <a:pt x="9966" y="47852"/>
                  <a:pt x="9930" y="48090"/>
                  <a:pt x="9478" y="48245"/>
                </a:cubicBezTo>
                <a:cubicBezTo>
                  <a:pt x="2917" y="50519"/>
                  <a:pt x="0" y="58008"/>
                  <a:pt x="3275" y="64152"/>
                </a:cubicBezTo>
                <a:cubicBezTo>
                  <a:pt x="3346" y="64283"/>
                  <a:pt x="3536" y="64604"/>
                  <a:pt x="3536" y="64604"/>
                </a:cubicBezTo>
                <a:cubicBezTo>
                  <a:pt x="3322" y="64604"/>
                  <a:pt x="3050" y="64588"/>
                  <a:pt x="2797" y="64588"/>
                </a:cubicBezTo>
                <a:cubicBezTo>
                  <a:pt x="2670" y="64588"/>
                  <a:pt x="2548" y="64592"/>
                  <a:pt x="2441" y="64604"/>
                </a:cubicBezTo>
                <a:cubicBezTo>
                  <a:pt x="1965" y="64616"/>
                  <a:pt x="1572" y="65009"/>
                  <a:pt x="1560" y="65497"/>
                </a:cubicBezTo>
                <a:cubicBezTo>
                  <a:pt x="1512" y="65973"/>
                  <a:pt x="1858" y="66414"/>
                  <a:pt x="2334" y="66473"/>
                </a:cubicBezTo>
                <a:cubicBezTo>
                  <a:pt x="2501" y="66497"/>
                  <a:pt x="2673" y="66500"/>
                  <a:pt x="2846" y="66500"/>
                </a:cubicBezTo>
                <a:cubicBezTo>
                  <a:pt x="2903" y="66500"/>
                  <a:pt x="2961" y="66500"/>
                  <a:pt x="3018" y="66500"/>
                </a:cubicBezTo>
                <a:cubicBezTo>
                  <a:pt x="3133" y="66500"/>
                  <a:pt x="3247" y="66501"/>
                  <a:pt x="3358" y="66509"/>
                </a:cubicBezTo>
                <a:cubicBezTo>
                  <a:pt x="3929" y="66545"/>
                  <a:pt x="3917" y="66628"/>
                  <a:pt x="3917" y="67081"/>
                </a:cubicBezTo>
                <a:cubicBezTo>
                  <a:pt x="3846" y="70236"/>
                  <a:pt x="3739" y="73391"/>
                  <a:pt x="3310" y="76534"/>
                </a:cubicBezTo>
                <a:cubicBezTo>
                  <a:pt x="2965" y="79058"/>
                  <a:pt x="2465" y="81547"/>
                  <a:pt x="1501" y="83928"/>
                </a:cubicBezTo>
                <a:lnTo>
                  <a:pt x="3560" y="83928"/>
                </a:lnTo>
                <a:cubicBezTo>
                  <a:pt x="3917" y="83714"/>
                  <a:pt x="3953" y="83333"/>
                  <a:pt x="4060" y="82987"/>
                </a:cubicBezTo>
                <a:cubicBezTo>
                  <a:pt x="5251" y="79142"/>
                  <a:pt x="5644" y="75189"/>
                  <a:pt x="5894" y="71200"/>
                </a:cubicBezTo>
                <a:cubicBezTo>
                  <a:pt x="5962" y="70198"/>
                  <a:pt x="5878" y="70176"/>
                  <a:pt x="6829" y="70176"/>
                </a:cubicBezTo>
                <a:cubicBezTo>
                  <a:pt x="6872" y="70176"/>
                  <a:pt x="6918" y="70176"/>
                  <a:pt x="6965" y="70176"/>
                </a:cubicBezTo>
                <a:lnTo>
                  <a:pt x="7251" y="70176"/>
                </a:lnTo>
                <a:cubicBezTo>
                  <a:pt x="8889" y="70186"/>
                  <a:pt x="10526" y="70203"/>
                  <a:pt x="12164" y="70203"/>
                </a:cubicBezTo>
                <a:cubicBezTo>
                  <a:pt x="12550" y="70203"/>
                  <a:pt x="12937" y="70202"/>
                  <a:pt x="13323" y="70200"/>
                </a:cubicBezTo>
                <a:cubicBezTo>
                  <a:pt x="15478" y="70188"/>
                  <a:pt x="17645" y="70200"/>
                  <a:pt x="19800" y="70176"/>
                </a:cubicBezTo>
                <a:cubicBezTo>
                  <a:pt x="20181" y="70176"/>
                  <a:pt x="20336" y="70331"/>
                  <a:pt x="20360" y="70724"/>
                </a:cubicBezTo>
                <a:cubicBezTo>
                  <a:pt x="20443" y="72212"/>
                  <a:pt x="20539" y="73700"/>
                  <a:pt x="20705" y="75189"/>
                </a:cubicBezTo>
                <a:cubicBezTo>
                  <a:pt x="21003" y="77891"/>
                  <a:pt x="21443" y="80582"/>
                  <a:pt x="22301" y="83178"/>
                </a:cubicBezTo>
                <a:cubicBezTo>
                  <a:pt x="22384" y="83452"/>
                  <a:pt x="22467" y="83737"/>
                  <a:pt x="22706" y="83928"/>
                </a:cubicBezTo>
                <a:lnTo>
                  <a:pt x="24777" y="83928"/>
                </a:lnTo>
                <a:cubicBezTo>
                  <a:pt x="24658" y="83630"/>
                  <a:pt x="24539" y="83321"/>
                  <a:pt x="24432" y="83011"/>
                </a:cubicBezTo>
                <a:cubicBezTo>
                  <a:pt x="22694" y="77760"/>
                  <a:pt x="22432" y="72319"/>
                  <a:pt x="22360" y="66854"/>
                </a:cubicBezTo>
                <a:cubicBezTo>
                  <a:pt x="22360" y="66533"/>
                  <a:pt x="22491" y="66497"/>
                  <a:pt x="22741" y="66497"/>
                </a:cubicBezTo>
                <a:cubicBezTo>
                  <a:pt x="23057" y="66504"/>
                  <a:pt x="23378" y="66511"/>
                  <a:pt x="23697" y="66511"/>
                </a:cubicBezTo>
                <a:cubicBezTo>
                  <a:pt x="23931" y="66511"/>
                  <a:pt x="24165" y="66507"/>
                  <a:pt x="24396" y="66497"/>
                </a:cubicBezTo>
                <a:cubicBezTo>
                  <a:pt x="25015" y="66473"/>
                  <a:pt x="25420" y="66080"/>
                  <a:pt x="25420" y="65557"/>
                </a:cubicBezTo>
                <a:cubicBezTo>
                  <a:pt x="25420" y="65021"/>
                  <a:pt x="24992" y="64604"/>
                  <a:pt x="24361" y="64592"/>
                </a:cubicBezTo>
                <a:cubicBezTo>
                  <a:pt x="24190" y="64588"/>
                  <a:pt x="24021" y="64587"/>
                  <a:pt x="23849" y="64587"/>
                </a:cubicBezTo>
                <a:cubicBezTo>
                  <a:pt x="23505" y="64587"/>
                  <a:pt x="23150" y="64592"/>
                  <a:pt x="22753" y="64592"/>
                </a:cubicBezTo>
                <a:cubicBezTo>
                  <a:pt x="22872" y="64390"/>
                  <a:pt x="22944" y="64259"/>
                  <a:pt x="23015" y="64128"/>
                </a:cubicBezTo>
                <a:cubicBezTo>
                  <a:pt x="26206" y="58091"/>
                  <a:pt x="23408" y="50674"/>
                  <a:pt x="17014" y="48328"/>
                </a:cubicBezTo>
                <a:cubicBezTo>
                  <a:pt x="16419" y="48114"/>
                  <a:pt x="16276" y="47852"/>
                  <a:pt x="16276" y="47245"/>
                </a:cubicBezTo>
                <a:cubicBezTo>
                  <a:pt x="16300" y="31814"/>
                  <a:pt x="16300" y="16372"/>
                  <a:pt x="16288" y="942"/>
                </a:cubicBezTo>
                <a:cubicBezTo>
                  <a:pt x="16288" y="108"/>
                  <a:pt x="16193" y="1"/>
                  <a:pt x="1537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66"/>
          <p:cNvSpPr/>
          <p:nvPr/>
        </p:nvSpPr>
        <p:spPr>
          <a:xfrm flipH="1">
            <a:off x="11569228" y="6720093"/>
            <a:ext cx="304592" cy="137590"/>
          </a:xfrm>
          <a:custGeom>
            <a:avLst/>
            <a:gdLst/>
            <a:ahLst/>
            <a:cxnLst/>
            <a:rect l="l" t="t" r="r" b="b"/>
            <a:pathLst>
              <a:path w="10014" h="4523" extrusionOk="0">
                <a:moveTo>
                  <a:pt x="4898" y="1"/>
                </a:moveTo>
                <a:cubicBezTo>
                  <a:pt x="4239" y="1"/>
                  <a:pt x="3578" y="4"/>
                  <a:pt x="2917" y="10"/>
                </a:cubicBezTo>
                <a:cubicBezTo>
                  <a:pt x="2465" y="21"/>
                  <a:pt x="2227" y="295"/>
                  <a:pt x="2191" y="736"/>
                </a:cubicBezTo>
                <a:cubicBezTo>
                  <a:pt x="2167" y="1057"/>
                  <a:pt x="2358" y="1462"/>
                  <a:pt x="2120" y="1676"/>
                </a:cubicBezTo>
                <a:cubicBezTo>
                  <a:pt x="2018" y="1759"/>
                  <a:pt x="1888" y="1782"/>
                  <a:pt x="1747" y="1782"/>
                </a:cubicBezTo>
                <a:cubicBezTo>
                  <a:pt x="1569" y="1782"/>
                  <a:pt x="1374" y="1745"/>
                  <a:pt x="1196" y="1745"/>
                </a:cubicBezTo>
                <a:cubicBezTo>
                  <a:pt x="1170" y="1745"/>
                  <a:pt x="1145" y="1746"/>
                  <a:pt x="1120" y="1748"/>
                </a:cubicBezTo>
                <a:lnTo>
                  <a:pt x="834" y="1748"/>
                </a:lnTo>
                <a:cubicBezTo>
                  <a:pt x="286" y="1772"/>
                  <a:pt x="36" y="2010"/>
                  <a:pt x="24" y="2557"/>
                </a:cubicBezTo>
                <a:cubicBezTo>
                  <a:pt x="0" y="3212"/>
                  <a:pt x="24" y="3867"/>
                  <a:pt x="24" y="4522"/>
                </a:cubicBezTo>
                <a:lnTo>
                  <a:pt x="10002" y="4522"/>
                </a:lnTo>
                <a:cubicBezTo>
                  <a:pt x="10002" y="4093"/>
                  <a:pt x="10014" y="3677"/>
                  <a:pt x="10014" y="3248"/>
                </a:cubicBezTo>
                <a:cubicBezTo>
                  <a:pt x="10014" y="1760"/>
                  <a:pt x="10002" y="1748"/>
                  <a:pt x="8513" y="1748"/>
                </a:cubicBezTo>
                <a:cubicBezTo>
                  <a:pt x="7656" y="1748"/>
                  <a:pt x="7644" y="1748"/>
                  <a:pt x="7632" y="879"/>
                </a:cubicBezTo>
                <a:cubicBezTo>
                  <a:pt x="7620" y="367"/>
                  <a:pt x="7430" y="10"/>
                  <a:pt x="6870" y="10"/>
                </a:cubicBezTo>
                <a:cubicBezTo>
                  <a:pt x="6215" y="4"/>
                  <a:pt x="5558" y="1"/>
                  <a:pt x="48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3" name="Google Shape;2013;p66"/>
          <p:cNvSpPr/>
          <p:nvPr/>
        </p:nvSpPr>
        <p:spPr>
          <a:xfrm flipH="1">
            <a:off x="11624647" y="4158972"/>
            <a:ext cx="193024" cy="126456"/>
          </a:xfrm>
          <a:custGeom>
            <a:avLst/>
            <a:gdLst/>
            <a:ahLst/>
            <a:cxnLst/>
            <a:rect l="l" t="t" r="r" b="b"/>
            <a:pathLst>
              <a:path w="6346" h="4157" extrusionOk="0">
                <a:moveTo>
                  <a:pt x="1036" y="1"/>
                </a:moveTo>
                <a:cubicBezTo>
                  <a:pt x="357" y="1"/>
                  <a:pt x="36" y="322"/>
                  <a:pt x="24" y="1025"/>
                </a:cubicBezTo>
                <a:cubicBezTo>
                  <a:pt x="12" y="1906"/>
                  <a:pt x="36" y="2787"/>
                  <a:pt x="12" y="3668"/>
                </a:cubicBezTo>
                <a:cubicBezTo>
                  <a:pt x="0" y="4022"/>
                  <a:pt x="87" y="4157"/>
                  <a:pt x="431" y="4157"/>
                </a:cubicBezTo>
                <a:cubicBezTo>
                  <a:pt x="445" y="4157"/>
                  <a:pt x="460" y="4156"/>
                  <a:pt x="476" y="4156"/>
                </a:cubicBezTo>
                <a:cubicBezTo>
                  <a:pt x="864" y="4141"/>
                  <a:pt x="1252" y="4136"/>
                  <a:pt x="1639" y="4136"/>
                </a:cubicBezTo>
                <a:cubicBezTo>
                  <a:pt x="2154" y="4136"/>
                  <a:pt x="2669" y="4144"/>
                  <a:pt x="3179" y="4144"/>
                </a:cubicBezTo>
                <a:cubicBezTo>
                  <a:pt x="3798" y="4144"/>
                  <a:pt x="4422" y="4139"/>
                  <a:pt x="5045" y="4139"/>
                </a:cubicBezTo>
                <a:cubicBezTo>
                  <a:pt x="5356" y="4139"/>
                  <a:pt x="5667" y="4140"/>
                  <a:pt x="5977" y="4144"/>
                </a:cubicBezTo>
                <a:cubicBezTo>
                  <a:pt x="5993" y="4145"/>
                  <a:pt x="6009" y="4145"/>
                  <a:pt x="6025" y="4145"/>
                </a:cubicBezTo>
                <a:cubicBezTo>
                  <a:pt x="6260" y="4145"/>
                  <a:pt x="6334" y="4056"/>
                  <a:pt x="6334" y="3799"/>
                </a:cubicBezTo>
                <a:cubicBezTo>
                  <a:pt x="6334" y="2858"/>
                  <a:pt x="6346" y="1918"/>
                  <a:pt x="6334" y="977"/>
                </a:cubicBezTo>
                <a:cubicBezTo>
                  <a:pt x="6322" y="298"/>
                  <a:pt x="6001" y="1"/>
                  <a:pt x="5334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4" name="Google Shape;2014;p66"/>
          <p:cNvSpPr/>
          <p:nvPr/>
        </p:nvSpPr>
        <p:spPr>
          <a:xfrm flipH="1">
            <a:off x="11355186" y="5024969"/>
            <a:ext cx="732311" cy="1244878"/>
          </a:xfrm>
          <a:custGeom>
            <a:avLst/>
            <a:gdLst/>
            <a:ahLst/>
            <a:cxnLst/>
            <a:rect l="l" t="t" r="r" b="b"/>
            <a:pathLst>
              <a:path w="24076" h="40923" extrusionOk="0">
                <a:moveTo>
                  <a:pt x="10026" y="1"/>
                </a:moveTo>
                <a:lnTo>
                  <a:pt x="10026" y="24158"/>
                </a:lnTo>
                <a:cubicBezTo>
                  <a:pt x="10026" y="25015"/>
                  <a:pt x="10014" y="25039"/>
                  <a:pt x="9192" y="25277"/>
                </a:cubicBezTo>
                <a:cubicBezTo>
                  <a:pt x="2858" y="27171"/>
                  <a:pt x="1" y="34731"/>
                  <a:pt x="3477" y="40422"/>
                </a:cubicBezTo>
                <a:cubicBezTo>
                  <a:pt x="3692" y="40779"/>
                  <a:pt x="3918" y="40922"/>
                  <a:pt x="4335" y="40922"/>
                </a:cubicBezTo>
                <a:cubicBezTo>
                  <a:pt x="6906" y="40916"/>
                  <a:pt x="9475" y="40913"/>
                  <a:pt x="12044" y="40913"/>
                </a:cubicBezTo>
                <a:cubicBezTo>
                  <a:pt x="14613" y="40913"/>
                  <a:pt x="17181" y="40916"/>
                  <a:pt x="19753" y="40922"/>
                </a:cubicBezTo>
                <a:cubicBezTo>
                  <a:pt x="20170" y="40922"/>
                  <a:pt x="20396" y="40779"/>
                  <a:pt x="20610" y="40422"/>
                </a:cubicBezTo>
                <a:cubicBezTo>
                  <a:pt x="24075" y="34731"/>
                  <a:pt x="21218" y="27171"/>
                  <a:pt x="14884" y="25277"/>
                </a:cubicBezTo>
                <a:cubicBezTo>
                  <a:pt x="14074" y="25039"/>
                  <a:pt x="14050" y="25004"/>
                  <a:pt x="14050" y="24158"/>
                </a:cubicBezTo>
                <a:lnTo>
                  <a:pt x="1405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5" name="Google Shape;2015;p66"/>
          <p:cNvSpPr/>
          <p:nvPr/>
        </p:nvSpPr>
        <p:spPr>
          <a:xfrm flipH="1">
            <a:off x="11528318" y="6328831"/>
            <a:ext cx="387508" cy="70574"/>
          </a:xfrm>
          <a:custGeom>
            <a:avLst/>
            <a:gdLst/>
            <a:ahLst/>
            <a:cxnLst/>
            <a:rect l="l" t="t" r="r" b="b"/>
            <a:pathLst>
              <a:path w="12740" h="2320" extrusionOk="0">
                <a:moveTo>
                  <a:pt x="0" y="1"/>
                </a:moveTo>
                <a:cubicBezTo>
                  <a:pt x="1801" y="1581"/>
                  <a:pt x="4124" y="2320"/>
                  <a:pt x="6399" y="2320"/>
                </a:cubicBezTo>
                <a:cubicBezTo>
                  <a:pt x="8785" y="2320"/>
                  <a:pt x="11118" y="1507"/>
                  <a:pt x="1274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6" name="Google Shape;2016;p66"/>
          <p:cNvSpPr/>
          <p:nvPr/>
        </p:nvSpPr>
        <p:spPr>
          <a:xfrm flipH="1">
            <a:off x="11683655" y="6571521"/>
            <a:ext cx="81882" cy="140327"/>
          </a:xfrm>
          <a:custGeom>
            <a:avLst/>
            <a:gdLst/>
            <a:ahLst/>
            <a:cxnLst/>
            <a:rect l="l" t="t" r="r" b="b"/>
            <a:pathLst>
              <a:path w="2692" h="4613" extrusionOk="0">
                <a:moveTo>
                  <a:pt x="1346" y="0"/>
                </a:moveTo>
                <a:cubicBezTo>
                  <a:pt x="905" y="1131"/>
                  <a:pt x="489" y="2107"/>
                  <a:pt x="167" y="3108"/>
                </a:cubicBezTo>
                <a:cubicBezTo>
                  <a:pt x="0" y="3608"/>
                  <a:pt x="215" y="4143"/>
                  <a:pt x="667" y="4405"/>
                </a:cubicBezTo>
                <a:cubicBezTo>
                  <a:pt x="869" y="4544"/>
                  <a:pt x="1105" y="4612"/>
                  <a:pt x="1341" y="4612"/>
                </a:cubicBezTo>
                <a:cubicBezTo>
                  <a:pt x="1593" y="4612"/>
                  <a:pt x="1845" y="4535"/>
                  <a:pt x="2060" y="4382"/>
                </a:cubicBezTo>
                <a:cubicBezTo>
                  <a:pt x="2501" y="4108"/>
                  <a:pt x="2691" y="3560"/>
                  <a:pt x="2513" y="3072"/>
                </a:cubicBezTo>
                <a:cubicBezTo>
                  <a:pt x="2179" y="2084"/>
                  <a:pt x="1774" y="1119"/>
                  <a:pt x="13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7" name="Google Shape;2017;p66"/>
          <p:cNvSpPr/>
          <p:nvPr/>
        </p:nvSpPr>
        <p:spPr>
          <a:xfrm flipH="1">
            <a:off x="11831054" y="6076771"/>
            <a:ext cx="70293" cy="70270"/>
          </a:xfrm>
          <a:custGeom>
            <a:avLst/>
            <a:gdLst/>
            <a:ahLst/>
            <a:cxnLst/>
            <a:rect l="l" t="t" r="r" b="b"/>
            <a:pathLst>
              <a:path w="2311" h="2310" extrusionOk="0">
                <a:moveTo>
                  <a:pt x="1227" y="0"/>
                </a:moveTo>
                <a:cubicBezTo>
                  <a:pt x="608" y="0"/>
                  <a:pt x="24" y="548"/>
                  <a:pt x="12" y="1143"/>
                </a:cubicBezTo>
                <a:cubicBezTo>
                  <a:pt x="1" y="1858"/>
                  <a:pt x="441" y="2310"/>
                  <a:pt x="1191" y="2310"/>
                </a:cubicBezTo>
                <a:cubicBezTo>
                  <a:pt x="1977" y="2310"/>
                  <a:pt x="2298" y="1989"/>
                  <a:pt x="2298" y="1203"/>
                </a:cubicBezTo>
                <a:cubicBezTo>
                  <a:pt x="2310" y="488"/>
                  <a:pt x="1882" y="12"/>
                  <a:pt x="122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8" name="Google Shape;2018;p66"/>
          <p:cNvSpPr/>
          <p:nvPr/>
        </p:nvSpPr>
        <p:spPr>
          <a:xfrm flipH="1">
            <a:off x="11803527" y="6209676"/>
            <a:ext cx="53594" cy="52992"/>
          </a:xfrm>
          <a:custGeom>
            <a:avLst/>
            <a:gdLst/>
            <a:ahLst/>
            <a:cxnLst/>
            <a:rect l="l" t="t" r="r" b="b"/>
            <a:pathLst>
              <a:path w="1762" h="1742" extrusionOk="0">
                <a:moveTo>
                  <a:pt x="975" y="1"/>
                </a:moveTo>
                <a:cubicBezTo>
                  <a:pt x="416" y="1"/>
                  <a:pt x="47" y="334"/>
                  <a:pt x="35" y="846"/>
                </a:cubicBezTo>
                <a:cubicBezTo>
                  <a:pt x="0" y="1327"/>
                  <a:pt x="395" y="1741"/>
                  <a:pt x="869" y="1741"/>
                </a:cubicBezTo>
                <a:cubicBezTo>
                  <a:pt x="889" y="1741"/>
                  <a:pt x="908" y="1740"/>
                  <a:pt x="928" y="1739"/>
                </a:cubicBezTo>
                <a:cubicBezTo>
                  <a:pt x="1511" y="1727"/>
                  <a:pt x="1761" y="1453"/>
                  <a:pt x="1761" y="822"/>
                </a:cubicBezTo>
                <a:cubicBezTo>
                  <a:pt x="1761" y="251"/>
                  <a:pt x="1523" y="13"/>
                  <a:pt x="97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9" name="Google Shape;2019;p66"/>
          <p:cNvSpPr/>
          <p:nvPr/>
        </p:nvSpPr>
        <p:spPr>
          <a:xfrm flipH="1">
            <a:off x="11723136" y="6140135"/>
            <a:ext cx="57274" cy="48946"/>
          </a:xfrm>
          <a:custGeom>
            <a:avLst/>
            <a:gdLst/>
            <a:ahLst/>
            <a:cxnLst/>
            <a:rect l="l" t="t" r="r" b="b"/>
            <a:pathLst>
              <a:path w="1883" h="1609" extrusionOk="0">
                <a:moveTo>
                  <a:pt x="1062" y="0"/>
                </a:moveTo>
                <a:cubicBezTo>
                  <a:pt x="24" y="0"/>
                  <a:pt x="1" y="1585"/>
                  <a:pt x="1061" y="1608"/>
                </a:cubicBezTo>
                <a:cubicBezTo>
                  <a:pt x="1071" y="1608"/>
                  <a:pt x="1082" y="1608"/>
                  <a:pt x="1092" y="1608"/>
                </a:cubicBezTo>
                <a:cubicBezTo>
                  <a:pt x="1597" y="1608"/>
                  <a:pt x="1882" y="1324"/>
                  <a:pt x="1882" y="822"/>
                </a:cubicBezTo>
                <a:cubicBezTo>
                  <a:pt x="1882" y="287"/>
                  <a:pt x="1620" y="13"/>
                  <a:pt x="1097" y="1"/>
                </a:cubicBezTo>
                <a:cubicBezTo>
                  <a:pt x="1085" y="0"/>
                  <a:pt x="1073" y="0"/>
                  <a:pt x="10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0" name="Google Shape;2020;p66"/>
          <p:cNvSpPr/>
          <p:nvPr/>
        </p:nvSpPr>
        <p:spPr>
          <a:xfrm flipH="1">
            <a:off x="11907826" y="6178890"/>
            <a:ext cx="31664" cy="27226"/>
          </a:xfrm>
          <a:custGeom>
            <a:avLst/>
            <a:gdLst/>
            <a:ahLst/>
            <a:cxnLst/>
            <a:rect l="l" t="t" r="r" b="b"/>
            <a:pathLst>
              <a:path w="1041" h="895" extrusionOk="0">
                <a:moveTo>
                  <a:pt x="588" y="1"/>
                </a:moveTo>
                <a:cubicBezTo>
                  <a:pt x="0" y="24"/>
                  <a:pt x="27" y="894"/>
                  <a:pt x="600" y="894"/>
                </a:cubicBezTo>
                <a:cubicBezTo>
                  <a:pt x="608" y="894"/>
                  <a:pt x="616" y="894"/>
                  <a:pt x="623" y="894"/>
                </a:cubicBezTo>
                <a:cubicBezTo>
                  <a:pt x="885" y="870"/>
                  <a:pt x="1016" y="691"/>
                  <a:pt x="1040" y="417"/>
                </a:cubicBezTo>
                <a:cubicBezTo>
                  <a:pt x="981" y="179"/>
                  <a:pt x="838" y="1"/>
                  <a:pt x="58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1" name="Google Shape;2021;p66"/>
          <p:cNvSpPr/>
          <p:nvPr/>
        </p:nvSpPr>
        <p:spPr>
          <a:xfrm flipH="1">
            <a:off x="11743789" y="6052465"/>
            <a:ext cx="25732" cy="24397"/>
          </a:xfrm>
          <a:custGeom>
            <a:avLst/>
            <a:gdLst/>
            <a:ahLst/>
            <a:cxnLst/>
            <a:rect l="l" t="t" r="r" b="b"/>
            <a:pathLst>
              <a:path w="846" h="802" extrusionOk="0">
                <a:moveTo>
                  <a:pt x="405" y="0"/>
                </a:moveTo>
                <a:cubicBezTo>
                  <a:pt x="222" y="0"/>
                  <a:pt x="59" y="68"/>
                  <a:pt x="48" y="287"/>
                </a:cubicBezTo>
                <a:cubicBezTo>
                  <a:pt x="0" y="549"/>
                  <a:pt x="203" y="799"/>
                  <a:pt x="465" y="799"/>
                </a:cubicBezTo>
                <a:cubicBezTo>
                  <a:pt x="482" y="801"/>
                  <a:pt x="499" y="802"/>
                  <a:pt x="516" y="802"/>
                </a:cubicBezTo>
                <a:cubicBezTo>
                  <a:pt x="709" y="802"/>
                  <a:pt x="812" y="673"/>
                  <a:pt x="834" y="454"/>
                </a:cubicBezTo>
                <a:cubicBezTo>
                  <a:pt x="846" y="192"/>
                  <a:pt x="762" y="13"/>
                  <a:pt x="453" y="1"/>
                </a:cubicBezTo>
                <a:cubicBezTo>
                  <a:pt x="437" y="1"/>
                  <a:pt x="421" y="0"/>
                  <a:pt x="4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2" name="Google Shape;2022;p66"/>
          <p:cNvSpPr/>
          <p:nvPr/>
        </p:nvSpPr>
        <p:spPr>
          <a:xfrm flipH="1">
            <a:off x="11691989" y="4368322"/>
            <a:ext cx="106154" cy="25370"/>
          </a:xfrm>
          <a:custGeom>
            <a:avLst/>
            <a:gdLst/>
            <a:ahLst/>
            <a:cxnLst/>
            <a:rect l="l" t="t" r="r" b="b"/>
            <a:pathLst>
              <a:path w="3490" h="834" extrusionOk="0">
                <a:moveTo>
                  <a:pt x="418" y="1"/>
                </a:moveTo>
                <a:cubicBezTo>
                  <a:pt x="179" y="1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3073" y="834"/>
                </a:lnTo>
                <a:cubicBezTo>
                  <a:pt x="3299" y="834"/>
                  <a:pt x="3489" y="655"/>
                  <a:pt x="3489" y="417"/>
                </a:cubicBezTo>
                <a:cubicBezTo>
                  <a:pt x="3489" y="191"/>
                  <a:pt x="3299" y="1"/>
                  <a:pt x="3073" y="1"/>
                </a:cubicBezTo>
                <a:close/>
              </a:path>
            </a:pathLst>
          </a:custGeom>
          <a:solidFill>
            <a:srgbClr val="0605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3" name="Google Shape;2023;p66"/>
          <p:cNvSpPr/>
          <p:nvPr/>
        </p:nvSpPr>
        <p:spPr>
          <a:xfrm flipH="1">
            <a:off x="11693814" y="4981133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91"/>
                  <a:pt x="1" y="418"/>
                </a:cubicBezTo>
                <a:cubicBezTo>
                  <a:pt x="1" y="656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6"/>
                  <a:pt x="2299" y="418"/>
                </a:cubicBezTo>
                <a:cubicBezTo>
                  <a:pt x="2299" y="191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4" name="Google Shape;2024;p66"/>
          <p:cNvSpPr/>
          <p:nvPr/>
        </p:nvSpPr>
        <p:spPr>
          <a:xfrm flipH="1">
            <a:off x="11693814" y="4874298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5" name="Google Shape;2025;p66"/>
          <p:cNvSpPr/>
          <p:nvPr/>
        </p:nvSpPr>
        <p:spPr>
          <a:xfrm flipH="1">
            <a:off x="11693814" y="4767098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66"/>
          <p:cNvSpPr/>
          <p:nvPr/>
        </p:nvSpPr>
        <p:spPr>
          <a:xfrm flipH="1">
            <a:off x="11693814" y="4659898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3"/>
                  <a:pt x="418" y="833"/>
                </a:cubicBezTo>
                <a:lnTo>
                  <a:pt x="1882" y="833"/>
                </a:lnTo>
                <a:cubicBezTo>
                  <a:pt x="2108" y="833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7" name="Google Shape;2027;p66"/>
          <p:cNvSpPr/>
          <p:nvPr/>
        </p:nvSpPr>
        <p:spPr>
          <a:xfrm flipH="1">
            <a:off x="11693814" y="4553033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8" name="Google Shape;2028;p66"/>
          <p:cNvSpPr/>
          <p:nvPr/>
        </p:nvSpPr>
        <p:spPr>
          <a:xfrm flipH="1">
            <a:off x="11693814" y="4445833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9" name="Google Shape;2029;p66"/>
          <p:cNvSpPr/>
          <p:nvPr/>
        </p:nvSpPr>
        <p:spPr>
          <a:xfrm flipH="1">
            <a:off x="11693814" y="5623300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0" name="Google Shape;2030;p66"/>
          <p:cNvSpPr/>
          <p:nvPr/>
        </p:nvSpPr>
        <p:spPr>
          <a:xfrm flipH="1">
            <a:off x="11693814" y="5516465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79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79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1" name="Google Shape;2031;p66"/>
          <p:cNvSpPr/>
          <p:nvPr/>
        </p:nvSpPr>
        <p:spPr>
          <a:xfrm flipH="1">
            <a:off x="11693814" y="5409264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3"/>
                  <a:pt x="418" y="833"/>
                </a:cubicBezTo>
                <a:lnTo>
                  <a:pt x="1882" y="833"/>
                </a:lnTo>
                <a:cubicBezTo>
                  <a:pt x="2108" y="833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2" name="Google Shape;2032;p66"/>
          <p:cNvSpPr/>
          <p:nvPr/>
        </p:nvSpPr>
        <p:spPr>
          <a:xfrm flipH="1">
            <a:off x="11693814" y="5302399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3" name="Google Shape;2033;p66"/>
          <p:cNvSpPr/>
          <p:nvPr/>
        </p:nvSpPr>
        <p:spPr>
          <a:xfrm flipH="1">
            <a:off x="11693814" y="5195199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4" name="Google Shape;2034;p66"/>
          <p:cNvSpPr/>
          <p:nvPr/>
        </p:nvSpPr>
        <p:spPr>
          <a:xfrm flipH="1">
            <a:off x="11693814" y="5088364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79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79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5" name="Google Shape;2035;p66"/>
          <p:cNvSpPr/>
          <p:nvPr/>
        </p:nvSpPr>
        <p:spPr>
          <a:xfrm flipH="1">
            <a:off x="11693814" y="6051765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6" name="Google Shape;2036;p66"/>
          <p:cNvSpPr/>
          <p:nvPr/>
        </p:nvSpPr>
        <p:spPr>
          <a:xfrm flipH="1">
            <a:off x="11693814" y="5944565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7" name="Google Shape;2037;p66"/>
          <p:cNvSpPr/>
          <p:nvPr/>
        </p:nvSpPr>
        <p:spPr>
          <a:xfrm flipH="1">
            <a:off x="11693814" y="5837365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8" name="Google Shape;2038;p66"/>
          <p:cNvSpPr/>
          <p:nvPr/>
        </p:nvSpPr>
        <p:spPr>
          <a:xfrm flipH="1">
            <a:off x="11693814" y="5730500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91"/>
                  <a:pt x="1" y="418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8"/>
                </a:cubicBezTo>
                <a:cubicBezTo>
                  <a:pt x="2299" y="191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015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 preserve="1">
  <p:cSld name="Background 1">
    <p:spTree>
      <p:nvGrpSpPr>
        <p:cNvPr id="1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p67"/>
          <p:cNvSpPr/>
          <p:nvPr/>
        </p:nvSpPr>
        <p:spPr>
          <a:xfrm rot="10800000" flipH="1">
            <a:off x="0" y="-5866"/>
            <a:ext cx="1488800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2" name="Google Shape;2042;p67"/>
          <p:cNvSpPr/>
          <p:nvPr/>
        </p:nvSpPr>
        <p:spPr>
          <a:xfrm rot="10800000" flipH="1">
            <a:off x="0" y="3383901"/>
            <a:ext cx="1488800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3" name="Google Shape;2043;p67"/>
          <p:cNvSpPr/>
          <p:nvPr/>
        </p:nvSpPr>
        <p:spPr>
          <a:xfrm rot="10800000" flipH="1">
            <a:off x="11391834" y="-5699"/>
            <a:ext cx="800400" cy="146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4" name="Google Shape;2044;p67"/>
          <p:cNvSpPr/>
          <p:nvPr/>
        </p:nvSpPr>
        <p:spPr>
          <a:xfrm rot="10800000" flipH="1">
            <a:off x="11391834" y="1456301"/>
            <a:ext cx="800400" cy="54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6" name="Google Shape;2046;p67"/>
          <p:cNvSpPr/>
          <p:nvPr/>
        </p:nvSpPr>
        <p:spPr>
          <a:xfrm rot="5400000">
            <a:off x="3052553" y="-581024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7" name="Google Shape;2047;p67"/>
          <p:cNvGrpSpPr/>
          <p:nvPr/>
        </p:nvGrpSpPr>
        <p:grpSpPr>
          <a:xfrm>
            <a:off x="10198518" y="5860515"/>
            <a:ext cx="923200" cy="923200"/>
            <a:chOff x="-2671862" y="1494536"/>
            <a:chExt cx="692400" cy="692400"/>
          </a:xfrm>
        </p:grpSpPr>
        <p:sp>
          <p:nvSpPr>
            <p:cNvPr id="2048" name="Google Shape;2048;p67"/>
            <p:cNvSpPr/>
            <p:nvPr/>
          </p:nvSpPr>
          <p:spPr>
            <a:xfrm>
              <a:off x="-2480012" y="1686388"/>
              <a:ext cx="308700" cy="308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67"/>
            <p:cNvSpPr/>
            <p:nvPr/>
          </p:nvSpPr>
          <p:spPr>
            <a:xfrm rot="10800000">
              <a:off x="-2671862" y="1494536"/>
              <a:ext cx="692400" cy="692400"/>
            </a:xfrm>
            <a:prstGeom prst="arc">
              <a:avLst>
                <a:gd name="adj1" fmla="val 10936933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0" name="Google Shape;2050;p67"/>
          <p:cNvGrpSpPr/>
          <p:nvPr/>
        </p:nvGrpSpPr>
        <p:grpSpPr>
          <a:xfrm rot="5400000">
            <a:off x="-465633" y="5593607"/>
            <a:ext cx="1694401" cy="487672"/>
            <a:chOff x="720000" y="-118744"/>
            <a:chExt cx="1270801" cy="365754"/>
          </a:xfrm>
        </p:grpSpPr>
        <p:grpSp>
          <p:nvGrpSpPr>
            <p:cNvPr id="2051" name="Google Shape;2051;p67"/>
            <p:cNvGrpSpPr/>
            <p:nvPr/>
          </p:nvGrpSpPr>
          <p:grpSpPr>
            <a:xfrm rot="5400000">
              <a:off x="1778358" y="34566"/>
              <a:ext cx="365754" cy="59133"/>
              <a:chOff x="35575" y="1207875"/>
              <a:chExt cx="374825" cy="60600"/>
            </a:xfrm>
          </p:grpSpPr>
          <p:sp>
            <p:nvSpPr>
              <p:cNvPr id="2052" name="Google Shape;2052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3" name="Google Shape;2053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4" name="Google Shape;2054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5" name="Google Shape;2055;p67"/>
            <p:cNvGrpSpPr/>
            <p:nvPr/>
          </p:nvGrpSpPr>
          <p:grpSpPr>
            <a:xfrm rot="5400000">
              <a:off x="1657191" y="34566"/>
              <a:ext cx="365754" cy="59133"/>
              <a:chOff x="35575" y="1207875"/>
              <a:chExt cx="374825" cy="60600"/>
            </a:xfrm>
          </p:grpSpPr>
          <p:sp>
            <p:nvSpPr>
              <p:cNvPr id="2056" name="Google Shape;2056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7" name="Google Shape;2057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8" name="Google Shape;2058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9" name="Google Shape;2059;p67"/>
            <p:cNvGrpSpPr/>
            <p:nvPr/>
          </p:nvGrpSpPr>
          <p:grpSpPr>
            <a:xfrm rot="5400000">
              <a:off x="1536024" y="34566"/>
              <a:ext cx="365754" cy="59133"/>
              <a:chOff x="35575" y="1207875"/>
              <a:chExt cx="374825" cy="60600"/>
            </a:xfrm>
          </p:grpSpPr>
          <p:sp>
            <p:nvSpPr>
              <p:cNvPr id="2060" name="Google Shape;2060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1" name="Google Shape;2061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2" name="Google Shape;2062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63" name="Google Shape;2063;p67"/>
            <p:cNvGrpSpPr/>
            <p:nvPr/>
          </p:nvGrpSpPr>
          <p:grpSpPr>
            <a:xfrm rot="5400000">
              <a:off x="1414857" y="34566"/>
              <a:ext cx="365754" cy="59133"/>
              <a:chOff x="35575" y="1207875"/>
              <a:chExt cx="374825" cy="60600"/>
            </a:xfrm>
          </p:grpSpPr>
          <p:sp>
            <p:nvSpPr>
              <p:cNvPr id="2064" name="Google Shape;2064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5" name="Google Shape;2065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6" name="Google Shape;2066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67" name="Google Shape;2067;p67"/>
            <p:cNvGrpSpPr/>
            <p:nvPr/>
          </p:nvGrpSpPr>
          <p:grpSpPr>
            <a:xfrm rot="5400000">
              <a:off x="1293690" y="34566"/>
              <a:ext cx="365754" cy="59133"/>
              <a:chOff x="35575" y="1207875"/>
              <a:chExt cx="374825" cy="60600"/>
            </a:xfrm>
          </p:grpSpPr>
          <p:sp>
            <p:nvSpPr>
              <p:cNvPr id="2068" name="Google Shape;2068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9" name="Google Shape;2069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0" name="Google Shape;2070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71" name="Google Shape;2071;p67"/>
            <p:cNvGrpSpPr/>
            <p:nvPr/>
          </p:nvGrpSpPr>
          <p:grpSpPr>
            <a:xfrm rot="5400000">
              <a:off x="1172524" y="34566"/>
              <a:ext cx="365754" cy="59133"/>
              <a:chOff x="35575" y="1207875"/>
              <a:chExt cx="374825" cy="60600"/>
            </a:xfrm>
          </p:grpSpPr>
          <p:sp>
            <p:nvSpPr>
              <p:cNvPr id="2072" name="Google Shape;2072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3" name="Google Shape;2073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4" name="Google Shape;2074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75" name="Google Shape;2075;p67"/>
            <p:cNvGrpSpPr/>
            <p:nvPr/>
          </p:nvGrpSpPr>
          <p:grpSpPr>
            <a:xfrm rot="5400000">
              <a:off x="1051357" y="34566"/>
              <a:ext cx="365754" cy="59133"/>
              <a:chOff x="35575" y="1207875"/>
              <a:chExt cx="374825" cy="60600"/>
            </a:xfrm>
          </p:grpSpPr>
          <p:sp>
            <p:nvSpPr>
              <p:cNvPr id="2076" name="Google Shape;2076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7" name="Google Shape;2077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8" name="Google Shape;2078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79" name="Google Shape;2079;p67"/>
            <p:cNvGrpSpPr/>
            <p:nvPr/>
          </p:nvGrpSpPr>
          <p:grpSpPr>
            <a:xfrm rot="5400000">
              <a:off x="930190" y="34566"/>
              <a:ext cx="365754" cy="59133"/>
              <a:chOff x="35575" y="1207875"/>
              <a:chExt cx="374825" cy="60600"/>
            </a:xfrm>
          </p:grpSpPr>
          <p:sp>
            <p:nvSpPr>
              <p:cNvPr id="2080" name="Google Shape;2080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1" name="Google Shape;2081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2" name="Google Shape;2082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3" name="Google Shape;2083;p67"/>
            <p:cNvGrpSpPr/>
            <p:nvPr/>
          </p:nvGrpSpPr>
          <p:grpSpPr>
            <a:xfrm rot="5400000">
              <a:off x="809023" y="34566"/>
              <a:ext cx="365754" cy="59133"/>
              <a:chOff x="35575" y="1207875"/>
              <a:chExt cx="374825" cy="60600"/>
            </a:xfrm>
          </p:grpSpPr>
          <p:sp>
            <p:nvSpPr>
              <p:cNvPr id="2084" name="Google Shape;2084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5" name="Google Shape;2085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6" name="Google Shape;2086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7" name="Google Shape;2087;p67"/>
            <p:cNvGrpSpPr/>
            <p:nvPr/>
          </p:nvGrpSpPr>
          <p:grpSpPr>
            <a:xfrm rot="5400000">
              <a:off x="687856" y="34566"/>
              <a:ext cx="365754" cy="59133"/>
              <a:chOff x="35575" y="1207875"/>
              <a:chExt cx="374825" cy="60600"/>
            </a:xfrm>
          </p:grpSpPr>
          <p:sp>
            <p:nvSpPr>
              <p:cNvPr id="2088" name="Google Shape;2088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9" name="Google Shape;2089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0" name="Google Shape;2090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91" name="Google Shape;2091;p67"/>
            <p:cNvGrpSpPr/>
            <p:nvPr/>
          </p:nvGrpSpPr>
          <p:grpSpPr>
            <a:xfrm rot="5400000">
              <a:off x="566690" y="34566"/>
              <a:ext cx="365754" cy="59133"/>
              <a:chOff x="35575" y="1207875"/>
              <a:chExt cx="374825" cy="60600"/>
            </a:xfrm>
          </p:grpSpPr>
          <p:sp>
            <p:nvSpPr>
              <p:cNvPr id="2092" name="Google Shape;2092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3" name="Google Shape;2093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4" name="Google Shape;2094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96846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088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88" r:id="rId3"/>
    <p:sldLayoutId id="2147483674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6" r:id="rId14"/>
    <p:sldLayoutId id="214748368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QR コード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09BBCA8B-D94C-86B8-337D-139F97E9FF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418" y="2411025"/>
            <a:ext cx="3601583" cy="3601583"/>
          </a:xfrm>
          <a:prstGeom prst="rect">
            <a:avLst/>
          </a:prstGeom>
        </p:spPr>
      </p:pic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D7B4E0D-7E1A-1933-CE78-3E15E702A9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生命化学 学術研究会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ED3186A-3688-FCFE-899F-6B1067E5B8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64096" y="1963726"/>
            <a:ext cx="8474517" cy="349572"/>
          </a:xfrm>
        </p:spPr>
        <p:txBody>
          <a:bodyPr/>
          <a:lstStyle/>
          <a:p>
            <a:r>
              <a:rPr kumimoji="1" lang="ja-JP" altLang="en-US" dirty="0"/>
              <a:t>実験長 寺谷優輝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23B6491-C12E-2576-6BAF-3BA405D7FFA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64096" y="6176193"/>
            <a:ext cx="8474517" cy="505453"/>
          </a:xfrm>
        </p:spPr>
        <p:txBody>
          <a:bodyPr/>
          <a:lstStyle/>
          <a:p>
            <a:r>
              <a:rPr kumimoji="1" lang="ja-JP" altLang="en-US" sz="2800" dirty="0"/>
              <a:t>サークル説明 </a:t>
            </a:r>
            <a:r>
              <a:rPr kumimoji="1" lang="en-US" altLang="ja-JP" sz="2800" dirty="0"/>
              <a:t>2025.04.00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19728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2F465E3-7020-75C4-1CA5-FC2C8B820E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01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2BA963-7AE0-2DC3-C747-4A64301E80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ja-JP" altLang="en-US" dirty="0"/>
              <a:t>年間予定について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67851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2AD1A478-EE34-73B0-1E40-C3E95EBCD9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810781"/>
              </p:ext>
            </p:extLst>
          </p:nvPr>
        </p:nvGraphicFramePr>
        <p:xfrm>
          <a:off x="1207246" y="1490631"/>
          <a:ext cx="9971742" cy="4515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9672">
                  <a:extLst>
                    <a:ext uri="{9D8B030D-6E8A-4147-A177-3AD203B41FA5}">
                      <a16:colId xmlns:a16="http://schemas.microsoft.com/office/drawing/2014/main" val="1953341488"/>
                    </a:ext>
                  </a:extLst>
                </a:gridCol>
                <a:gridCol w="7602070">
                  <a:extLst>
                    <a:ext uri="{9D8B030D-6E8A-4147-A177-3AD203B41FA5}">
                      <a16:colId xmlns:a16="http://schemas.microsoft.com/office/drawing/2014/main" val="36551317"/>
                    </a:ext>
                  </a:extLst>
                </a:gridCol>
              </a:tblGrid>
              <a:tr h="64510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内容</a:t>
                      </a:r>
                    </a:p>
                  </a:txBody>
                  <a:tcPr anchor="ctr">
                    <a:solidFill>
                      <a:srgbClr val="729D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949513"/>
                  </a:ext>
                </a:extLst>
              </a:tr>
              <a:tr h="64510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4 </a:t>
                      </a:r>
                      <a:r>
                        <a:rPr kumimoji="1" lang="ja-JP" altLang="en-US" sz="24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新入生向け説明会（← 今ココ！）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454610"/>
                  </a:ext>
                </a:extLst>
              </a:tr>
              <a:tr h="64510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5 </a:t>
                      </a:r>
                      <a:r>
                        <a:rPr kumimoji="1" lang="ja-JP" altLang="en-US" sz="2400" dirty="0"/>
                        <a:t>～ </a:t>
                      </a:r>
                      <a:r>
                        <a:rPr kumimoji="1" lang="en-US" altLang="ja-JP" sz="2400" dirty="0"/>
                        <a:t>6 </a:t>
                      </a:r>
                      <a:r>
                        <a:rPr kumimoji="1" lang="ja-JP" altLang="en-US" sz="24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solidFill>
                            <a:schemeClr val="accent5"/>
                          </a:solidFill>
                          <a:latin typeface="+mj-ea"/>
                          <a:ea typeface="+mj-ea"/>
                        </a:rPr>
                        <a:t>実験体験会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5906310"/>
                  </a:ext>
                </a:extLst>
              </a:tr>
              <a:tr h="6451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8 </a:t>
                      </a:r>
                      <a:r>
                        <a:rPr kumimoji="1" lang="ja-JP" altLang="en-US" sz="2400" dirty="0"/>
                        <a:t>～ </a:t>
                      </a:r>
                      <a:r>
                        <a:rPr kumimoji="1" lang="en-US" altLang="ja-JP" sz="2400" dirty="0"/>
                        <a:t>9 </a:t>
                      </a:r>
                      <a:r>
                        <a:rPr kumimoji="1" lang="ja-JP" altLang="en-US" sz="24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solidFill>
                            <a:schemeClr val="accent5"/>
                          </a:solidFill>
                          <a:latin typeface="+mj-ea"/>
                          <a:ea typeface="+mj-ea"/>
                        </a:rPr>
                        <a:t>夏季実験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6939944"/>
                  </a:ext>
                </a:extLst>
              </a:tr>
              <a:tr h="64510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9 </a:t>
                      </a:r>
                      <a:r>
                        <a:rPr kumimoji="1" lang="ja-JP" altLang="en-US" sz="24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（準備）</a:t>
                      </a:r>
                      <a:r>
                        <a:rPr kumimoji="1" lang="ja-JP" altLang="en-US" sz="2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研究発表</a:t>
                      </a:r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，学部祭飲食店の出店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0945380"/>
                  </a:ext>
                </a:extLst>
              </a:tr>
              <a:tr h="64510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10 </a:t>
                      </a:r>
                      <a:r>
                        <a:rPr kumimoji="1" lang="ja-JP" altLang="en-US" sz="24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学部祭：</a:t>
                      </a:r>
                      <a:r>
                        <a:rPr kumimoji="1" lang="ja-JP" altLang="en-US" sz="2400" dirty="0">
                          <a:solidFill>
                            <a:schemeClr val="accent5"/>
                          </a:solidFill>
                          <a:latin typeface="+mj-ea"/>
                          <a:ea typeface="+mj-ea"/>
                        </a:rPr>
                        <a:t>研究発表 </a:t>
                      </a:r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，</a:t>
                      </a:r>
                      <a:r>
                        <a:rPr kumimoji="1" lang="en-US" altLang="ja-JP" sz="24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飲食店の運営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4982940"/>
                  </a:ext>
                </a:extLst>
              </a:tr>
              <a:tr h="64510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12 </a:t>
                      </a:r>
                      <a:r>
                        <a:rPr kumimoji="1" lang="ja-JP" altLang="en-US" sz="24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solidFill>
                            <a:schemeClr val="accent5"/>
                          </a:solidFill>
                          <a:latin typeface="+mj-ea"/>
                          <a:ea typeface="+mj-ea"/>
                        </a:rPr>
                        <a:t>学術部連盟発表会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2924474"/>
                  </a:ext>
                </a:extLst>
              </a:tr>
            </a:tbl>
          </a:graphicData>
        </a:graphic>
      </p:graphicFrame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41BB42C-939C-2DA0-EA0B-7A7505A292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ja-JP" altLang="en-US" dirty="0"/>
              <a:t>年間予定について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52144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251D638-68BC-44B2-34BA-F71792F4E7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年間予定について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AC755E-4FB7-59EA-9120-F83BE9D1C601}"/>
              </a:ext>
            </a:extLst>
          </p:cNvPr>
          <p:cNvSpPr txBox="1"/>
          <p:nvPr/>
        </p:nvSpPr>
        <p:spPr>
          <a:xfrm>
            <a:off x="1340223" y="1515034"/>
            <a:ext cx="9511553" cy="43589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571500" indent="-57150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ja-JP" altLang="en-US" sz="3600" dirty="0">
                <a:solidFill>
                  <a:schemeClr val="accent6"/>
                </a:solidFill>
              </a:rPr>
              <a:t>交流会</a:t>
            </a:r>
            <a:r>
              <a:rPr kumimoji="1" lang="ja-JP" altLang="en-US" sz="3600" dirty="0"/>
              <a:t>をしたい！</a:t>
            </a:r>
            <a:endParaRPr kumimoji="1" lang="en-US" altLang="ja-JP" sz="3600" dirty="0"/>
          </a:p>
          <a:p>
            <a:pPr marL="571500" indent="-57150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ja-JP" altLang="en-US" sz="3600" dirty="0">
                <a:solidFill>
                  <a:schemeClr val="accent6"/>
                </a:solidFill>
              </a:rPr>
              <a:t>勉強会</a:t>
            </a:r>
            <a:r>
              <a:rPr kumimoji="1" lang="ja-JP" altLang="en-US" sz="3600" dirty="0"/>
              <a:t>をしたい！</a:t>
            </a:r>
            <a:endParaRPr kumimoji="1" lang="en-US" altLang="ja-JP" sz="3600" dirty="0"/>
          </a:p>
          <a:p>
            <a:pPr marL="571500" indent="-57150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ja-JP" altLang="en-US" sz="3600" dirty="0">
                <a:solidFill>
                  <a:schemeClr val="accent6"/>
                </a:solidFill>
              </a:rPr>
              <a:t>合宿</a:t>
            </a:r>
            <a:r>
              <a:rPr kumimoji="1" lang="ja-JP" altLang="en-US" sz="3600" dirty="0"/>
              <a:t>をしたい！　　など</a:t>
            </a:r>
            <a:endParaRPr kumimoji="1" lang="en-US" altLang="ja-JP" sz="3600" dirty="0"/>
          </a:p>
          <a:p>
            <a:pPr algn="ctr">
              <a:lnSpc>
                <a:spcPct val="200000"/>
              </a:lnSpc>
            </a:pPr>
            <a:r>
              <a:rPr kumimoji="1" lang="ja-JP" altLang="en-US" sz="3600" dirty="0">
                <a:solidFill>
                  <a:schemeClr val="accent5"/>
                </a:solidFill>
              </a:rPr>
              <a:t>これから皆さんと作っていきましょう．</a:t>
            </a:r>
          </a:p>
        </p:txBody>
      </p:sp>
    </p:spTree>
    <p:extLst>
      <p:ext uri="{BB962C8B-B14F-4D97-AF65-F5344CB8AC3E}">
        <p14:creationId xmlns:p14="http://schemas.microsoft.com/office/powerpoint/2010/main" val="993072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D4F606A-8926-F00B-FCB4-0FAC7652CC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02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340F060-C6BE-B626-4763-24039615DA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活動内容とメリット</a:t>
            </a:r>
          </a:p>
        </p:txBody>
      </p:sp>
    </p:spTree>
    <p:extLst>
      <p:ext uri="{BB962C8B-B14F-4D97-AF65-F5344CB8AC3E}">
        <p14:creationId xmlns:p14="http://schemas.microsoft.com/office/powerpoint/2010/main" val="1241873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キッチンで作業をしている人たち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72F79EA-70B0-501D-197A-2F540019A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223" y="2084979"/>
            <a:ext cx="4885886" cy="3639487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8169BA9-1267-99C6-5DF5-23602C77D6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活動内容について</a:t>
            </a:r>
          </a:p>
        </p:txBody>
      </p:sp>
      <p:sp>
        <p:nvSpPr>
          <p:cNvPr id="4" name="Google Shape;4389;p7">
            <a:extLst>
              <a:ext uri="{FF2B5EF4-FFF2-40B4-BE49-F238E27FC236}">
                <a16:creationId xmlns:a16="http://schemas.microsoft.com/office/drawing/2014/main" id="{B1196829-72B5-E45E-E2B1-1B949A6EBE49}"/>
              </a:ext>
            </a:extLst>
          </p:cNvPr>
          <p:cNvSpPr txBox="1"/>
          <p:nvPr/>
        </p:nvSpPr>
        <p:spPr>
          <a:xfrm>
            <a:off x="778135" y="1789146"/>
            <a:ext cx="5515088" cy="3634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sz="3200" b="1" i="0" u="none" strike="noStrike" cap="none" dirty="0">
                <a:solidFill>
                  <a:schemeClr val="accent5"/>
                </a:solidFill>
                <a:latin typeface="+mn-ea"/>
                <a:cs typeface="Meiryo"/>
                <a:sym typeface="Meiryo"/>
              </a:rPr>
              <a:t>春季実験</a:t>
            </a:r>
            <a:r>
              <a:rPr lang="ja-JP" sz="32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（実験体験会）</a:t>
            </a:r>
            <a:endParaRPr sz="3200" b="0" i="0" u="none" strike="noStrike" cap="none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lang="ja-JP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→ 新入生に向けた，実験を行います．</a:t>
            </a:r>
            <a:endParaRPr sz="2400" b="0" i="0" u="none" strike="noStrike" cap="none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  <a:p>
            <a:pPr marR="0" lvl="0" indent="35877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lang="ja-JP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昨年は「</a:t>
            </a:r>
            <a:r>
              <a:rPr lang="ja-JP" altLang="en-US" sz="2400" b="0" i="0" u="none" strike="noStrike" cap="none" dirty="0">
                <a:solidFill>
                  <a:schemeClr val="accent5"/>
                </a:solidFill>
                <a:latin typeface="+mj-ea"/>
                <a:ea typeface="+mj-ea"/>
                <a:cs typeface="Meiryo"/>
                <a:sym typeface="Meiryo"/>
              </a:rPr>
              <a:t>チーズ・ヨーグルト</a:t>
            </a:r>
            <a:r>
              <a:rPr lang="ja-JP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」を</a:t>
            </a:r>
            <a:endParaRPr lang="en-US" altLang="ja-JP" sz="24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  <a:p>
            <a:pPr marR="0" lvl="0" indent="35877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lang="ja-JP" altLang="en-US" sz="24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作りました！</a:t>
            </a:r>
            <a:endParaRPr sz="2400" b="0" i="0" u="none" strike="noStrike" cap="none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73461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EB8B158-F38F-6328-2506-B6DD8C535E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活動内容について</a:t>
            </a:r>
          </a:p>
        </p:txBody>
      </p:sp>
      <p:pic>
        <p:nvPicPr>
          <p:cNvPr id="5" name="Google Shape;4400;p8">
            <a:extLst>
              <a:ext uri="{FF2B5EF4-FFF2-40B4-BE49-F238E27FC236}">
                <a16:creationId xmlns:a16="http://schemas.microsoft.com/office/drawing/2014/main" id="{9E37722F-5BAC-516A-5165-4CA69D2708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225"/>
          <a:stretch/>
        </p:blipFill>
        <p:spPr>
          <a:xfrm>
            <a:off x="1210114" y="1789147"/>
            <a:ext cx="4885886" cy="363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4389;p7">
            <a:extLst>
              <a:ext uri="{FF2B5EF4-FFF2-40B4-BE49-F238E27FC236}">
                <a16:creationId xmlns:a16="http://schemas.microsoft.com/office/drawing/2014/main" id="{0EEEB541-F89D-AFBC-EB89-EA6F8F46D2D1}"/>
              </a:ext>
            </a:extLst>
          </p:cNvPr>
          <p:cNvSpPr txBox="1"/>
          <p:nvPr/>
        </p:nvSpPr>
        <p:spPr>
          <a:xfrm>
            <a:off x="6560364" y="1789146"/>
            <a:ext cx="5515088" cy="3634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altLang="en-US" sz="3200" b="1" i="0" u="none" strike="noStrike" cap="none" dirty="0">
                <a:solidFill>
                  <a:schemeClr val="accent5"/>
                </a:solidFill>
                <a:latin typeface="+mn-ea"/>
                <a:cs typeface="Meiryo"/>
                <a:sym typeface="Meiryo"/>
              </a:rPr>
              <a:t>夏</a:t>
            </a:r>
            <a:r>
              <a:rPr lang="ja-JP" sz="3200" b="1" i="0" u="none" strike="noStrike" cap="none" dirty="0">
                <a:solidFill>
                  <a:schemeClr val="accent5"/>
                </a:solidFill>
                <a:latin typeface="+mn-ea"/>
                <a:cs typeface="Meiryo"/>
                <a:sym typeface="Meiryo"/>
              </a:rPr>
              <a:t>季実験</a:t>
            </a:r>
            <a:endParaRPr lang="en-US" altLang="ja-JP" sz="3200" b="1" i="0" u="none" strike="noStrike" cap="none" dirty="0">
              <a:solidFill>
                <a:schemeClr val="accent5"/>
              </a:solidFill>
              <a:latin typeface="+mn-ea"/>
              <a:cs typeface="Meiryo"/>
              <a:sym typeface="Meiryo"/>
            </a:endParaRPr>
          </a:p>
          <a:p>
            <a:pPr marR="0" lvl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→ </a:t>
            </a:r>
            <a:r>
              <a:rPr lang="ja-JP" altLang="en-US" sz="24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春期実験で行った内容を，</a:t>
            </a:r>
            <a:endParaRPr lang="en-US" altLang="ja-JP" sz="24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  <a:p>
            <a:pPr marR="0" lvl="0" indent="35877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lang="ja-JP" altLang="en-US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進展させて行う予定です．</a:t>
            </a:r>
            <a:endParaRPr sz="2400" b="0" i="0" u="none" strike="noStrike" cap="none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4245929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8CC5D67-8BF5-1DD6-49D7-EE92301224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活動内容について</a:t>
            </a:r>
          </a:p>
        </p:txBody>
      </p:sp>
      <p:pic>
        <p:nvPicPr>
          <p:cNvPr id="3" name="図 2" descr="天井からつるされた部屋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8DDF597-81E5-E5B8-06C1-51B3987DB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3691" y="3429000"/>
            <a:ext cx="3110874" cy="2314109"/>
          </a:xfrm>
          <a:prstGeom prst="rect">
            <a:avLst/>
          </a:prstGeom>
        </p:spPr>
      </p:pic>
      <p:pic>
        <p:nvPicPr>
          <p:cNvPr id="4" name="図 3" descr="テキスト, ホワイトボード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37D2DB6-5856-801B-F56D-AD9E35C45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645" y="2043029"/>
            <a:ext cx="4204447" cy="2133018"/>
          </a:xfrm>
          <a:prstGeom prst="rect">
            <a:avLst/>
          </a:prstGeom>
        </p:spPr>
      </p:pic>
      <p:sp>
        <p:nvSpPr>
          <p:cNvPr id="5" name="Google Shape;4389;p7">
            <a:extLst>
              <a:ext uri="{FF2B5EF4-FFF2-40B4-BE49-F238E27FC236}">
                <a16:creationId xmlns:a16="http://schemas.microsoft.com/office/drawing/2014/main" id="{A60DE019-B41A-B1AA-7FBE-FA646FF0E044}"/>
              </a:ext>
            </a:extLst>
          </p:cNvPr>
          <p:cNvSpPr txBox="1"/>
          <p:nvPr/>
        </p:nvSpPr>
        <p:spPr>
          <a:xfrm>
            <a:off x="930368" y="1704758"/>
            <a:ext cx="5757136" cy="3448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altLang="en-US" sz="3200" b="1" i="0" u="none" strike="noStrike" cap="none" dirty="0">
                <a:solidFill>
                  <a:schemeClr val="accent5"/>
                </a:solidFill>
                <a:latin typeface="+mn-ea"/>
                <a:cs typeface="Meiryo"/>
                <a:sym typeface="Meiryo"/>
              </a:rPr>
              <a:t>学部祭での展示・発表</a:t>
            </a:r>
            <a:endParaRPr lang="en-US" altLang="ja-JP" sz="3200" b="1" i="0" u="none" strike="noStrike" cap="none" dirty="0">
              <a:solidFill>
                <a:schemeClr val="accent5"/>
              </a:solidFill>
              <a:latin typeface="+mn-ea"/>
              <a:cs typeface="Meiryo"/>
              <a:sym typeface="Meiryo"/>
            </a:endParaRPr>
          </a:p>
          <a:p>
            <a:pPr marR="0" lvl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→ </a:t>
            </a:r>
            <a:r>
              <a:rPr lang="ja-JP" altLang="en-US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夏季実験の研究内容をまとめ，</a:t>
            </a:r>
            <a:endParaRPr lang="en-US" altLang="ja-JP" sz="2400" b="0" i="0" u="none" strike="noStrike" cap="none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  <a:p>
            <a:pPr marR="0" lvl="0" indent="358775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altLang="en-US" sz="24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学部祭で</a:t>
            </a:r>
            <a:r>
              <a:rPr lang="ja-JP" altLang="en-US" sz="2400" dirty="0">
                <a:solidFill>
                  <a:schemeClr val="accent5"/>
                </a:solidFill>
                <a:latin typeface="+mj-ea"/>
                <a:ea typeface="+mj-ea"/>
                <a:cs typeface="Meiryo"/>
                <a:sym typeface="Meiryo"/>
              </a:rPr>
              <a:t>展示・発表</a:t>
            </a:r>
            <a:r>
              <a:rPr lang="ja-JP" altLang="en-US" sz="24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を行います！</a:t>
            </a:r>
            <a:endParaRPr lang="en-US" altLang="ja-JP" sz="24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</p:txBody>
      </p:sp>
      <p:sp>
        <p:nvSpPr>
          <p:cNvPr id="6" name="Google Shape;4389;p7">
            <a:extLst>
              <a:ext uri="{FF2B5EF4-FFF2-40B4-BE49-F238E27FC236}">
                <a16:creationId xmlns:a16="http://schemas.microsoft.com/office/drawing/2014/main" id="{143AC438-33E1-A3D4-AEA8-44A16779E253}"/>
              </a:ext>
            </a:extLst>
          </p:cNvPr>
          <p:cNvSpPr txBox="1"/>
          <p:nvPr/>
        </p:nvSpPr>
        <p:spPr>
          <a:xfrm>
            <a:off x="2471345" y="4912908"/>
            <a:ext cx="5757136" cy="1660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altLang="en-US" sz="24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昨年「</a:t>
            </a:r>
            <a:r>
              <a:rPr lang="ja-JP" altLang="en-US" sz="2400" dirty="0">
                <a:solidFill>
                  <a:schemeClr val="accent6"/>
                </a:solidFill>
                <a:latin typeface="+mj-ea"/>
                <a:ea typeface="+mj-ea"/>
                <a:cs typeface="Meiryo"/>
                <a:sym typeface="Meiryo"/>
              </a:rPr>
              <a:t>市販のヨーグルト中の乳酸菌の</a:t>
            </a:r>
            <a:endParaRPr lang="en-US" altLang="ja-JP" sz="2400" dirty="0">
              <a:solidFill>
                <a:schemeClr val="accent6"/>
              </a:solidFill>
              <a:latin typeface="+mj-ea"/>
              <a:ea typeface="+mj-ea"/>
              <a:cs typeface="Meiryo"/>
              <a:sym typeface="Meiryo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altLang="en-US" sz="24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　　　</a:t>
            </a:r>
            <a:r>
              <a:rPr lang="ja-JP" altLang="en-US" sz="2400" dirty="0">
                <a:solidFill>
                  <a:schemeClr val="accent6"/>
                </a:solidFill>
                <a:latin typeface="+mj-ea"/>
                <a:ea typeface="+mj-ea"/>
                <a:cs typeface="Meiryo"/>
                <a:sym typeface="Meiryo"/>
              </a:rPr>
              <a:t>簡易同定とヨーグルト化試験</a:t>
            </a:r>
            <a:r>
              <a:rPr lang="ja-JP" altLang="en-US" sz="24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」</a:t>
            </a:r>
            <a:endParaRPr lang="en-US" altLang="ja-JP" sz="24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98391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5D8B469-567B-B89A-8899-19AF2499B0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活動内容について</a:t>
            </a:r>
          </a:p>
        </p:txBody>
      </p:sp>
    </p:spTree>
    <p:extLst>
      <p:ext uri="{BB962C8B-B14F-4D97-AF65-F5344CB8AC3E}">
        <p14:creationId xmlns:p14="http://schemas.microsoft.com/office/powerpoint/2010/main" val="3561059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F29A30B-0E3C-B009-E070-1ED5C1BB31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活動するメリット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E3E3657-6A09-11FD-1EBB-1AEB86F56BB6}"/>
              </a:ext>
            </a:extLst>
          </p:cNvPr>
          <p:cNvSpPr txBox="1"/>
          <p:nvPr/>
        </p:nvSpPr>
        <p:spPr>
          <a:xfrm>
            <a:off x="1340223" y="1515034"/>
            <a:ext cx="9511553" cy="43589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571500" indent="-57150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ja-JP" altLang="en-US" sz="3600" dirty="0">
                <a:solidFill>
                  <a:schemeClr val="accent6"/>
                </a:solidFill>
              </a:rPr>
              <a:t>先取りして</a:t>
            </a:r>
            <a:r>
              <a:rPr kumimoji="1" lang="ja-JP" altLang="en-US" sz="3600" dirty="0"/>
              <a:t>，実験を行うことができる．</a:t>
            </a:r>
            <a:endParaRPr kumimoji="1" lang="en-US" altLang="ja-JP" sz="3600" dirty="0"/>
          </a:p>
          <a:p>
            <a:pPr marL="571500" indent="-57150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ja-JP" altLang="en-US" sz="3600" dirty="0"/>
              <a:t>講義の</a:t>
            </a:r>
            <a:r>
              <a:rPr kumimoji="1" lang="ja-JP" altLang="en-US" sz="3600" dirty="0">
                <a:solidFill>
                  <a:schemeClr val="accent6"/>
                </a:solidFill>
              </a:rPr>
              <a:t>深い理解</a:t>
            </a:r>
            <a:r>
              <a:rPr kumimoji="1" lang="ja-JP" altLang="en-US" sz="3600" dirty="0"/>
              <a:t>が得られる．</a:t>
            </a:r>
            <a:endParaRPr kumimoji="1" lang="en-US" altLang="ja-JP" sz="3600" dirty="0"/>
          </a:p>
          <a:p>
            <a:pPr marL="571500" indent="-57150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ja-JP" altLang="en-US" sz="3600" dirty="0"/>
              <a:t>実験や試験，コース分けの</a:t>
            </a:r>
            <a:r>
              <a:rPr kumimoji="1" lang="ja-JP" altLang="en-US" sz="3600" dirty="0">
                <a:solidFill>
                  <a:schemeClr val="accent6"/>
                </a:solidFill>
              </a:rPr>
              <a:t>詳細を知れる</a:t>
            </a:r>
            <a:r>
              <a:rPr kumimoji="1" lang="ja-JP" altLang="en-US" sz="3600" dirty="0"/>
              <a:t>．</a:t>
            </a:r>
            <a:endParaRPr kumimoji="1" lang="en-US" altLang="ja-JP" sz="3600" dirty="0"/>
          </a:p>
          <a:p>
            <a:pPr algn="ctr">
              <a:lnSpc>
                <a:spcPct val="200000"/>
              </a:lnSpc>
            </a:pPr>
            <a:r>
              <a:rPr kumimoji="1" lang="ja-JP" altLang="en-US" sz="3600" dirty="0">
                <a:solidFill>
                  <a:schemeClr val="accent5"/>
                </a:solidFill>
              </a:rPr>
              <a:t>活動に参加するとメリットがある！</a:t>
            </a:r>
          </a:p>
        </p:txBody>
      </p:sp>
    </p:spTree>
    <p:extLst>
      <p:ext uri="{BB962C8B-B14F-4D97-AF65-F5344CB8AC3E}">
        <p14:creationId xmlns:p14="http://schemas.microsoft.com/office/powerpoint/2010/main" val="946131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EA4B94D-C8EA-D034-C744-55DF7DB7ED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03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3CA423-9816-F33F-020C-0927503B54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入部について</a:t>
            </a:r>
          </a:p>
        </p:txBody>
      </p:sp>
    </p:spTree>
    <p:extLst>
      <p:ext uri="{BB962C8B-B14F-4D97-AF65-F5344CB8AC3E}">
        <p14:creationId xmlns:p14="http://schemas.microsoft.com/office/powerpoint/2010/main" val="2172993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QR コード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5F815B8-4BA4-8FD6-B8CC-EFCF70AEA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204" y="1477184"/>
            <a:ext cx="5312024" cy="5312024"/>
          </a:xfrm>
          <a:prstGeom prst="rect">
            <a:avLst/>
          </a:prstGeom>
        </p:spPr>
      </p:pic>
      <p:sp>
        <p:nvSpPr>
          <p:cNvPr id="4725" name="Google Shape;4725;p24"/>
          <p:cNvSpPr txBox="1"/>
          <p:nvPr/>
        </p:nvSpPr>
        <p:spPr>
          <a:xfrm>
            <a:off x="802772" y="3173060"/>
            <a:ext cx="5274432" cy="1600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dirty="0">
                <a:solidFill>
                  <a:schemeClr val="dk1"/>
                </a:solidFill>
                <a:ea typeface="+mj-ea"/>
                <a:cs typeface="Meiryo"/>
                <a:sym typeface="Meiryo"/>
              </a:rPr>
              <a:t>QR</a:t>
            </a:r>
            <a:r>
              <a:rPr lang="ja-JP" altLang="en-US" sz="3200" dirty="0">
                <a:solidFill>
                  <a:schemeClr val="dk1"/>
                </a:solidFill>
                <a:latin typeface="+mn-ea"/>
                <a:cs typeface="Meiryo"/>
                <a:sym typeface="Meiryo"/>
              </a:rPr>
              <a:t>コードを読み込み，</a:t>
            </a:r>
            <a:endParaRPr sz="3200" dirty="0">
              <a:solidFill>
                <a:schemeClr val="dk1"/>
              </a:solidFill>
              <a:latin typeface="+mn-ea"/>
              <a:cs typeface="Meiryo"/>
              <a:sym typeface="Meiryo"/>
            </a:endParaRPr>
          </a:p>
          <a:p>
            <a:pPr>
              <a:lnSpc>
                <a:spcPct val="150000"/>
              </a:lnSpc>
            </a:pPr>
            <a:r>
              <a:rPr lang="en-US" altLang="ja-JP" sz="3200" dirty="0">
                <a:solidFill>
                  <a:schemeClr val="dk1"/>
                </a:solidFill>
                <a:ea typeface="+mj-ea"/>
                <a:cs typeface="Meiryo"/>
                <a:sym typeface="Meiryo"/>
              </a:rPr>
              <a:t>Form</a:t>
            </a:r>
            <a:r>
              <a:rPr lang="ja-JP" altLang="en-US" sz="3200" dirty="0">
                <a:solidFill>
                  <a:schemeClr val="dk1"/>
                </a:solidFill>
                <a:latin typeface="+mn-ea"/>
                <a:cs typeface="Meiryo"/>
                <a:sym typeface="Meiryo"/>
              </a:rPr>
              <a:t>に回答してください．</a:t>
            </a:r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A9652DB-39E9-62C8-7303-E1FF660CE890}"/>
              </a:ext>
            </a:extLst>
          </p:cNvPr>
          <p:cNvSpPr txBox="1">
            <a:spLocks/>
          </p:cNvSpPr>
          <p:nvPr/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5400" dirty="0"/>
              <a:t>入部について</a:t>
            </a:r>
          </a:p>
        </p:txBody>
      </p:sp>
      <p:grpSp>
        <p:nvGrpSpPr>
          <p:cNvPr id="4" name="グラフィックス 203">
            <a:extLst>
              <a:ext uri="{FF2B5EF4-FFF2-40B4-BE49-F238E27FC236}">
                <a16:creationId xmlns:a16="http://schemas.microsoft.com/office/drawing/2014/main" id="{41857DF6-4F8D-FCC0-494D-C3AA933A154E}"/>
              </a:ext>
            </a:extLst>
          </p:cNvPr>
          <p:cNvGrpSpPr/>
          <p:nvPr/>
        </p:nvGrpSpPr>
        <p:grpSpPr>
          <a:xfrm rot="1050639">
            <a:off x="1104905" y="1380449"/>
            <a:ext cx="806387" cy="1074552"/>
            <a:chOff x="3070288" y="2226535"/>
            <a:chExt cx="540677" cy="720480"/>
          </a:xfrm>
          <a:solidFill>
            <a:srgbClr val="363D44"/>
          </a:solidFill>
        </p:grpSpPr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440D21D1-E7AA-1406-67A6-007F1D0C2275}"/>
                </a:ext>
              </a:extLst>
            </p:cNvPr>
            <p:cNvSpPr/>
            <p:nvPr/>
          </p:nvSpPr>
          <p:spPr>
            <a:xfrm>
              <a:off x="3070288" y="2545899"/>
              <a:ext cx="347376" cy="401116"/>
            </a:xfrm>
            <a:custGeom>
              <a:avLst/>
              <a:gdLst>
                <a:gd name="connsiteX0" fmla="*/ 173688 w 347376"/>
                <a:gd name="connsiteY0" fmla="*/ 26260 h 401116"/>
                <a:gd name="connsiteX1" fmla="*/ 324631 w 347376"/>
                <a:gd name="connsiteY1" fmla="*/ 113405 h 401116"/>
                <a:gd name="connsiteX2" fmla="*/ 324631 w 347376"/>
                <a:gd name="connsiteY2" fmla="*/ 287693 h 401116"/>
                <a:gd name="connsiteX3" fmla="*/ 173688 w 347376"/>
                <a:gd name="connsiteY3" fmla="*/ 374837 h 401116"/>
                <a:gd name="connsiteX4" fmla="*/ 22746 w 347376"/>
                <a:gd name="connsiteY4" fmla="*/ 287693 h 401116"/>
                <a:gd name="connsiteX5" fmla="*/ 22746 w 347376"/>
                <a:gd name="connsiteY5" fmla="*/ 113405 h 401116"/>
                <a:gd name="connsiteX6" fmla="*/ 173688 w 347376"/>
                <a:gd name="connsiteY6" fmla="*/ 26260 h 401116"/>
                <a:gd name="connsiteX7" fmla="*/ 173688 w 347376"/>
                <a:gd name="connsiteY7" fmla="*/ 0 h 401116"/>
                <a:gd name="connsiteX8" fmla="*/ 0 w 347376"/>
                <a:gd name="connsiteY8" fmla="*/ 100279 h 401116"/>
                <a:gd name="connsiteX9" fmla="*/ 0 w 347376"/>
                <a:gd name="connsiteY9" fmla="*/ 300838 h 401116"/>
                <a:gd name="connsiteX10" fmla="*/ 173688 w 347376"/>
                <a:gd name="connsiteY10" fmla="*/ 401117 h 401116"/>
                <a:gd name="connsiteX11" fmla="*/ 347377 w 347376"/>
                <a:gd name="connsiteY11" fmla="*/ 300838 h 401116"/>
                <a:gd name="connsiteX12" fmla="*/ 347377 w 347376"/>
                <a:gd name="connsiteY12" fmla="*/ 100279 h 401116"/>
                <a:gd name="connsiteX13" fmla="*/ 173688 w 347376"/>
                <a:gd name="connsiteY13" fmla="*/ 0 h 401116"/>
                <a:gd name="connsiteX14" fmla="*/ 173688 w 347376"/>
                <a:gd name="connsiteY14" fmla="*/ 0 h 401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7376" h="401116">
                  <a:moveTo>
                    <a:pt x="173688" y="26260"/>
                  </a:moveTo>
                  <a:lnTo>
                    <a:pt x="324631" y="113405"/>
                  </a:lnTo>
                  <a:lnTo>
                    <a:pt x="324631" y="287693"/>
                  </a:lnTo>
                  <a:lnTo>
                    <a:pt x="173688" y="374837"/>
                  </a:lnTo>
                  <a:lnTo>
                    <a:pt x="22746" y="287693"/>
                  </a:lnTo>
                  <a:lnTo>
                    <a:pt x="22746" y="113405"/>
                  </a:lnTo>
                  <a:lnTo>
                    <a:pt x="173688" y="26260"/>
                  </a:lnTo>
                  <a:moveTo>
                    <a:pt x="173688" y="0"/>
                  </a:moveTo>
                  <a:lnTo>
                    <a:pt x="0" y="100279"/>
                  </a:lnTo>
                  <a:lnTo>
                    <a:pt x="0" y="300838"/>
                  </a:lnTo>
                  <a:lnTo>
                    <a:pt x="173688" y="401117"/>
                  </a:lnTo>
                  <a:lnTo>
                    <a:pt x="347377" y="300838"/>
                  </a:lnTo>
                  <a:lnTo>
                    <a:pt x="347377" y="100279"/>
                  </a:lnTo>
                  <a:lnTo>
                    <a:pt x="173688" y="0"/>
                  </a:lnTo>
                  <a:lnTo>
                    <a:pt x="173688" y="0"/>
                  </a:lnTo>
                  <a:close/>
                </a:path>
              </a:pathLst>
            </a:custGeom>
            <a:solidFill>
              <a:srgbClr val="363D4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497586FF-82B5-8DEE-01C9-E2B0D95CD612}"/>
                </a:ext>
              </a:extLst>
            </p:cNvPr>
            <p:cNvSpPr/>
            <p:nvPr/>
          </p:nvSpPr>
          <p:spPr>
            <a:xfrm>
              <a:off x="3263588" y="2226535"/>
              <a:ext cx="347376" cy="401116"/>
            </a:xfrm>
            <a:custGeom>
              <a:avLst/>
              <a:gdLst>
                <a:gd name="connsiteX0" fmla="*/ 173688 w 347376"/>
                <a:gd name="connsiteY0" fmla="*/ 26260 h 401116"/>
                <a:gd name="connsiteX1" fmla="*/ 324631 w 347376"/>
                <a:gd name="connsiteY1" fmla="*/ 113405 h 401116"/>
                <a:gd name="connsiteX2" fmla="*/ 324631 w 347376"/>
                <a:gd name="connsiteY2" fmla="*/ 287693 h 401116"/>
                <a:gd name="connsiteX3" fmla="*/ 173688 w 347376"/>
                <a:gd name="connsiteY3" fmla="*/ 374837 h 401116"/>
                <a:gd name="connsiteX4" fmla="*/ 22746 w 347376"/>
                <a:gd name="connsiteY4" fmla="*/ 287693 h 401116"/>
                <a:gd name="connsiteX5" fmla="*/ 22746 w 347376"/>
                <a:gd name="connsiteY5" fmla="*/ 113405 h 401116"/>
                <a:gd name="connsiteX6" fmla="*/ 173688 w 347376"/>
                <a:gd name="connsiteY6" fmla="*/ 26260 h 401116"/>
                <a:gd name="connsiteX7" fmla="*/ 173688 w 347376"/>
                <a:gd name="connsiteY7" fmla="*/ 0 h 401116"/>
                <a:gd name="connsiteX8" fmla="*/ 0 w 347376"/>
                <a:gd name="connsiteY8" fmla="*/ 100279 h 401116"/>
                <a:gd name="connsiteX9" fmla="*/ 0 w 347376"/>
                <a:gd name="connsiteY9" fmla="*/ 300838 h 401116"/>
                <a:gd name="connsiteX10" fmla="*/ 173688 w 347376"/>
                <a:gd name="connsiteY10" fmla="*/ 401117 h 401116"/>
                <a:gd name="connsiteX11" fmla="*/ 347377 w 347376"/>
                <a:gd name="connsiteY11" fmla="*/ 300838 h 401116"/>
                <a:gd name="connsiteX12" fmla="*/ 347377 w 347376"/>
                <a:gd name="connsiteY12" fmla="*/ 100279 h 401116"/>
                <a:gd name="connsiteX13" fmla="*/ 173688 w 347376"/>
                <a:gd name="connsiteY13" fmla="*/ 0 h 401116"/>
                <a:gd name="connsiteX14" fmla="*/ 173688 w 347376"/>
                <a:gd name="connsiteY14" fmla="*/ 0 h 401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7376" h="401116">
                  <a:moveTo>
                    <a:pt x="173688" y="26260"/>
                  </a:moveTo>
                  <a:lnTo>
                    <a:pt x="324631" y="113405"/>
                  </a:lnTo>
                  <a:lnTo>
                    <a:pt x="324631" y="287693"/>
                  </a:lnTo>
                  <a:lnTo>
                    <a:pt x="173688" y="374837"/>
                  </a:lnTo>
                  <a:lnTo>
                    <a:pt x="22746" y="287693"/>
                  </a:lnTo>
                  <a:lnTo>
                    <a:pt x="22746" y="113405"/>
                  </a:lnTo>
                  <a:lnTo>
                    <a:pt x="173688" y="26260"/>
                  </a:lnTo>
                  <a:moveTo>
                    <a:pt x="173688" y="0"/>
                  </a:moveTo>
                  <a:lnTo>
                    <a:pt x="0" y="100279"/>
                  </a:lnTo>
                  <a:lnTo>
                    <a:pt x="0" y="300838"/>
                  </a:lnTo>
                  <a:lnTo>
                    <a:pt x="173688" y="401117"/>
                  </a:lnTo>
                  <a:lnTo>
                    <a:pt x="347377" y="300838"/>
                  </a:lnTo>
                  <a:lnTo>
                    <a:pt x="347377" y="100279"/>
                  </a:lnTo>
                  <a:lnTo>
                    <a:pt x="173688" y="0"/>
                  </a:lnTo>
                  <a:lnTo>
                    <a:pt x="173688" y="0"/>
                  </a:lnTo>
                  <a:close/>
                </a:path>
              </a:pathLst>
            </a:custGeom>
            <a:solidFill>
              <a:srgbClr val="363D4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1113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EA3EFF2-4EFE-0CF2-0D20-11E9E89D3F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実験体験会について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EE3B5FC-DAC6-5FAC-3C2F-9D0FCF9F05E3}"/>
              </a:ext>
            </a:extLst>
          </p:cNvPr>
          <p:cNvSpPr txBox="1"/>
          <p:nvPr/>
        </p:nvSpPr>
        <p:spPr>
          <a:xfrm>
            <a:off x="930368" y="1620831"/>
            <a:ext cx="11261632" cy="44388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indent="3619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ja-JP" altLang="en-US" sz="3200" dirty="0"/>
              <a:t>持ち物：</a:t>
            </a:r>
            <a:r>
              <a:rPr kumimoji="1" lang="ja-JP" altLang="en-US" sz="3200" dirty="0">
                <a:solidFill>
                  <a:schemeClr val="accent5"/>
                </a:solidFill>
              </a:rPr>
              <a:t>白衣</a:t>
            </a:r>
            <a:r>
              <a:rPr kumimoji="1" lang="ja-JP" altLang="en-US" sz="3200" dirty="0"/>
              <a:t>🥼，筆記用具🖊</a:t>
            </a:r>
            <a:endParaRPr kumimoji="1" lang="en-US" altLang="ja-JP" sz="3200" dirty="0"/>
          </a:p>
          <a:p>
            <a:pPr indent="3619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ja-JP" altLang="en-US" sz="3200" dirty="0"/>
              <a:t>白衣に関しては，</a:t>
            </a:r>
            <a:r>
              <a:rPr kumimoji="1" lang="ja-JP" altLang="en-US" sz="3200" dirty="0">
                <a:solidFill>
                  <a:schemeClr val="accent5"/>
                </a:solidFill>
              </a:rPr>
              <a:t>購入をお願いします</a:t>
            </a:r>
            <a:r>
              <a:rPr kumimoji="1" lang="ja-JP" altLang="en-US" sz="3200" dirty="0"/>
              <a:t>．</a:t>
            </a:r>
            <a:endParaRPr kumimoji="1" lang="en-US" altLang="ja-JP" sz="3200" dirty="0"/>
          </a:p>
          <a:p>
            <a:pPr indent="3619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ja-JP" altLang="en-US" sz="3200" dirty="0"/>
              <a:t>ﾊﾞｲｵｻｲｴﾝｽの方は，</a:t>
            </a:r>
            <a:r>
              <a:rPr kumimoji="1" lang="en-US" altLang="ja-JP" sz="3200" dirty="0"/>
              <a:t>1</a:t>
            </a:r>
            <a:r>
              <a:rPr kumimoji="1" lang="ja-JP" altLang="en-US" sz="3200" dirty="0"/>
              <a:t>年後期には購入することになります．</a:t>
            </a:r>
            <a:endParaRPr kumimoji="1" lang="en-US" altLang="ja-JP" sz="3200" dirty="0"/>
          </a:p>
          <a:p>
            <a:pPr indent="3619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ja-JP" altLang="en-US" sz="3200" dirty="0">
                <a:solidFill>
                  <a:schemeClr val="accent5"/>
                </a:solidFill>
              </a:rPr>
              <a:t>マニキュアなど付けず</a:t>
            </a:r>
            <a:r>
              <a:rPr kumimoji="1" lang="ja-JP" altLang="en-US" sz="3200" dirty="0"/>
              <a:t>，</a:t>
            </a:r>
            <a:r>
              <a:rPr kumimoji="1" lang="ja-JP" altLang="en-US" sz="3200" dirty="0">
                <a:solidFill>
                  <a:schemeClr val="accent5"/>
                </a:solidFill>
              </a:rPr>
              <a:t>動きやすい靴</a:t>
            </a:r>
            <a:r>
              <a:rPr kumimoji="1" lang="ja-JP" altLang="en-US" sz="3200" dirty="0"/>
              <a:t>で参加すること．</a:t>
            </a:r>
            <a:endParaRPr kumimoji="1" lang="en-US" altLang="ja-JP" sz="3200" dirty="0"/>
          </a:p>
          <a:p>
            <a:pPr indent="3619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ja-JP" altLang="en-US" sz="3200" dirty="0"/>
              <a:t>白衣，保護メガネは，立野商店で購入が可能です．</a:t>
            </a:r>
            <a:endParaRPr kumimoji="1" lang="en-US" altLang="ja-JP" sz="3200" dirty="0"/>
          </a:p>
          <a:p>
            <a:pPr indent="3619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ja-JP" altLang="en-US" sz="3200" dirty="0"/>
              <a:t>値段：</a:t>
            </a:r>
            <a:r>
              <a:rPr kumimoji="1" lang="en-US" altLang="ja-JP" sz="3200" dirty="0"/>
              <a:t>\ </a:t>
            </a:r>
            <a:r>
              <a:rPr kumimoji="1" lang="en-US" altLang="ja-JP" sz="3200" dirty="0">
                <a:solidFill>
                  <a:schemeClr val="accent6"/>
                </a:solidFill>
              </a:rPr>
              <a:t>3,440</a:t>
            </a:r>
            <a:r>
              <a:rPr kumimoji="1" lang="ja-JP" altLang="en-US" sz="3200" dirty="0"/>
              <a:t>（</a:t>
            </a:r>
            <a:r>
              <a:rPr kumimoji="1" lang="en-US" altLang="ja-JP" sz="3200" dirty="0"/>
              <a:t>S</a:t>
            </a:r>
            <a:r>
              <a:rPr kumimoji="1" lang="ja-JP" altLang="en-US" sz="3200" dirty="0"/>
              <a:t>～</a:t>
            </a:r>
            <a:r>
              <a:rPr kumimoji="1" lang="en-US" altLang="ja-JP" sz="3200" dirty="0"/>
              <a:t>L</a:t>
            </a:r>
            <a:r>
              <a:rPr kumimoji="1" lang="ja-JP" altLang="en-US" sz="3200" dirty="0"/>
              <a:t>），</a:t>
            </a:r>
            <a:r>
              <a:rPr kumimoji="1" lang="en-US" altLang="ja-JP" sz="3200" dirty="0"/>
              <a:t>\ 3,540</a:t>
            </a:r>
            <a:r>
              <a:rPr kumimoji="1" lang="ja-JP" altLang="en-US" sz="3200" dirty="0"/>
              <a:t>（</a:t>
            </a:r>
            <a:r>
              <a:rPr kumimoji="1" lang="en-US" altLang="ja-JP" sz="3200" dirty="0"/>
              <a:t>LL</a:t>
            </a:r>
            <a:r>
              <a:rPr kumimoji="1" lang="ja-JP" altLang="en-US" sz="3200" dirty="0"/>
              <a:t>）</a:t>
            </a:r>
            <a:endParaRPr kumimoji="1"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6334247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2">
            <a:extLst>
              <a:ext uri="{FF2B5EF4-FFF2-40B4-BE49-F238E27FC236}">
                <a16:creationId xmlns:a16="http://schemas.microsoft.com/office/drawing/2014/main" id="{FE392723-6E64-7A9D-6A3B-A786DE7856A2}"/>
              </a:ext>
            </a:extLst>
          </p:cNvPr>
          <p:cNvSpPr txBox="1">
            <a:spLocks/>
          </p:cNvSpPr>
          <p:nvPr/>
        </p:nvSpPr>
        <p:spPr>
          <a:xfrm>
            <a:off x="4243196" y="3222200"/>
            <a:ext cx="7948803" cy="16546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バイオサイエンス同好会について</a:t>
            </a:r>
            <a:endParaRPr lang="en-US" altLang="ja-JP" dirty="0"/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3C39AE2-DF9C-8EEF-48AD-215D61503A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04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6926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3C29BEE-DDEC-BD5C-56FB-2362E5A0FC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2419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7F2A499-7858-2253-4050-6E63E610F7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6953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52EFE9C-867C-1C0D-4E8C-587737A1E8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05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F63071-711F-3731-A814-E60873B37D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顧問 荻原先生からのお話</a:t>
            </a:r>
          </a:p>
        </p:txBody>
      </p:sp>
    </p:spTree>
    <p:extLst>
      <p:ext uri="{BB962C8B-B14F-4D97-AF65-F5344CB8AC3E}">
        <p14:creationId xmlns:p14="http://schemas.microsoft.com/office/powerpoint/2010/main" val="223639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7CB859A-9911-08BD-E386-DC5849A28E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06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F4AA64E-4014-67F1-B9AE-808EF4E3EF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質問があればどうぞ！</a:t>
            </a:r>
          </a:p>
        </p:txBody>
      </p:sp>
    </p:spTree>
    <p:extLst>
      <p:ext uri="{BB962C8B-B14F-4D97-AF65-F5344CB8AC3E}">
        <p14:creationId xmlns:p14="http://schemas.microsoft.com/office/powerpoint/2010/main" val="1547944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8F95D6F-3BF6-1FA8-865D-72FFED6337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後期の履修登録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DDCAEAE-2CC3-F91A-70DC-54C1F9E994C8}"/>
              </a:ext>
            </a:extLst>
          </p:cNvPr>
          <p:cNvSpPr txBox="1"/>
          <p:nvPr/>
        </p:nvSpPr>
        <p:spPr>
          <a:xfrm>
            <a:off x="930368" y="1267235"/>
            <a:ext cx="7007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前期に受けた科目との</a:t>
            </a:r>
            <a:r>
              <a:rPr kumimoji="1" lang="ja-JP" altLang="en-US" sz="2800" dirty="0">
                <a:solidFill>
                  <a:schemeClr val="accent5"/>
                </a:solidFill>
              </a:rPr>
              <a:t>つながりを考える</a:t>
            </a:r>
            <a:r>
              <a:rPr kumimoji="1" lang="ja-JP" altLang="en-US" sz="2800" dirty="0"/>
              <a:t>．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61132E4A-CBB0-DF29-4178-F06EE65FD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22246"/>
              </p:ext>
            </p:extLst>
          </p:nvPr>
        </p:nvGraphicFramePr>
        <p:xfrm>
          <a:off x="1558925" y="1905000"/>
          <a:ext cx="9074150" cy="4133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7075">
                  <a:extLst>
                    <a:ext uri="{9D8B030D-6E8A-4147-A177-3AD203B41FA5}">
                      <a16:colId xmlns:a16="http://schemas.microsoft.com/office/drawing/2014/main" val="2017568053"/>
                    </a:ext>
                  </a:extLst>
                </a:gridCol>
                <a:gridCol w="4537075">
                  <a:extLst>
                    <a:ext uri="{9D8B030D-6E8A-4147-A177-3AD203B41FA5}">
                      <a16:colId xmlns:a16="http://schemas.microsoft.com/office/drawing/2014/main" val="1657928671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前期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後期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267677"/>
                  </a:ext>
                </a:extLst>
              </a:tr>
              <a:tr h="68897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英語</a:t>
                      </a:r>
                      <a:r>
                        <a:rPr kumimoji="1" lang="en-US" altLang="ja-JP" sz="2400" dirty="0"/>
                        <a:t>1A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英語</a:t>
                      </a:r>
                      <a:r>
                        <a:rPr kumimoji="1" lang="en-US" altLang="ja-JP" sz="2400" dirty="0"/>
                        <a:t>1B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111113"/>
                  </a:ext>
                </a:extLst>
              </a:tr>
              <a:tr h="68897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英語</a:t>
                      </a:r>
                      <a:r>
                        <a:rPr kumimoji="1" lang="en-US" altLang="ja-JP" sz="2400" dirty="0"/>
                        <a:t>2A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英語</a:t>
                      </a:r>
                      <a:r>
                        <a:rPr kumimoji="1" lang="en-US" altLang="ja-JP" sz="2400" dirty="0"/>
                        <a:t>2B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616239"/>
                  </a:ext>
                </a:extLst>
              </a:tr>
              <a:tr h="68897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スポーツ実技</a:t>
                      </a:r>
                      <a:r>
                        <a:rPr kumimoji="1" lang="en-US" altLang="ja-JP" sz="2400" dirty="0"/>
                        <a:t>1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solidFill>
                            <a:schemeClr val="accent6"/>
                          </a:solidFill>
                        </a:rPr>
                        <a:t>スポーツ実技</a:t>
                      </a:r>
                      <a:r>
                        <a:rPr kumimoji="1" lang="en-US" altLang="ja-JP" sz="2400" dirty="0">
                          <a:solidFill>
                            <a:schemeClr val="accent6"/>
                          </a:solidFill>
                        </a:rPr>
                        <a:t>2</a:t>
                      </a:r>
                      <a:endParaRPr kumimoji="1" lang="ja-JP" altLang="en-US" sz="24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083760"/>
                  </a:ext>
                </a:extLst>
              </a:tr>
              <a:tr h="68897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基礎化学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solidFill>
                            <a:schemeClr val="accent6"/>
                          </a:solidFill>
                        </a:rPr>
                        <a:t>総合化学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7938827"/>
                  </a:ext>
                </a:extLst>
              </a:tr>
              <a:tr h="68897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基礎生物学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solidFill>
                            <a:schemeClr val="accent6"/>
                          </a:solidFill>
                        </a:rPr>
                        <a:t>総合生物学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531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56203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B6E74E6-975C-6E51-B008-5B57CC81EB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数学の重要性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8DC65AB-8044-606F-3E35-A5407111A1AC}"/>
              </a:ext>
            </a:extLst>
          </p:cNvPr>
          <p:cNvSpPr txBox="1"/>
          <p:nvPr/>
        </p:nvSpPr>
        <p:spPr>
          <a:xfrm>
            <a:off x="930368" y="1267235"/>
            <a:ext cx="7007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農学部，生物資源科学部に数学は必要か？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DCA579-56E0-69D5-332F-B22DE1CC859B}"/>
              </a:ext>
            </a:extLst>
          </p:cNvPr>
          <p:cNvSpPr txBox="1"/>
          <p:nvPr/>
        </p:nvSpPr>
        <p:spPr>
          <a:xfrm>
            <a:off x="930368" y="2075888"/>
            <a:ext cx="11261632" cy="370018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ja-JP" altLang="en-US" sz="3200" dirty="0"/>
              <a:t>「</a:t>
            </a:r>
            <a:r>
              <a:rPr kumimoji="1" lang="ja-JP" altLang="en-US" sz="3200" dirty="0">
                <a:solidFill>
                  <a:schemeClr val="accent5"/>
                </a:solidFill>
              </a:rPr>
              <a:t>数</a:t>
            </a:r>
            <a:r>
              <a:rPr kumimoji="1" lang="en-US" altLang="ja-JP" sz="3200" dirty="0">
                <a:solidFill>
                  <a:schemeClr val="accent5"/>
                </a:solidFill>
              </a:rPr>
              <a:t>III</a:t>
            </a:r>
            <a:r>
              <a:rPr kumimoji="1" lang="ja-JP" altLang="en-US" sz="3200" dirty="0">
                <a:solidFill>
                  <a:schemeClr val="accent5"/>
                </a:solidFill>
              </a:rPr>
              <a:t>までは要求しません</a:t>
            </a:r>
            <a:r>
              <a:rPr kumimoji="1" lang="ja-JP" altLang="en-US" sz="3200" dirty="0"/>
              <a:t>が，数</a:t>
            </a:r>
            <a:r>
              <a:rPr kumimoji="1" lang="en-US" altLang="ja-JP" sz="3200" dirty="0"/>
              <a:t>II</a:t>
            </a:r>
            <a:r>
              <a:rPr kumimoji="1" lang="ja-JP" altLang="en-US" sz="3200" dirty="0"/>
              <a:t>までは学校の授業で勉強してほしい．大学で必要な数学は限られていますが，実験データの解析などで必要になるため，基礎は必要です．」</a:t>
            </a:r>
          </a:p>
          <a:p>
            <a:pPr algn="ctr">
              <a:lnSpc>
                <a:spcPct val="150000"/>
              </a:lnSpc>
            </a:pPr>
            <a:r>
              <a:rPr kumimoji="1" lang="ja-JP" altLang="en-US" sz="3200" dirty="0"/>
              <a:t>岩崎直人（明治大学農学部教授）</a:t>
            </a:r>
          </a:p>
          <a:p>
            <a:pPr marL="171450" indent="-1714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ja-JP" altLang="en-US" sz="3200" dirty="0">
                <a:solidFill>
                  <a:schemeClr val="accent5"/>
                </a:solidFill>
              </a:rPr>
              <a:t>   農学系はデータ解析を重視する分野です．</a:t>
            </a:r>
          </a:p>
        </p:txBody>
      </p:sp>
    </p:spTree>
    <p:extLst>
      <p:ext uri="{BB962C8B-B14F-4D97-AF65-F5344CB8AC3E}">
        <p14:creationId xmlns:p14="http://schemas.microsoft.com/office/powerpoint/2010/main" val="1802927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5EF151D-30F6-DE1F-0A4F-44D813C54C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ja-JP" altLang="en-US" dirty="0"/>
              <a:t>数学系，情報系 教養科目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928997B-1F2A-152C-D48C-302C196223A3}"/>
              </a:ext>
            </a:extLst>
          </p:cNvPr>
          <p:cNvSpPr txBox="1"/>
          <p:nvPr/>
        </p:nvSpPr>
        <p:spPr>
          <a:xfrm>
            <a:off x="930368" y="1343435"/>
            <a:ext cx="1070764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accent6"/>
                </a:solidFill>
              </a:rPr>
              <a:t>線形代数</a:t>
            </a:r>
            <a:endParaRPr kumimoji="1" lang="en-US" altLang="ja-JP" sz="2800" dirty="0">
              <a:solidFill>
                <a:schemeClr val="accent6"/>
              </a:solidFill>
            </a:endParaRPr>
          </a:p>
          <a:p>
            <a:pPr indent="361950"/>
            <a:r>
              <a:rPr kumimoji="1" lang="ja-JP" altLang="en-US" sz="2800" dirty="0"/>
              <a:t>行列や線形空間の基礎</a:t>
            </a:r>
            <a:endParaRPr kumimoji="1" lang="en-US" altLang="ja-JP" sz="2800" dirty="0"/>
          </a:p>
          <a:p>
            <a:endParaRPr kumimoji="1" lang="en-US" altLang="ja-JP" sz="800" dirty="0"/>
          </a:p>
          <a:p>
            <a:r>
              <a:rPr kumimoji="1" lang="ja-JP" altLang="en-US" sz="2800" dirty="0">
                <a:solidFill>
                  <a:schemeClr val="accent6"/>
                </a:solidFill>
              </a:rPr>
              <a:t>解析学</a:t>
            </a:r>
            <a:endParaRPr kumimoji="1" lang="en-US" altLang="ja-JP" sz="2800" dirty="0"/>
          </a:p>
          <a:p>
            <a:pPr indent="361950"/>
            <a:r>
              <a:rPr kumimoji="1" lang="ja-JP" altLang="en-US" sz="2800" dirty="0"/>
              <a:t>微分積分の基礎</a:t>
            </a:r>
            <a:endParaRPr kumimoji="1" lang="en-US" altLang="ja-JP" sz="2800" dirty="0"/>
          </a:p>
          <a:p>
            <a:endParaRPr kumimoji="1" lang="en-US" altLang="zh-TW" sz="800" dirty="0"/>
          </a:p>
          <a:p>
            <a:r>
              <a:rPr kumimoji="1" lang="ja-JP" altLang="en-US" sz="2800" dirty="0">
                <a:solidFill>
                  <a:schemeClr val="accent6"/>
                </a:solidFill>
              </a:rPr>
              <a:t>統計学入門</a:t>
            </a:r>
            <a:endParaRPr kumimoji="1" lang="en-US" altLang="ja-JP" sz="2800" dirty="0"/>
          </a:p>
          <a:p>
            <a:pPr indent="361950"/>
            <a:r>
              <a:rPr kumimoji="1" lang="ja-JP" altLang="en-US" sz="2800" dirty="0"/>
              <a:t>統計学の基礎，確率分布，推定，検定</a:t>
            </a:r>
            <a:endParaRPr kumimoji="1" lang="en-US" altLang="ja-JP" sz="2800" dirty="0"/>
          </a:p>
          <a:p>
            <a:endParaRPr kumimoji="1" lang="en-US" altLang="ja-JP" sz="800" dirty="0"/>
          </a:p>
          <a:p>
            <a:r>
              <a:rPr kumimoji="1" lang="ja-JP" altLang="en-US" sz="2800" dirty="0">
                <a:solidFill>
                  <a:schemeClr val="accent6"/>
                </a:solidFill>
              </a:rPr>
              <a:t>推計学入門</a:t>
            </a:r>
            <a:endParaRPr kumimoji="1" lang="en-US" altLang="ja-JP" sz="2800" dirty="0">
              <a:solidFill>
                <a:schemeClr val="accent6"/>
              </a:solidFill>
            </a:endParaRPr>
          </a:p>
          <a:p>
            <a:pPr indent="361950"/>
            <a:r>
              <a:rPr kumimoji="1" lang="ja-JP" altLang="en-US" sz="2800" dirty="0"/>
              <a:t>具体例によるデータの処理方法</a:t>
            </a:r>
            <a:endParaRPr kumimoji="1" lang="en-US" altLang="ja-JP" sz="2800" dirty="0"/>
          </a:p>
          <a:p>
            <a:endParaRPr kumimoji="1" lang="en-US" altLang="ja-JP" sz="800" dirty="0"/>
          </a:p>
          <a:p>
            <a:r>
              <a:rPr kumimoji="1" lang="ja-JP" altLang="en-US" sz="2800" dirty="0">
                <a:solidFill>
                  <a:schemeClr val="accent6"/>
                </a:solidFill>
              </a:rPr>
              <a:t>情報科学</a:t>
            </a:r>
            <a:endParaRPr kumimoji="1" lang="en-US" altLang="ja-JP" sz="2800" dirty="0">
              <a:solidFill>
                <a:schemeClr val="accent6"/>
              </a:solidFill>
            </a:endParaRPr>
          </a:p>
          <a:p>
            <a:pPr indent="361950"/>
            <a:r>
              <a:rPr kumimoji="1" lang="ja-JP" altLang="en-US" sz="2800" dirty="0"/>
              <a:t>コンピュータサイエンスの基礎，「</a:t>
            </a:r>
            <a:r>
              <a:rPr kumimoji="1" lang="en-US" altLang="ja-JP" sz="2800" dirty="0"/>
              <a:t>Processing</a:t>
            </a:r>
            <a:r>
              <a:rPr kumimoji="1" lang="ja-JP" altLang="en-US" sz="2800" dirty="0"/>
              <a:t>をはじめよう」</a:t>
            </a:r>
            <a:endParaRPr kumimoji="1"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3353723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CF2EE09-BD27-8C2D-15D2-A9BA925A8A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就活に役立つ科目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A5AE512-B6E8-618C-18EE-CDC9F8DAAA84}"/>
              </a:ext>
            </a:extLst>
          </p:cNvPr>
          <p:cNvSpPr txBox="1"/>
          <p:nvPr/>
        </p:nvSpPr>
        <p:spPr>
          <a:xfrm>
            <a:off x="930368" y="1267235"/>
            <a:ext cx="10707640" cy="491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800" dirty="0">
                <a:solidFill>
                  <a:schemeClr val="accent6"/>
                </a:solidFill>
              </a:rPr>
              <a:t>日本語表現の基礎</a:t>
            </a:r>
            <a:endParaRPr kumimoji="1" lang="en-US" altLang="ja-JP" sz="2800" dirty="0"/>
          </a:p>
          <a:p>
            <a:pPr indent="361950">
              <a:lnSpc>
                <a:spcPct val="150000"/>
              </a:lnSpc>
            </a:pPr>
            <a:r>
              <a:rPr kumimoji="1" lang="ja-JP" altLang="en-US" sz="2800" dirty="0"/>
              <a:t>漢字や慣用句の正しい使い方，敬語表現，文章作成能力の向上</a:t>
            </a:r>
            <a:endParaRPr kumimoji="1" lang="en-US" altLang="ja-JP" sz="2800" dirty="0"/>
          </a:p>
          <a:p>
            <a:pPr>
              <a:lnSpc>
                <a:spcPct val="150000"/>
              </a:lnSpc>
            </a:pPr>
            <a:endParaRPr kumimoji="1" lang="en-US" altLang="ja-JP" sz="800" dirty="0"/>
          </a:p>
          <a:p>
            <a:pPr>
              <a:lnSpc>
                <a:spcPct val="150000"/>
              </a:lnSpc>
            </a:pPr>
            <a:r>
              <a:rPr kumimoji="1" lang="ja-JP" altLang="en-US" sz="2800" dirty="0">
                <a:solidFill>
                  <a:schemeClr val="accent6"/>
                </a:solidFill>
              </a:rPr>
              <a:t>経済学入門</a:t>
            </a:r>
            <a:endParaRPr kumimoji="1" lang="en-US" altLang="ja-JP" sz="2800" dirty="0">
              <a:solidFill>
                <a:schemeClr val="accent6"/>
              </a:solidFill>
            </a:endParaRPr>
          </a:p>
          <a:p>
            <a:pPr indent="361950">
              <a:lnSpc>
                <a:spcPct val="150000"/>
              </a:lnSpc>
            </a:pPr>
            <a:r>
              <a:rPr kumimoji="1" lang="ja-JP" altLang="en-US" sz="2800" dirty="0"/>
              <a:t>経済学の基本概念，現実社会の経済現象を理解と分析</a:t>
            </a:r>
            <a:endParaRPr kumimoji="1" lang="en-US" altLang="ja-JP" sz="2800" dirty="0"/>
          </a:p>
          <a:p>
            <a:pPr>
              <a:lnSpc>
                <a:spcPct val="150000"/>
              </a:lnSpc>
            </a:pPr>
            <a:endParaRPr kumimoji="1" lang="en-US" altLang="ja-JP" sz="800" dirty="0"/>
          </a:p>
          <a:p>
            <a:pPr>
              <a:lnSpc>
                <a:spcPct val="150000"/>
              </a:lnSpc>
            </a:pPr>
            <a:r>
              <a:rPr kumimoji="1" lang="ja-JP" altLang="en-US" sz="2800" dirty="0">
                <a:solidFill>
                  <a:schemeClr val="accent6"/>
                </a:solidFill>
              </a:rPr>
              <a:t>経済と現代社会</a:t>
            </a:r>
            <a:endParaRPr kumimoji="1" lang="en-US" altLang="ja-JP" sz="2800" dirty="0"/>
          </a:p>
          <a:p>
            <a:pPr indent="361950">
              <a:lnSpc>
                <a:spcPct val="150000"/>
              </a:lnSpc>
            </a:pPr>
            <a:r>
              <a:rPr kumimoji="1" lang="ja-JP" altLang="en-US" sz="2800" dirty="0"/>
              <a:t>日本が抱える社会・経済問題，少子高齢化や財政問題，</a:t>
            </a:r>
            <a:endParaRPr kumimoji="1" lang="en-US" altLang="ja-JP" sz="2800" dirty="0"/>
          </a:p>
          <a:p>
            <a:pPr indent="361950">
              <a:lnSpc>
                <a:spcPct val="150000"/>
              </a:lnSpc>
            </a:pPr>
            <a:r>
              <a:rPr kumimoji="1" lang="ja-JP" altLang="en-US" sz="2800" dirty="0"/>
              <a:t>雇用制度や働き方改革</a:t>
            </a:r>
          </a:p>
        </p:txBody>
      </p:sp>
    </p:spTree>
    <p:extLst>
      <p:ext uri="{BB962C8B-B14F-4D97-AF65-F5344CB8AC3E}">
        <p14:creationId xmlns:p14="http://schemas.microsoft.com/office/powerpoint/2010/main" val="1141355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9D49054-9490-DDC7-999E-CDD383F570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59396" y="2459820"/>
            <a:ext cx="5273208" cy="1307416"/>
          </a:xfrm>
        </p:spPr>
        <p:txBody>
          <a:bodyPr/>
          <a:lstStyle/>
          <a:p>
            <a:pPr algn="ctr"/>
            <a:r>
              <a:rPr kumimoji="1" lang="en-US" altLang="ja-JP" sz="8800" dirty="0"/>
              <a:t>Thanks </a:t>
            </a:r>
            <a:r>
              <a:rPr lang="en-US" altLang="ja-JP" sz="8800" dirty="0"/>
              <a:t>!</a:t>
            </a:r>
            <a:endParaRPr kumimoji="1" lang="ja-JP" altLang="en-US" sz="8800" dirty="0"/>
          </a:p>
        </p:txBody>
      </p:sp>
      <p:sp>
        <p:nvSpPr>
          <p:cNvPr id="4744" name="Google Shape;4744;p34"/>
          <p:cNvSpPr txBox="1"/>
          <p:nvPr/>
        </p:nvSpPr>
        <p:spPr>
          <a:xfrm>
            <a:off x="3459396" y="3766873"/>
            <a:ext cx="5273208" cy="3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r>
              <a:rPr lang="en-US" altLang="ja-JP" sz="2000" dirty="0">
                <a:solidFill>
                  <a:schemeClr val="dk1"/>
                </a:solidFill>
                <a:ea typeface="Meiryo"/>
                <a:cs typeface="Meiryo"/>
                <a:sym typeface="Meiryo"/>
              </a:rPr>
              <a:t>Please keep this slide for attribution</a:t>
            </a:r>
            <a:endParaRPr sz="2000" dirty="0">
              <a:solidFill>
                <a:schemeClr val="dk1"/>
              </a:solidFill>
              <a:ea typeface="Meiryo"/>
              <a:cs typeface="Meiryo"/>
              <a:sym typeface="Meiryo"/>
            </a:endParaRPr>
          </a:p>
        </p:txBody>
      </p:sp>
      <p:grpSp>
        <p:nvGrpSpPr>
          <p:cNvPr id="4745" name="Google Shape;4745;p34"/>
          <p:cNvGrpSpPr/>
          <p:nvPr/>
        </p:nvGrpSpPr>
        <p:grpSpPr>
          <a:xfrm>
            <a:off x="1204983" y="4114437"/>
            <a:ext cx="1443021" cy="2085108"/>
            <a:chOff x="3042625" y="2926050"/>
            <a:chExt cx="1077525" cy="1556825"/>
          </a:xfrm>
        </p:grpSpPr>
        <p:sp>
          <p:nvSpPr>
            <p:cNvPr id="4746" name="Google Shape;4746;p34"/>
            <p:cNvSpPr/>
            <p:nvPr/>
          </p:nvSpPr>
          <p:spPr>
            <a:xfrm>
              <a:off x="3042625" y="2926050"/>
              <a:ext cx="1077525" cy="1556825"/>
            </a:xfrm>
            <a:custGeom>
              <a:avLst/>
              <a:gdLst/>
              <a:ahLst/>
              <a:cxnLst/>
              <a:rect l="l" t="t" r="r" b="b"/>
              <a:pathLst>
                <a:path w="43101" h="62273" extrusionOk="0">
                  <a:moveTo>
                    <a:pt x="3989" y="7705"/>
                  </a:moveTo>
                  <a:lnTo>
                    <a:pt x="3977" y="14313"/>
                  </a:lnTo>
                  <a:lnTo>
                    <a:pt x="1048" y="14313"/>
                  </a:lnTo>
                  <a:cubicBezTo>
                    <a:pt x="787" y="14313"/>
                    <a:pt x="882" y="14182"/>
                    <a:pt x="894" y="13849"/>
                  </a:cubicBezTo>
                  <a:cubicBezTo>
                    <a:pt x="977" y="11408"/>
                    <a:pt x="2037" y="9420"/>
                    <a:pt x="3989" y="7705"/>
                  </a:cubicBezTo>
                  <a:close/>
                  <a:moveTo>
                    <a:pt x="9118" y="5916"/>
                  </a:moveTo>
                  <a:cubicBezTo>
                    <a:pt x="10439" y="5916"/>
                    <a:pt x="11747" y="6274"/>
                    <a:pt x="13026" y="6979"/>
                  </a:cubicBezTo>
                  <a:cubicBezTo>
                    <a:pt x="15491" y="8336"/>
                    <a:pt x="16908" y="10503"/>
                    <a:pt x="17241" y="13337"/>
                  </a:cubicBezTo>
                  <a:cubicBezTo>
                    <a:pt x="17277" y="13682"/>
                    <a:pt x="17384" y="13765"/>
                    <a:pt x="17705" y="13765"/>
                  </a:cubicBezTo>
                  <a:cubicBezTo>
                    <a:pt x="18148" y="13755"/>
                    <a:pt x="18589" y="13752"/>
                    <a:pt x="19028" y="13752"/>
                  </a:cubicBezTo>
                  <a:cubicBezTo>
                    <a:pt x="19629" y="13752"/>
                    <a:pt x="20227" y="13759"/>
                    <a:pt x="20825" y="13765"/>
                  </a:cubicBezTo>
                  <a:cubicBezTo>
                    <a:pt x="20853" y="13762"/>
                    <a:pt x="20883" y="13761"/>
                    <a:pt x="20913" y="13761"/>
                  </a:cubicBezTo>
                  <a:cubicBezTo>
                    <a:pt x="20996" y="13761"/>
                    <a:pt x="21083" y="13772"/>
                    <a:pt x="21170" y="13789"/>
                  </a:cubicBezTo>
                  <a:lnTo>
                    <a:pt x="21230" y="13789"/>
                  </a:lnTo>
                  <a:cubicBezTo>
                    <a:pt x="21384" y="13789"/>
                    <a:pt x="21503" y="13932"/>
                    <a:pt x="21480" y="14087"/>
                  </a:cubicBezTo>
                  <a:cubicBezTo>
                    <a:pt x="21480" y="14111"/>
                    <a:pt x="21491" y="14146"/>
                    <a:pt x="21491" y="14170"/>
                  </a:cubicBezTo>
                  <a:cubicBezTo>
                    <a:pt x="21468" y="14206"/>
                    <a:pt x="21432" y="14230"/>
                    <a:pt x="21396" y="14254"/>
                  </a:cubicBezTo>
                  <a:cubicBezTo>
                    <a:pt x="21349" y="14289"/>
                    <a:pt x="21289" y="14313"/>
                    <a:pt x="21230" y="14313"/>
                  </a:cubicBezTo>
                  <a:lnTo>
                    <a:pt x="5430" y="14313"/>
                  </a:lnTo>
                  <a:lnTo>
                    <a:pt x="5430" y="13646"/>
                  </a:lnTo>
                  <a:cubicBezTo>
                    <a:pt x="5442" y="11384"/>
                    <a:pt x="5430" y="9122"/>
                    <a:pt x="5430" y="6848"/>
                  </a:cubicBezTo>
                  <a:cubicBezTo>
                    <a:pt x="6661" y="6224"/>
                    <a:pt x="7895" y="5916"/>
                    <a:pt x="9118" y="5916"/>
                  </a:cubicBezTo>
                  <a:close/>
                  <a:moveTo>
                    <a:pt x="34652" y="7976"/>
                  </a:moveTo>
                  <a:cubicBezTo>
                    <a:pt x="35505" y="7976"/>
                    <a:pt x="36390" y="8464"/>
                    <a:pt x="36815" y="9265"/>
                  </a:cubicBezTo>
                  <a:cubicBezTo>
                    <a:pt x="37529" y="10622"/>
                    <a:pt x="37386" y="11991"/>
                    <a:pt x="36648" y="13289"/>
                  </a:cubicBezTo>
                  <a:cubicBezTo>
                    <a:pt x="36303" y="13908"/>
                    <a:pt x="35660" y="14111"/>
                    <a:pt x="35029" y="14254"/>
                  </a:cubicBezTo>
                  <a:cubicBezTo>
                    <a:pt x="34136" y="14432"/>
                    <a:pt x="33231" y="14527"/>
                    <a:pt x="32338" y="14527"/>
                  </a:cubicBezTo>
                  <a:cubicBezTo>
                    <a:pt x="32076" y="14527"/>
                    <a:pt x="31969" y="14468"/>
                    <a:pt x="31981" y="14194"/>
                  </a:cubicBezTo>
                  <a:cubicBezTo>
                    <a:pt x="31993" y="13801"/>
                    <a:pt x="31981" y="13408"/>
                    <a:pt x="31981" y="13027"/>
                  </a:cubicBezTo>
                  <a:cubicBezTo>
                    <a:pt x="32029" y="11932"/>
                    <a:pt x="32124" y="10837"/>
                    <a:pt x="32517" y="9801"/>
                  </a:cubicBezTo>
                  <a:cubicBezTo>
                    <a:pt x="32814" y="9003"/>
                    <a:pt x="33219" y="8277"/>
                    <a:pt x="34136" y="8039"/>
                  </a:cubicBezTo>
                  <a:cubicBezTo>
                    <a:pt x="34304" y="7996"/>
                    <a:pt x="34477" y="7976"/>
                    <a:pt x="34652" y="7976"/>
                  </a:cubicBezTo>
                  <a:close/>
                  <a:moveTo>
                    <a:pt x="30814" y="19421"/>
                  </a:moveTo>
                  <a:cubicBezTo>
                    <a:pt x="31124" y="19421"/>
                    <a:pt x="31112" y="19719"/>
                    <a:pt x="31112" y="20004"/>
                  </a:cubicBezTo>
                  <a:cubicBezTo>
                    <a:pt x="31088" y="30399"/>
                    <a:pt x="31100" y="41443"/>
                    <a:pt x="31100" y="51854"/>
                  </a:cubicBezTo>
                  <a:lnTo>
                    <a:pt x="25373" y="51854"/>
                  </a:lnTo>
                  <a:cubicBezTo>
                    <a:pt x="25159" y="51842"/>
                    <a:pt x="25040" y="51603"/>
                    <a:pt x="25159" y="51437"/>
                  </a:cubicBezTo>
                  <a:cubicBezTo>
                    <a:pt x="26254" y="49329"/>
                    <a:pt x="27337" y="47222"/>
                    <a:pt x="28433" y="45126"/>
                  </a:cubicBezTo>
                  <a:cubicBezTo>
                    <a:pt x="28623" y="44793"/>
                    <a:pt x="28719" y="44412"/>
                    <a:pt x="28707" y="44019"/>
                  </a:cubicBezTo>
                  <a:cubicBezTo>
                    <a:pt x="28707" y="36090"/>
                    <a:pt x="28707" y="28160"/>
                    <a:pt x="28707" y="20231"/>
                  </a:cubicBezTo>
                  <a:cubicBezTo>
                    <a:pt x="28707" y="19742"/>
                    <a:pt x="28707" y="19421"/>
                    <a:pt x="29100" y="19421"/>
                  </a:cubicBezTo>
                  <a:close/>
                  <a:moveTo>
                    <a:pt x="32129" y="19420"/>
                  </a:moveTo>
                  <a:cubicBezTo>
                    <a:pt x="32135" y="19420"/>
                    <a:pt x="32141" y="19420"/>
                    <a:pt x="32148" y="19421"/>
                  </a:cubicBezTo>
                  <a:lnTo>
                    <a:pt x="33850" y="19421"/>
                  </a:lnTo>
                  <a:cubicBezTo>
                    <a:pt x="34088" y="19421"/>
                    <a:pt x="34041" y="19659"/>
                    <a:pt x="34041" y="19885"/>
                  </a:cubicBezTo>
                  <a:lnTo>
                    <a:pt x="34041" y="20338"/>
                  </a:lnTo>
                  <a:lnTo>
                    <a:pt x="34041" y="44091"/>
                  </a:lnTo>
                  <a:cubicBezTo>
                    <a:pt x="34029" y="44436"/>
                    <a:pt x="34112" y="44781"/>
                    <a:pt x="34279" y="45091"/>
                  </a:cubicBezTo>
                  <a:cubicBezTo>
                    <a:pt x="35338" y="47127"/>
                    <a:pt x="37779" y="51854"/>
                    <a:pt x="37779" y="51854"/>
                  </a:cubicBezTo>
                  <a:lnTo>
                    <a:pt x="31933" y="51854"/>
                  </a:lnTo>
                  <a:cubicBezTo>
                    <a:pt x="31933" y="50228"/>
                    <a:pt x="31934" y="30521"/>
                    <a:pt x="31945" y="20754"/>
                  </a:cubicBezTo>
                  <a:cubicBezTo>
                    <a:pt x="31945" y="20385"/>
                    <a:pt x="31957" y="20016"/>
                    <a:pt x="31945" y="19635"/>
                  </a:cubicBezTo>
                  <a:cubicBezTo>
                    <a:pt x="31923" y="19522"/>
                    <a:pt x="32018" y="19420"/>
                    <a:pt x="32129" y="19420"/>
                  </a:cubicBezTo>
                  <a:close/>
                  <a:moveTo>
                    <a:pt x="4655" y="0"/>
                  </a:moveTo>
                  <a:cubicBezTo>
                    <a:pt x="4197" y="0"/>
                    <a:pt x="3989" y="264"/>
                    <a:pt x="3977" y="823"/>
                  </a:cubicBezTo>
                  <a:cubicBezTo>
                    <a:pt x="3977" y="2586"/>
                    <a:pt x="3965" y="4348"/>
                    <a:pt x="3989" y="6122"/>
                  </a:cubicBezTo>
                  <a:cubicBezTo>
                    <a:pt x="4013" y="6467"/>
                    <a:pt x="3858" y="6800"/>
                    <a:pt x="3573" y="6991"/>
                  </a:cubicBezTo>
                  <a:cubicBezTo>
                    <a:pt x="1453" y="8646"/>
                    <a:pt x="286" y="10813"/>
                    <a:pt x="60" y="13504"/>
                  </a:cubicBezTo>
                  <a:cubicBezTo>
                    <a:pt x="1" y="13980"/>
                    <a:pt x="1" y="14468"/>
                    <a:pt x="60" y="14956"/>
                  </a:cubicBezTo>
                  <a:cubicBezTo>
                    <a:pt x="263" y="17099"/>
                    <a:pt x="1120" y="18933"/>
                    <a:pt x="2584" y="20516"/>
                  </a:cubicBezTo>
                  <a:cubicBezTo>
                    <a:pt x="3037" y="21016"/>
                    <a:pt x="3846" y="21219"/>
                    <a:pt x="3954" y="21945"/>
                  </a:cubicBezTo>
                  <a:cubicBezTo>
                    <a:pt x="4073" y="22612"/>
                    <a:pt x="3977" y="23314"/>
                    <a:pt x="3977" y="24005"/>
                  </a:cubicBezTo>
                  <a:lnTo>
                    <a:pt x="3977" y="24112"/>
                  </a:lnTo>
                  <a:cubicBezTo>
                    <a:pt x="4001" y="24541"/>
                    <a:pt x="3727" y="24707"/>
                    <a:pt x="3370" y="24755"/>
                  </a:cubicBezTo>
                  <a:cubicBezTo>
                    <a:pt x="3335" y="24757"/>
                    <a:pt x="3301" y="24758"/>
                    <a:pt x="3266" y="24758"/>
                  </a:cubicBezTo>
                  <a:cubicBezTo>
                    <a:pt x="3098" y="24758"/>
                    <a:pt x="2931" y="24735"/>
                    <a:pt x="2763" y="24695"/>
                  </a:cubicBezTo>
                  <a:cubicBezTo>
                    <a:pt x="2651" y="24677"/>
                    <a:pt x="2551" y="24667"/>
                    <a:pt x="2463" y="24667"/>
                  </a:cubicBezTo>
                  <a:cubicBezTo>
                    <a:pt x="2091" y="24667"/>
                    <a:pt x="1923" y="24843"/>
                    <a:pt x="1894" y="25315"/>
                  </a:cubicBezTo>
                  <a:cubicBezTo>
                    <a:pt x="1846" y="25934"/>
                    <a:pt x="1572" y="26303"/>
                    <a:pt x="1013" y="26529"/>
                  </a:cubicBezTo>
                  <a:cubicBezTo>
                    <a:pt x="536" y="26708"/>
                    <a:pt x="394" y="27065"/>
                    <a:pt x="679" y="27493"/>
                  </a:cubicBezTo>
                  <a:cubicBezTo>
                    <a:pt x="1037" y="28029"/>
                    <a:pt x="1025" y="28517"/>
                    <a:pt x="679" y="29041"/>
                  </a:cubicBezTo>
                  <a:cubicBezTo>
                    <a:pt x="382" y="29482"/>
                    <a:pt x="560" y="29827"/>
                    <a:pt x="1025" y="30006"/>
                  </a:cubicBezTo>
                  <a:cubicBezTo>
                    <a:pt x="1596" y="30232"/>
                    <a:pt x="1870" y="30601"/>
                    <a:pt x="1894" y="31220"/>
                  </a:cubicBezTo>
                  <a:cubicBezTo>
                    <a:pt x="1913" y="31629"/>
                    <a:pt x="2108" y="31863"/>
                    <a:pt x="2465" y="31863"/>
                  </a:cubicBezTo>
                  <a:cubicBezTo>
                    <a:pt x="2544" y="31863"/>
                    <a:pt x="2632" y="31851"/>
                    <a:pt x="2727" y="31827"/>
                  </a:cubicBezTo>
                  <a:cubicBezTo>
                    <a:pt x="2858" y="31803"/>
                    <a:pt x="2989" y="31780"/>
                    <a:pt x="3120" y="31780"/>
                  </a:cubicBezTo>
                  <a:cubicBezTo>
                    <a:pt x="3180" y="31775"/>
                    <a:pt x="3236" y="31773"/>
                    <a:pt x="3289" y="31773"/>
                  </a:cubicBezTo>
                  <a:cubicBezTo>
                    <a:pt x="3812" y="31773"/>
                    <a:pt x="3989" y="31995"/>
                    <a:pt x="3989" y="32601"/>
                  </a:cubicBezTo>
                  <a:cubicBezTo>
                    <a:pt x="3989" y="41055"/>
                    <a:pt x="3989" y="49508"/>
                    <a:pt x="4001" y="57973"/>
                  </a:cubicBezTo>
                  <a:cubicBezTo>
                    <a:pt x="4001" y="58402"/>
                    <a:pt x="3882" y="58473"/>
                    <a:pt x="3477" y="58485"/>
                  </a:cubicBezTo>
                  <a:cubicBezTo>
                    <a:pt x="2620" y="58509"/>
                    <a:pt x="2299" y="58414"/>
                    <a:pt x="2239" y="58819"/>
                  </a:cubicBezTo>
                  <a:cubicBezTo>
                    <a:pt x="2132" y="59462"/>
                    <a:pt x="1691" y="59188"/>
                    <a:pt x="1263" y="59366"/>
                  </a:cubicBezTo>
                  <a:cubicBezTo>
                    <a:pt x="1037" y="59462"/>
                    <a:pt x="1072" y="59747"/>
                    <a:pt x="1060" y="59866"/>
                  </a:cubicBezTo>
                  <a:cubicBezTo>
                    <a:pt x="1060" y="60021"/>
                    <a:pt x="989" y="60152"/>
                    <a:pt x="882" y="60247"/>
                  </a:cubicBezTo>
                  <a:cubicBezTo>
                    <a:pt x="620" y="60426"/>
                    <a:pt x="536" y="60771"/>
                    <a:pt x="679" y="61045"/>
                  </a:cubicBezTo>
                  <a:cubicBezTo>
                    <a:pt x="810" y="61390"/>
                    <a:pt x="1096" y="61474"/>
                    <a:pt x="1441" y="61474"/>
                  </a:cubicBezTo>
                  <a:lnTo>
                    <a:pt x="11919" y="61474"/>
                  </a:lnTo>
                  <a:cubicBezTo>
                    <a:pt x="12455" y="61474"/>
                    <a:pt x="12752" y="61212"/>
                    <a:pt x="12752" y="60783"/>
                  </a:cubicBezTo>
                  <a:cubicBezTo>
                    <a:pt x="12752" y="60366"/>
                    <a:pt x="12455" y="60116"/>
                    <a:pt x="11919" y="60105"/>
                  </a:cubicBezTo>
                  <a:lnTo>
                    <a:pt x="9859" y="60105"/>
                  </a:lnTo>
                  <a:cubicBezTo>
                    <a:pt x="9811" y="60105"/>
                    <a:pt x="9759" y="60110"/>
                    <a:pt x="9709" y="60110"/>
                  </a:cubicBezTo>
                  <a:cubicBezTo>
                    <a:pt x="9600" y="60110"/>
                    <a:pt x="9503" y="60082"/>
                    <a:pt x="9478" y="59902"/>
                  </a:cubicBezTo>
                  <a:cubicBezTo>
                    <a:pt x="9419" y="59343"/>
                    <a:pt x="9038" y="59247"/>
                    <a:pt x="8549" y="59235"/>
                  </a:cubicBezTo>
                  <a:cubicBezTo>
                    <a:pt x="8481" y="59235"/>
                    <a:pt x="8390" y="59268"/>
                    <a:pt x="8308" y="59268"/>
                  </a:cubicBezTo>
                  <a:cubicBezTo>
                    <a:pt x="8219" y="59268"/>
                    <a:pt x="8140" y="59230"/>
                    <a:pt x="8109" y="59069"/>
                  </a:cubicBezTo>
                  <a:cubicBezTo>
                    <a:pt x="8014" y="58557"/>
                    <a:pt x="7633" y="58473"/>
                    <a:pt x="7180" y="58473"/>
                  </a:cubicBezTo>
                  <a:cubicBezTo>
                    <a:pt x="6775" y="58485"/>
                    <a:pt x="6371" y="58485"/>
                    <a:pt x="5954" y="58485"/>
                  </a:cubicBezTo>
                  <a:cubicBezTo>
                    <a:pt x="5489" y="58485"/>
                    <a:pt x="5335" y="58402"/>
                    <a:pt x="5335" y="57890"/>
                  </a:cubicBezTo>
                  <a:cubicBezTo>
                    <a:pt x="5359" y="49484"/>
                    <a:pt x="5370" y="41078"/>
                    <a:pt x="5359" y="32684"/>
                  </a:cubicBezTo>
                  <a:lnTo>
                    <a:pt x="5359" y="32399"/>
                  </a:lnTo>
                  <a:cubicBezTo>
                    <a:pt x="5370" y="31994"/>
                    <a:pt x="5609" y="31803"/>
                    <a:pt x="5990" y="31780"/>
                  </a:cubicBezTo>
                  <a:cubicBezTo>
                    <a:pt x="6028" y="31778"/>
                    <a:pt x="6067" y="31777"/>
                    <a:pt x="6106" y="31777"/>
                  </a:cubicBezTo>
                  <a:cubicBezTo>
                    <a:pt x="6293" y="31777"/>
                    <a:pt x="6479" y="31800"/>
                    <a:pt x="6656" y="31839"/>
                  </a:cubicBezTo>
                  <a:cubicBezTo>
                    <a:pt x="6731" y="31853"/>
                    <a:pt x="6802" y="31861"/>
                    <a:pt x="6869" y="31861"/>
                  </a:cubicBezTo>
                  <a:cubicBezTo>
                    <a:pt x="7194" y="31861"/>
                    <a:pt x="7410" y="31687"/>
                    <a:pt x="7430" y="31291"/>
                  </a:cubicBezTo>
                  <a:cubicBezTo>
                    <a:pt x="7466" y="30625"/>
                    <a:pt x="7775" y="30208"/>
                    <a:pt x="8407" y="29970"/>
                  </a:cubicBezTo>
                  <a:cubicBezTo>
                    <a:pt x="8811" y="29815"/>
                    <a:pt x="8918" y="29470"/>
                    <a:pt x="8680" y="29101"/>
                  </a:cubicBezTo>
                  <a:cubicBezTo>
                    <a:pt x="8287" y="28529"/>
                    <a:pt x="8323" y="27982"/>
                    <a:pt x="8692" y="27410"/>
                  </a:cubicBezTo>
                  <a:cubicBezTo>
                    <a:pt x="8907" y="27065"/>
                    <a:pt x="8811" y="26731"/>
                    <a:pt x="8430" y="26588"/>
                  </a:cubicBezTo>
                  <a:cubicBezTo>
                    <a:pt x="7752" y="26338"/>
                    <a:pt x="7454" y="25874"/>
                    <a:pt x="7418" y="25160"/>
                  </a:cubicBezTo>
                  <a:cubicBezTo>
                    <a:pt x="7397" y="24832"/>
                    <a:pt x="7179" y="24664"/>
                    <a:pt x="6863" y="24664"/>
                  </a:cubicBezTo>
                  <a:cubicBezTo>
                    <a:pt x="6823" y="24664"/>
                    <a:pt x="6782" y="24666"/>
                    <a:pt x="6740" y="24672"/>
                  </a:cubicBezTo>
                  <a:cubicBezTo>
                    <a:pt x="6561" y="24695"/>
                    <a:pt x="6382" y="24755"/>
                    <a:pt x="6192" y="24767"/>
                  </a:cubicBezTo>
                  <a:cubicBezTo>
                    <a:pt x="6145" y="24771"/>
                    <a:pt x="6099" y="24773"/>
                    <a:pt x="6056" y="24773"/>
                  </a:cubicBezTo>
                  <a:cubicBezTo>
                    <a:pt x="5579" y="24773"/>
                    <a:pt x="5359" y="24529"/>
                    <a:pt x="5359" y="24005"/>
                  </a:cubicBezTo>
                  <a:cubicBezTo>
                    <a:pt x="5359" y="23671"/>
                    <a:pt x="5382" y="23338"/>
                    <a:pt x="5347" y="23005"/>
                  </a:cubicBezTo>
                  <a:cubicBezTo>
                    <a:pt x="5314" y="22697"/>
                    <a:pt x="5359" y="22565"/>
                    <a:pt x="5530" y="22565"/>
                  </a:cubicBezTo>
                  <a:cubicBezTo>
                    <a:pt x="5610" y="22565"/>
                    <a:pt x="5718" y="22594"/>
                    <a:pt x="5859" y="22648"/>
                  </a:cubicBezTo>
                  <a:cubicBezTo>
                    <a:pt x="6921" y="23057"/>
                    <a:pt x="8014" y="23251"/>
                    <a:pt x="9089" y="23251"/>
                  </a:cubicBezTo>
                  <a:cubicBezTo>
                    <a:pt x="12735" y="23251"/>
                    <a:pt x="16175" y="21020"/>
                    <a:pt x="17527" y="17397"/>
                  </a:cubicBezTo>
                  <a:cubicBezTo>
                    <a:pt x="17672" y="17050"/>
                    <a:pt x="17829" y="16955"/>
                    <a:pt x="18144" y="16955"/>
                  </a:cubicBezTo>
                  <a:cubicBezTo>
                    <a:pt x="18164" y="16955"/>
                    <a:pt x="18184" y="16956"/>
                    <a:pt x="18205" y="16956"/>
                  </a:cubicBezTo>
                  <a:cubicBezTo>
                    <a:pt x="18588" y="16966"/>
                    <a:pt x="18972" y="16970"/>
                    <a:pt x="19357" y="16970"/>
                  </a:cubicBezTo>
                  <a:cubicBezTo>
                    <a:pt x="19883" y="16970"/>
                    <a:pt x="20409" y="16963"/>
                    <a:pt x="20932" y="16956"/>
                  </a:cubicBezTo>
                  <a:cubicBezTo>
                    <a:pt x="21753" y="16956"/>
                    <a:pt x="22289" y="16504"/>
                    <a:pt x="22349" y="15706"/>
                  </a:cubicBezTo>
                  <a:cubicBezTo>
                    <a:pt x="22382" y="15383"/>
                    <a:pt x="22509" y="15373"/>
                    <a:pt x="22721" y="15373"/>
                  </a:cubicBezTo>
                  <a:cubicBezTo>
                    <a:pt x="22735" y="15373"/>
                    <a:pt x="22750" y="15373"/>
                    <a:pt x="22765" y="15373"/>
                  </a:cubicBezTo>
                  <a:lnTo>
                    <a:pt x="30790" y="15373"/>
                  </a:lnTo>
                  <a:cubicBezTo>
                    <a:pt x="31076" y="15373"/>
                    <a:pt x="31183" y="15432"/>
                    <a:pt x="31171" y="15730"/>
                  </a:cubicBezTo>
                  <a:cubicBezTo>
                    <a:pt x="31136" y="16516"/>
                    <a:pt x="31112" y="17290"/>
                    <a:pt x="31136" y="18076"/>
                  </a:cubicBezTo>
                  <a:cubicBezTo>
                    <a:pt x="31136" y="18468"/>
                    <a:pt x="31064" y="18504"/>
                    <a:pt x="30707" y="18516"/>
                  </a:cubicBezTo>
                  <a:cubicBezTo>
                    <a:pt x="30588" y="18520"/>
                    <a:pt x="30453" y="18521"/>
                    <a:pt x="30313" y="18521"/>
                  </a:cubicBezTo>
                  <a:cubicBezTo>
                    <a:pt x="30034" y="18521"/>
                    <a:pt x="29735" y="18516"/>
                    <a:pt x="29504" y="18516"/>
                  </a:cubicBezTo>
                  <a:cubicBezTo>
                    <a:pt x="28159" y="18516"/>
                    <a:pt x="27849" y="18885"/>
                    <a:pt x="27849" y="20219"/>
                  </a:cubicBezTo>
                  <a:lnTo>
                    <a:pt x="27849" y="43864"/>
                  </a:lnTo>
                  <a:cubicBezTo>
                    <a:pt x="27861" y="44234"/>
                    <a:pt x="27766" y="44603"/>
                    <a:pt x="27587" y="44924"/>
                  </a:cubicBezTo>
                  <a:cubicBezTo>
                    <a:pt x="25301" y="49270"/>
                    <a:pt x="23027" y="53616"/>
                    <a:pt x="20741" y="57973"/>
                  </a:cubicBezTo>
                  <a:cubicBezTo>
                    <a:pt x="19610" y="60140"/>
                    <a:pt x="20884" y="62248"/>
                    <a:pt x="23313" y="62248"/>
                  </a:cubicBezTo>
                  <a:cubicBezTo>
                    <a:pt x="26451" y="62248"/>
                    <a:pt x="29588" y="62227"/>
                    <a:pt x="32726" y="62227"/>
                  </a:cubicBezTo>
                  <a:cubicBezTo>
                    <a:pt x="34922" y="62227"/>
                    <a:pt x="37119" y="62237"/>
                    <a:pt x="39315" y="62271"/>
                  </a:cubicBezTo>
                  <a:cubicBezTo>
                    <a:pt x="39340" y="62272"/>
                    <a:pt x="39365" y="62272"/>
                    <a:pt x="39390" y="62272"/>
                  </a:cubicBezTo>
                  <a:cubicBezTo>
                    <a:pt x="41691" y="62272"/>
                    <a:pt x="43101" y="60093"/>
                    <a:pt x="41946" y="57926"/>
                  </a:cubicBezTo>
                  <a:cubicBezTo>
                    <a:pt x="39637" y="53580"/>
                    <a:pt x="37363" y="49198"/>
                    <a:pt x="35077" y="44829"/>
                  </a:cubicBezTo>
                  <a:cubicBezTo>
                    <a:pt x="34922" y="44543"/>
                    <a:pt x="34838" y="44210"/>
                    <a:pt x="34850" y="43876"/>
                  </a:cubicBezTo>
                  <a:cubicBezTo>
                    <a:pt x="34850" y="40959"/>
                    <a:pt x="34850" y="38042"/>
                    <a:pt x="34850" y="35125"/>
                  </a:cubicBezTo>
                  <a:lnTo>
                    <a:pt x="34850" y="19957"/>
                  </a:lnTo>
                  <a:cubicBezTo>
                    <a:pt x="34850" y="18980"/>
                    <a:pt x="34588" y="18540"/>
                    <a:pt x="33612" y="18540"/>
                  </a:cubicBezTo>
                  <a:cubicBezTo>
                    <a:pt x="33231" y="18540"/>
                    <a:pt x="32671" y="18516"/>
                    <a:pt x="32255" y="18516"/>
                  </a:cubicBezTo>
                  <a:cubicBezTo>
                    <a:pt x="32005" y="18516"/>
                    <a:pt x="31933" y="18433"/>
                    <a:pt x="31945" y="18195"/>
                  </a:cubicBezTo>
                  <a:cubicBezTo>
                    <a:pt x="31957" y="17385"/>
                    <a:pt x="31969" y="16563"/>
                    <a:pt x="31969" y="15742"/>
                  </a:cubicBezTo>
                  <a:cubicBezTo>
                    <a:pt x="31969" y="15456"/>
                    <a:pt x="32064" y="15361"/>
                    <a:pt x="32350" y="15349"/>
                  </a:cubicBezTo>
                  <a:cubicBezTo>
                    <a:pt x="33112" y="15313"/>
                    <a:pt x="33874" y="15278"/>
                    <a:pt x="34624" y="15170"/>
                  </a:cubicBezTo>
                  <a:cubicBezTo>
                    <a:pt x="35827" y="14992"/>
                    <a:pt x="36958" y="14647"/>
                    <a:pt x="37553" y="13420"/>
                  </a:cubicBezTo>
                  <a:cubicBezTo>
                    <a:pt x="38125" y="12301"/>
                    <a:pt x="38255" y="11015"/>
                    <a:pt x="37946" y="9801"/>
                  </a:cubicBezTo>
                  <a:cubicBezTo>
                    <a:pt x="37532" y="8203"/>
                    <a:pt x="36121" y="7120"/>
                    <a:pt x="34668" y="7120"/>
                  </a:cubicBezTo>
                  <a:cubicBezTo>
                    <a:pt x="34366" y="7120"/>
                    <a:pt x="34063" y="7167"/>
                    <a:pt x="33767" y="7265"/>
                  </a:cubicBezTo>
                  <a:cubicBezTo>
                    <a:pt x="32529" y="7669"/>
                    <a:pt x="31981" y="8693"/>
                    <a:pt x="31624" y="9848"/>
                  </a:cubicBezTo>
                  <a:cubicBezTo>
                    <a:pt x="31195" y="11241"/>
                    <a:pt x="31136" y="12670"/>
                    <a:pt x="31171" y="14099"/>
                  </a:cubicBezTo>
                  <a:cubicBezTo>
                    <a:pt x="31171" y="14373"/>
                    <a:pt x="31159" y="14527"/>
                    <a:pt x="30802" y="14527"/>
                  </a:cubicBezTo>
                  <a:cubicBezTo>
                    <a:pt x="29457" y="14522"/>
                    <a:pt x="28111" y="14519"/>
                    <a:pt x="26766" y="14519"/>
                  </a:cubicBezTo>
                  <a:cubicBezTo>
                    <a:pt x="25421" y="14519"/>
                    <a:pt x="24075" y="14522"/>
                    <a:pt x="22730" y="14527"/>
                  </a:cubicBezTo>
                  <a:cubicBezTo>
                    <a:pt x="22480" y="14527"/>
                    <a:pt x="22384" y="14492"/>
                    <a:pt x="22361" y="14206"/>
                  </a:cubicBezTo>
                  <a:cubicBezTo>
                    <a:pt x="22277" y="13384"/>
                    <a:pt x="21777" y="12944"/>
                    <a:pt x="20956" y="12944"/>
                  </a:cubicBezTo>
                  <a:cubicBezTo>
                    <a:pt x="20485" y="12937"/>
                    <a:pt x="20011" y="12925"/>
                    <a:pt x="19537" y="12925"/>
                  </a:cubicBezTo>
                  <a:cubicBezTo>
                    <a:pt x="19231" y="12925"/>
                    <a:pt x="18926" y="12930"/>
                    <a:pt x="18622" y="12944"/>
                  </a:cubicBezTo>
                  <a:cubicBezTo>
                    <a:pt x="18586" y="12946"/>
                    <a:pt x="18551" y="12947"/>
                    <a:pt x="18518" y="12947"/>
                  </a:cubicBezTo>
                  <a:cubicBezTo>
                    <a:pt x="18166" y="12947"/>
                    <a:pt x="18019" y="12823"/>
                    <a:pt x="17932" y="12420"/>
                  </a:cubicBezTo>
                  <a:cubicBezTo>
                    <a:pt x="17011" y="8019"/>
                    <a:pt x="13374" y="5130"/>
                    <a:pt x="9048" y="5130"/>
                  </a:cubicBezTo>
                  <a:cubicBezTo>
                    <a:pt x="8564" y="5130"/>
                    <a:pt x="8072" y="5166"/>
                    <a:pt x="7573" y="5241"/>
                  </a:cubicBezTo>
                  <a:cubicBezTo>
                    <a:pt x="6823" y="5360"/>
                    <a:pt x="6109" y="5622"/>
                    <a:pt x="5347" y="5872"/>
                  </a:cubicBezTo>
                  <a:lnTo>
                    <a:pt x="5347" y="812"/>
                  </a:lnTo>
                  <a:cubicBezTo>
                    <a:pt x="5347" y="383"/>
                    <a:pt x="5228" y="38"/>
                    <a:pt x="4716" y="2"/>
                  </a:cubicBezTo>
                  <a:cubicBezTo>
                    <a:pt x="4695" y="1"/>
                    <a:pt x="4674" y="0"/>
                    <a:pt x="46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47" name="Google Shape;4747;p34"/>
            <p:cNvSpPr/>
            <p:nvPr/>
          </p:nvSpPr>
          <p:spPr>
            <a:xfrm>
              <a:off x="3566500" y="4214625"/>
              <a:ext cx="525400" cy="247375"/>
            </a:xfrm>
            <a:custGeom>
              <a:avLst/>
              <a:gdLst/>
              <a:ahLst/>
              <a:cxnLst/>
              <a:rect l="l" t="t" r="r" b="b"/>
              <a:pathLst>
                <a:path w="21016" h="9895" extrusionOk="0">
                  <a:moveTo>
                    <a:pt x="4144" y="1"/>
                  </a:moveTo>
                  <a:cubicBezTo>
                    <a:pt x="2870" y="2406"/>
                    <a:pt x="1596" y="4799"/>
                    <a:pt x="346" y="7216"/>
                  </a:cubicBezTo>
                  <a:cubicBezTo>
                    <a:pt x="1" y="7907"/>
                    <a:pt x="179" y="8597"/>
                    <a:pt x="644" y="9193"/>
                  </a:cubicBezTo>
                  <a:cubicBezTo>
                    <a:pt x="1108" y="9764"/>
                    <a:pt x="1751" y="9895"/>
                    <a:pt x="2441" y="9895"/>
                  </a:cubicBezTo>
                  <a:cubicBezTo>
                    <a:pt x="5091" y="9889"/>
                    <a:pt x="7737" y="9886"/>
                    <a:pt x="10381" y="9886"/>
                  </a:cubicBezTo>
                  <a:cubicBezTo>
                    <a:pt x="13026" y="9886"/>
                    <a:pt x="15669" y="9889"/>
                    <a:pt x="18313" y="9895"/>
                  </a:cubicBezTo>
                  <a:cubicBezTo>
                    <a:pt x="18503" y="9895"/>
                    <a:pt x="18682" y="9883"/>
                    <a:pt x="18872" y="9871"/>
                  </a:cubicBezTo>
                  <a:cubicBezTo>
                    <a:pt x="20206" y="9693"/>
                    <a:pt x="21015" y="8335"/>
                    <a:pt x="20408" y="7145"/>
                  </a:cubicBezTo>
                  <a:cubicBezTo>
                    <a:pt x="19205" y="4752"/>
                    <a:pt x="17932" y="2394"/>
                    <a:pt x="16681" y="25"/>
                  </a:cubicBezTo>
                  <a:lnTo>
                    <a:pt x="4239" y="25"/>
                  </a:lnTo>
                  <a:cubicBezTo>
                    <a:pt x="4204" y="25"/>
                    <a:pt x="4168" y="13"/>
                    <a:pt x="4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48" name="Google Shape;4748;p34"/>
            <p:cNvSpPr/>
            <p:nvPr/>
          </p:nvSpPr>
          <p:spPr>
            <a:xfrm>
              <a:off x="3063775" y="3279700"/>
              <a:ext cx="519425" cy="207200"/>
            </a:xfrm>
            <a:custGeom>
              <a:avLst/>
              <a:gdLst/>
              <a:ahLst/>
              <a:cxnLst/>
              <a:rect l="l" t="t" r="r" b="b"/>
              <a:pathLst>
                <a:path w="20777" h="8288" extrusionOk="0">
                  <a:moveTo>
                    <a:pt x="71" y="0"/>
                  </a:moveTo>
                  <a:lnTo>
                    <a:pt x="36" y="36"/>
                  </a:lnTo>
                  <a:cubicBezTo>
                    <a:pt x="0" y="608"/>
                    <a:pt x="60" y="1179"/>
                    <a:pt x="202" y="1739"/>
                  </a:cubicBezTo>
                  <a:cubicBezTo>
                    <a:pt x="1024" y="5442"/>
                    <a:pt x="4132" y="8109"/>
                    <a:pt x="7811" y="8275"/>
                  </a:cubicBezTo>
                  <a:cubicBezTo>
                    <a:pt x="7958" y="8283"/>
                    <a:pt x="8105" y="8287"/>
                    <a:pt x="8252" y="8287"/>
                  </a:cubicBezTo>
                  <a:cubicBezTo>
                    <a:pt x="11837" y="8287"/>
                    <a:pt x="15033" y="5931"/>
                    <a:pt x="16073" y="2465"/>
                  </a:cubicBezTo>
                  <a:cubicBezTo>
                    <a:pt x="16177" y="2122"/>
                    <a:pt x="16313" y="1976"/>
                    <a:pt x="16672" y="1976"/>
                  </a:cubicBezTo>
                  <a:cubicBezTo>
                    <a:pt x="16687" y="1976"/>
                    <a:pt x="16701" y="1976"/>
                    <a:pt x="16716" y="1977"/>
                  </a:cubicBezTo>
                  <a:cubicBezTo>
                    <a:pt x="17105" y="1990"/>
                    <a:pt x="17494" y="1993"/>
                    <a:pt x="17883" y="1993"/>
                  </a:cubicBezTo>
                  <a:cubicBezTo>
                    <a:pt x="18420" y="1993"/>
                    <a:pt x="18956" y="1986"/>
                    <a:pt x="19493" y="1986"/>
                  </a:cubicBezTo>
                  <a:cubicBezTo>
                    <a:pt x="19663" y="1986"/>
                    <a:pt x="19833" y="1987"/>
                    <a:pt x="20003" y="1989"/>
                  </a:cubicBezTo>
                  <a:cubicBezTo>
                    <a:pt x="20384" y="1989"/>
                    <a:pt x="20681" y="1882"/>
                    <a:pt x="20693" y="1453"/>
                  </a:cubicBezTo>
                  <a:cubicBezTo>
                    <a:pt x="20705" y="977"/>
                    <a:pt x="20776" y="501"/>
                    <a:pt x="20645" y="24"/>
                  </a:cubicBezTo>
                  <a:cubicBezTo>
                    <a:pt x="20622" y="12"/>
                    <a:pt x="20586" y="12"/>
                    <a:pt x="205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49" name="Google Shape;4749;p34"/>
            <p:cNvSpPr/>
            <p:nvPr/>
          </p:nvSpPr>
          <p:spPr>
            <a:xfrm>
              <a:off x="3129250" y="3584300"/>
              <a:ext cx="84850" cy="79700"/>
            </a:xfrm>
            <a:custGeom>
              <a:avLst/>
              <a:gdLst/>
              <a:ahLst/>
              <a:cxnLst/>
              <a:rect l="l" t="t" r="r" b="b"/>
              <a:pathLst>
                <a:path w="3394" h="3188" extrusionOk="0">
                  <a:moveTo>
                    <a:pt x="1285" y="1"/>
                  </a:moveTo>
                  <a:cubicBezTo>
                    <a:pt x="792" y="1"/>
                    <a:pt x="312" y="173"/>
                    <a:pt x="0" y="497"/>
                  </a:cubicBezTo>
                  <a:lnTo>
                    <a:pt x="2691" y="3187"/>
                  </a:lnTo>
                  <a:cubicBezTo>
                    <a:pt x="3394" y="2402"/>
                    <a:pt x="3394" y="1306"/>
                    <a:pt x="2679" y="568"/>
                  </a:cubicBezTo>
                  <a:cubicBezTo>
                    <a:pt x="2312" y="182"/>
                    <a:pt x="1791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0" name="Google Shape;4750;p34"/>
            <p:cNvSpPr/>
            <p:nvPr/>
          </p:nvSpPr>
          <p:spPr>
            <a:xfrm>
              <a:off x="3109600" y="3601175"/>
              <a:ext cx="83375" cy="78275"/>
            </a:xfrm>
            <a:custGeom>
              <a:avLst/>
              <a:gdLst/>
              <a:ahLst/>
              <a:cxnLst/>
              <a:rect l="l" t="t" r="r" b="b"/>
              <a:pathLst>
                <a:path w="3335" h="3131" extrusionOk="0">
                  <a:moveTo>
                    <a:pt x="655" y="0"/>
                  </a:moveTo>
                  <a:cubicBezTo>
                    <a:pt x="572" y="107"/>
                    <a:pt x="501" y="226"/>
                    <a:pt x="441" y="334"/>
                  </a:cubicBezTo>
                  <a:cubicBezTo>
                    <a:pt x="1" y="1179"/>
                    <a:pt x="239" y="2215"/>
                    <a:pt x="1001" y="2774"/>
                  </a:cubicBezTo>
                  <a:cubicBezTo>
                    <a:pt x="1330" y="3016"/>
                    <a:pt x="1733" y="3131"/>
                    <a:pt x="2127" y="3131"/>
                  </a:cubicBezTo>
                  <a:cubicBezTo>
                    <a:pt x="2586" y="3131"/>
                    <a:pt x="3033" y="2974"/>
                    <a:pt x="3334" y="2679"/>
                  </a:cubicBezTo>
                  <a:lnTo>
                    <a:pt x="6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1" name="Google Shape;4751;p34"/>
            <p:cNvSpPr/>
            <p:nvPr/>
          </p:nvSpPr>
          <p:spPr>
            <a:xfrm>
              <a:off x="3760275" y="4351250"/>
              <a:ext cx="84250" cy="81000"/>
            </a:xfrm>
            <a:custGeom>
              <a:avLst/>
              <a:gdLst/>
              <a:ahLst/>
              <a:cxnLst/>
              <a:rect l="l" t="t" r="r" b="b"/>
              <a:pathLst>
                <a:path w="3370" h="3240" extrusionOk="0">
                  <a:moveTo>
                    <a:pt x="1799" y="1"/>
                  </a:moveTo>
                  <a:cubicBezTo>
                    <a:pt x="786" y="1"/>
                    <a:pt x="24" y="632"/>
                    <a:pt x="13" y="1525"/>
                  </a:cubicBezTo>
                  <a:cubicBezTo>
                    <a:pt x="1" y="2513"/>
                    <a:pt x="679" y="3239"/>
                    <a:pt x="1644" y="3239"/>
                  </a:cubicBezTo>
                  <a:cubicBezTo>
                    <a:pt x="1652" y="3239"/>
                    <a:pt x="1661" y="3240"/>
                    <a:pt x="1669" y="3240"/>
                  </a:cubicBezTo>
                  <a:cubicBezTo>
                    <a:pt x="2656" y="3240"/>
                    <a:pt x="3370" y="2553"/>
                    <a:pt x="3346" y="1608"/>
                  </a:cubicBezTo>
                  <a:cubicBezTo>
                    <a:pt x="3358" y="739"/>
                    <a:pt x="2668" y="25"/>
                    <a:pt x="17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2" name="Google Shape;4752;p34"/>
            <p:cNvSpPr/>
            <p:nvPr/>
          </p:nvSpPr>
          <p:spPr>
            <a:xfrm>
              <a:off x="3682600" y="4287550"/>
              <a:ext cx="61925" cy="61100"/>
            </a:xfrm>
            <a:custGeom>
              <a:avLst/>
              <a:gdLst/>
              <a:ahLst/>
              <a:cxnLst/>
              <a:rect l="l" t="t" r="r" b="b"/>
              <a:pathLst>
                <a:path w="2477" h="2444" extrusionOk="0">
                  <a:moveTo>
                    <a:pt x="1226" y="1"/>
                  </a:moveTo>
                  <a:cubicBezTo>
                    <a:pt x="548" y="1"/>
                    <a:pt x="0" y="561"/>
                    <a:pt x="0" y="1251"/>
                  </a:cubicBezTo>
                  <a:cubicBezTo>
                    <a:pt x="0" y="1906"/>
                    <a:pt x="536" y="2442"/>
                    <a:pt x="1191" y="2442"/>
                  </a:cubicBezTo>
                  <a:cubicBezTo>
                    <a:pt x="1213" y="2443"/>
                    <a:pt x="1236" y="2444"/>
                    <a:pt x="1258" y="2444"/>
                  </a:cubicBezTo>
                  <a:cubicBezTo>
                    <a:pt x="1895" y="2444"/>
                    <a:pt x="2418" y="1955"/>
                    <a:pt x="2453" y="1311"/>
                  </a:cubicBezTo>
                  <a:cubicBezTo>
                    <a:pt x="2477" y="608"/>
                    <a:pt x="1905" y="1"/>
                    <a:pt x="12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3" name="Google Shape;4753;p34"/>
            <p:cNvSpPr/>
            <p:nvPr/>
          </p:nvSpPr>
          <p:spPr>
            <a:xfrm>
              <a:off x="3682600" y="4387525"/>
              <a:ext cx="36625" cy="36400"/>
            </a:xfrm>
            <a:custGeom>
              <a:avLst/>
              <a:gdLst/>
              <a:ahLst/>
              <a:cxnLst/>
              <a:rect l="l" t="t" r="r" b="b"/>
              <a:pathLst>
                <a:path w="1465" h="1456" extrusionOk="0">
                  <a:moveTo>
                    <a:pt x="710" y="1"/>
                  </a:moveTo>
                  <a:cubicBezTo>
                    <a:pt x="251" y="1"/>
                    <a:pt x="0" y="250"/>
                    <a:pt x="0" y="717"/>
                  </a:cubicBezTo>
                  <a:cubicBezTo>
                    <a:pt x="0" y="1193"/>
                    <a:pt x="250" y="1455"/>
                    <a:pt x="703" y="1455"/>
                  </a:cubicBezTo>
                  <a:cubicBezTo>
                    <a:pt x="715" y="1455"/>
                    <a:pt x="726" y="1455"/>
                    <a:pt x="738" y="1455"/>
                  </a:cubicBezTo>
                  <a:cubicBezTo>
                    <a:pt x="1192" y="1455"/>
                    <a:pt x="1441" y="1229"/>
                    <a:pt x="1453" y="764"/>
                  </a:cubicBezTo>
                  <a:cubicBezTo>
                    <a:pt x="1465" y="288"/>
                    <a:pt x="1226" y="26"/>
                    <a:pt x="774" y="2"/>
                  </a:cubicBezTo>
                  <a:cubicBezTo>
                    <a:pt x="752" y="1"/>
                    <a:pt x="731" y="1"/>
                    <a:pt x="7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4" name="Google Shape;4754;p34"/>
            <p:cNvSpPr/>
            <p:nvPr/>
          </p:nvSpPr>
          <p:spPr>
            <a:xfrm>
              <a:off x="3783500" y="4275900"/>
              <a:ext cx="25025" cy="24575"/>
            </a:xfrm>
            <a:custGeom>
              <a:avLst/>
              <a:gdLst/>
              <a:ahLst/>
              <a:cxnLst/>
              <a:rect l="l" t="t" r="r" b="b"/>
              <a:pathLst>
                <a:path w="1001" h="983" extrusionOk="0">
                  <a:moveTo>
                    <a:pt x="455" y="1"/>
                  </a:moveTo>
                  <a:cubicBezTo>
                    <a:pt x="154" y="1"/>
                    <a:pt x="24" y="229"/>
                    <a:pt x="12" y="479"/>
                  </a:cubicBezTo>
                  <a:cubicBezTo>
                    <a:pt x="0" y="753"/>
                    <a:pt x="215" y="979"/>
                    <a:pt x="489" y="979"/>
                  </a:cubicBezTo>
                  <a:cubicBezTo>
                    <a:pt x="507" y="981"/>
                    <a:pt x="525" y="982"/>
                    <a:pt x="543" y="982"/>
                  </a:cubicBezTo>
                  <a:cubicBezTo>
                    <a:pt x="793" y="982"/>
                    <a:pt x="999" y="758"/>
                    <a:pt x="977" y="503"/>
                  </a:cubicBezTo>
                  <a:cubicBezTo>
                    <a:pt x="1000" y="229"/>
                    <a:pt x="774" y="3"/>
                    <a:pt x="500" y="3"/>
                  </a:cubicBezTo>
                  <a:cubicBezTo>
                    <a:pt x="485" y="2"/>
                    <a:pt x="470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5" name="Google Shape;4755;p34"/>
            <p:cNvSpPr/>
            <p:nvPr/>
          </p:nvSpPr>
          <p:spPr>
            <a:xfrm>
              <a:off x="3202475" y="3151400"/>
              <a:ext cx="51225" cy="52725"/>
            </a:xfrm>
            <a:custGeom>
              <a:avLst/>
              <a:gdLst/>
              <a:ahLst/>
              <a:cxnLst/>
              <a:rect l="l" t="t" r="r" b="b"/>
              <a:pathLst>
                <a:path w="2049" h="2109" extrusionOk="0">
                  <a:moveTo>
                    <a:pt x="1046" y="1"/>
                  </a:moveTo>
                  <a:cubicBezTo>
                    <a:pt x="1039" y="1"/>
                    <a:pt x="1031" y="1"/>
                    <a:pt x="1024" y="1"/>
                  </a:cubicBezTo>
                  <a:cubicBezTo>
                    <a:pt x="453" y="13"/>
                    <a:pt x="0" y="489"/>
                    <a:pt x="36" y="1061"/>
                  </a:cubicBezTo>
                  <a:cubicBezTo>
                    <a:pt x="24" y="1632"/>
                    <a:pt x="477" y="2096"/>
                    <a:pt x="1036" y="2108"/>
                  </a:cubicBezTo>
                  <a:cubicBezTo>
                    <a:pt x="1620" y="2108"/>
                    <a:pt x="2048" y="1644"/>
                    <a:pt x="2048" y="1013"/>
                  </a:cubicBezTo>
                  <a:cubicBezTo>
                    <a:pt x="2048" y="449"/>
                    <a:pt x="1596" y="1"/>
                    <a:pt x="10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6" name="Google Shape;4756;p34"/>
            <p:cNvSpPr/>
            <p:nvPr/>
          </p:nvSpPr>
          <p:spPr>
            <a:xfrm>
              <a:off x="3260050" y="3104350"/>
              <a:ext cx="26400" cy="26575"/>
            </a:xfrm>
            <a:custGeom>
              <a:avLst/>
              <a:gdLst/>
              <a:ahLst/>
              <a:cxnLst/>
              <a:rect l="l" t="t" r="r" b="b"/>
              <a:pathLst>
                <a:path w="1056" h="1063" extrusionOk="0">
                  <a:moveTo>
                    <a:pt x="527" y="0"/>
                  </a:moveTo>
                  <a:cubicBezTo>
                    <a:pt x="264" y="0"/>
                    <a:pt x="1" y="182"/>
                    <a:pt x="31" y="537"/>
                  </a:cubicBezTo>
                  <a:cubicBezTo>
                    <a:pt x="19" y="890"/>
                    <a:pt x="274" y="1063"/>
                    <a:pt x="530" y="1063"/>
                  </a:cubicBezTo>
                  <a:cubicBezTo>
                    <a:pt x="792" y="1063"/>
                    <a:pt x="1055" y="881"/>
                    <a:pt x="1031" y="526"/>
                  </a:cubicBezTo>
                  <a:cubicBezTo>
                    <a:pt x="1043" y="173"/>
                    <a:pt x="785" y="0"/>
                    <a:pt x="5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7" name="Google Shape;4757;p34"/>
            <p:cNvSpPr/>
            <p:nvPr/>
          </p:nvSpPr>
          <p:spPr>
            <a:xfrm>
              <a:off x="3335225" y="3141575"/>
              <a:ext cx="34250" cy="33975"/>
            </a:xfrm>
            <a:custGeom>
              <a:avLst/>
              <a:gdLst/>
              <a:ahLst/>
              <a:cxnLst/>
              <a:rect l="l" t="t" r="r" b="b"/>
              <a:pathLst>
                <a:path w="1370" h="1359" extrusionOk="0">
                  <a:moveTo>
                    <a:pt x="680" y="1"/>
                  </a:moveTo>
                  <a:cubicBezTo>
                    <a:pt x="344" y="1"/>
                    <a:pt x="6" y="230"/>
                    <a:pt x="12" y="680"/>
                  </a:cubicBezTo>
                  <a:cubicBezTo>
                    <a:pt x="1" y="1054"/>
                    <a:pt x="299" y="1359"/>
                    <a:pt x="670" y="1359"/>
                  </a:cubicBezTo>
                  <a:cubicBezTo>
                    <a:pt x="677" y="1359"/>
                    <a:pt x="684" y="1359"/>
                    <a:pt x="691" y="1358"/>
                  </a:cubicBezTo>
                  <a:cubicBezTo>
                    <a:pt x="1072" y="1358"/>
                    <a:pt x="1370" y="1025"/>
                    <a:pt x="1334" y="644"/>
                  </a:cubicBezTo>
                  <a:cubicBezTo>
                    <a:pt x="1322" y="212"/>
                    <a:pt x="1002" y="1"/>
                    <a:pt x="6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8" name="Google Shape;4758;p34"/>
            <p:cNvSpPr/>
            <p:nvPr/>
          </p:nvSpPr>
          <p:spPr>
            <a:xfrm>
              <a:off x="3276600" y="3208250"/>
              <a:ext cx="58950" cy="60750"/>
            </a:xfrm>
            <a:custGeom>
              <a:avLst/>
              <a:gdLst/>
              <a:ahLst/>
              <a:cxnLst/>
              <a:rect l="l" t="t" r="r" b="b"/>
              <a:pathLst>
                <a:path w="2358" h="2430" extrusionOk="0">
                  <a:moveTo>
                    <a:pt x="1189" y="1"/>
                  </a:moveTo>
                  <a:cubicBezTo>
                    <a:pt x="1181" y="1"/>
                    <a:pt x="1174" y="1"/>
                    <a:pt x="1167" y="1"/>
                  </a:cubicBezTo>
                  <a:cubicBezTo>
                    <a:pt x="512" y="25"/>
                    <a:pt x="0" y="572"/>
                    <a:pt x="36" y="1227"/>
                  </a:cubicBezTo>
                  <a:cubicBezTo>
                    <a:pt x="12" y="1882"/>
                    <a:pt x="536" y="2418"/>
                    <a:pt x="1191" y="2430"/>
                  </a:cubicBezTo>
                  <a:cubicBezTo>
                    <a:pt x="1869" y="2430"/>
                    <a:pt x="2357" y="1894"/>
                    <a:pt x="2357" y="1180"/>
                  </a:cubicBezTo>
                  <a:cubicBezTo>
                    <a:pt x="2357" y="520"/>
                    <a:pt x="1834" y="1"/>
                    <a:pt x="11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9" name="Google Shape;4759;p34"/>
            <p:cNvSpPr/>
            <p:nvPr/>
          </p:nvSpPr>
          <p:spPr>
            <a:xfrm>
              <a:off x="3184463" y="3312650"/>
              <a:ext cx="87252" cy="89916"/>
            </a:xfrm>
            <a:custGeom>
              <a:avLst/>
              <a:gdLst/>
              <a:ahLst/>
              <a:cxnLst/>
              <a:rect l="l" t="t" r="r" b="b"/>
              <a:pathLst>
                <a:path w="2358" h="2430" extrusionOk="0">
                  <a:moveTo>
                    <a:pt x="1189" y="1"/>
                  </a:moveTo>
                  <a:cubicBezTo>
                    <a:pt x="1181" y="1"/>
                    <a:pt x="1174" y="1"/>
                    <a:pt x="1167" y="1"/>
                  </a:cubicBezTo>
                  <a:cubicBezTo>
                    <a:pt x="512" y="25"/>
                    <a:pt x="0" y="572"/>
                    <a:pt x="36" y="1227"/>
                  </a:cubicBezTo>
                  <a:cubicBezTo>
                    <a:pt x="12" y="1882"/>
                    <a:pt x="536" y="2418"/>
                    <a:pt x="1191" y="2430"/>
                  </a:cubicBezTo>
                  <a:cubicBezTo>
                    <a:pt x="1869" y="2430"/>
                    <a:pt x="2357" y="1894"/>
                    <a:pt x="2357" y="1180"/>
                  </a:cubicBezTo>
                  <a:cubicBezTo>
                    <a:pt x="2357" y="520"/>
                    <a:pt x="1834" y="1"/>
                    <a:pt x="1189" y="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9489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デザインの設定">
  <a:themeElements>
    <a:clrScheme name="S1">
      <a:dk1>
        <a:srgbClr val="041F36"/>
      </a:dk1>
      <a:lt1>
        <a:srgbClr val="EEF3F8"/>
      </a:lt1>
      <a:dk2>
        <a:srgbClr val="CFE2F3"/>
      </a:dk2>
      <a:lt2>
        <a:srgbClr val="9FC5E8"/>
      </a:lt2>
      <a:accent1>
        <a:srgbClr val="729DC5"/>
      </a:accent1>
      <a:accent2>
        <a:srgbClr val="506E88"/>
      </a:accent2>
      <a:accent3>
        <a:srgbClr val="FEFEFE"/>
      </a:accent3>
      <a:accent4>
        <a:srgbClr val="FFFFFF"/>
      </a:accent4>
      <a:accent5>
        <a:srgbClr val="FF42A1"/>
      </a:accent5>
      <a:accent6>
        <a:srgbClr val="00A2FF"/>
      </a:accent6>
      <a:hlink>
        <a:srgbClr val="041F36"/>
      </a:hlink>
      <a:folHlink>
        <a:srgbClr val="0097A7"/>
      </a:folHlink>
    </a:clrScheme>
    <a:fontScheme name="V1">
      <a:majorFont>
        <a:latin typeface="CMU Serif"/>
        <a:ea typeface="Noto Sans JP Medium"/>
        <a:cs typeface=""/>
      </a:majorFont>
      <a:minorFont>
        <a:latin typeface="Pretendard ExtraBold"/>
        <a:ea typeface="Noto Sans JP Blac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497</TotalTime>
  <Words>596</Words>
  <Application>Microsoft Office PowerPoint</Application>
  <PresentationFormat>ワイド画面</PresentationFormat>
  <Paragraphs>112</Paragraphs>
  <Slides>23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31" baseType="lpstr">
      <vt:lpstr>游ゴシック</vt:lpstr>
      <vt:lpstr>Wingdings</vt:lpstr>
      <vt:lpstr>メイリオ</vt:lpstr>
      <vt:lpstr>Nunito Light</vt:lpstr>
      <vt:lpstr>ＭＳ ゴシック</vt:lpstr>
      <vt:lpstr>Arial</vt:lpstr>
      <vt:lpstr>メイリオ</vt:lpstr>
      <vt:lpstr>デザインの設定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Hojicya</dc:creator>
  <cp:lastModifiedBy>Hojicya</cp:lastModifiedBy>
  <cp:revision>25</cp:revision>
  <dcterms:created xsi:type="dcterms:W3CDTF">2025-03-16T19:50:08Z</dcterms:created>
  <dcterms:modified xsi:type="dcterms:W3CDTF">2025-03-23T17:33:10Z</dcterms:modified>
</cp:coreProperties>
</file>