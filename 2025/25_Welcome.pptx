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34" charset="-128"/>
      <p:regular r:id="rId21"/>
      <p:bold r:id="rId22"/>
      <p:italic r:id="rId23"/>
      <p:boldItalic r:id="rId24"/>
    </p:embeddedFont>
    <p:embeddedFont>
      <p:font typeface="游ゴシック" panose="020B0400000000000000" pitchFamily="34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notesMaster" Target="notesMasters/notesMaster1.xml" /><Relationship Id="rId26" Type="http://schemas.openxmlformats.org/officeDocument/2006/relationships/font" Target="fonts/font8.fntdata" /><Relationship Id="rId3" Type="http://schemas.openxmlformats.org/officeDocument/2006/relationships/slide" Target="slides/slide2.xml" /><Relationship Id="rId21" Type="http://schemas.openxmlformats.org/officeDocument/2006/relationships/font" Target="fonts/font3.fntdata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font" Target="fonts/font7.fntdata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font" Target="fonts/font2.fntdata" /><Relationship Id="rId29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font" Target="fonts/font6.fntdata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font" Target="fonts/font5.fntdata" /><Relationship Id="rId28" Type="http://schemas.openxmlformats.org/officeDocument/2006/relationships/viewProps" Target="viewProps.xml" /><Relationship Id="rId10" Type="http://schemas.openxmlformats.org/officeDocument/2006/relationships/slide" Target="slides/slide9.xml" /><Relationship Id="rId19" Type="http://schemas.openxmlformats.org/officeDocument/2006/relationships/font" Target="fonts/font1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font" Target="fonts/font4.fntdata" /><Relationship Id="rId27" Type="http://schemas.openxmlformats.org/officeDocument/2006/relationships/presProps" Target="presProps.xml" /><Relationship Id="rId3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2025/5/16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6" Type="http://schemas.openxmlformats.org/officeDocument/2006/relationships/theme" Target="../theme/theme1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Layout" Target="../slideLayouts/slideLayout8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 /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5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6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11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497</TotalTime>
  <Words>596</Words>
  <Application>Microsoft Office PowerPoint</Application>
  <PresentationFormat>ワイド画面</PresentationFormat>
  <Paragraphs>112</Paragraphs>
  <Slides>16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7" baseType="lpstr"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優輝 寺谷</cp:lastModifiedBy>
  <cp:revision>28</cp:revision>
  <dcterms:created xsi:type="dcterms:W3CDTF">2025-03-16T19:50:08Z</dcterms:created>
  <dcterms:modified xsi:type="dcterms:W3CDTF">2025-05-16T03:29:19Z</dcterms:modified>
</cp:coreProperties>
</file>