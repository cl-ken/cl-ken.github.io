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22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305" r:id="rId14"/>
    <p:sldId id="289" r:id="rId15"/>
    <p:sldId id="306" r:id="rId16"/>
    <p:sldId id="307" r:id="rId17"/>
    <p:sldId id="308" r:id="rId18"/>
    <p:sldId id="290" r:id="rId19"/>
    <p:sldId id="309" r:id="rId20"/>
    <p:sldId id="294" r:id="rId21"/>
  </p:sldIdLst>
  <p:sldSz cx="12192000" cy="6858000"/>
  <p:notesSz cx="9144000" cy="6858000"/>
  <p:embeddedFontLst>
    <p:embeddedFont>
      <p:font typeface="Nunito Light" pitchFamily="2" charset="0"/>
      <p:regular r:id="rId23"/>
      <p:italic r:id="rId24"/>
    </p:embeddedFont>
    <p:embeddedFont>
      <p:font typeface="メイリオ" panose="020B0604030504040204" pitchFamily="50" charset="-128"/>
      <p:regular r:id="rId25"/>
      <p:bold r:id="rId26"/>
      <p:italic r:id="rId27"/>
      <p:boldItalic r:id="rId28"/>
    </p:embeddedFont>
    <p:embeddedFont>
      <p:font typeface="メイリオ" panose="020B0604030504040204" pitchFamily="50" charset="-128"/>
      <p:regular r:id="rId25"/>
      <p:bold r:id="rId26"/>
      <p:italic r:id="rId27"/>
      <p:boldItalic r:id="rId28"/>
    </p:embeddedFont>
    <p:embeddedFont>
      <p:font typeface="游ゴシック" panose="020B0400000000000000" pitchFamily="50" charset="-128"/>
      <p:regular r:id="rId29"/>
      <p:bold r:id="rId30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>
        <p:scale>
          <a:sx n="85" d="100"/>
          <a:sy n="85" d="100"/>
        </p:scale>
        <p:origin x="291" y="57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jp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hp.brs.nihon-u.ac.jp/~NUBSbio/research/#couse03_ogiwara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4202E72-8993-D2F4-2B98-05E850B73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418" y="2411025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>
                <a:latin typeface="+mn-lt"/>
              </a:rPr>
              <a:t>2025.06.03.Tue.</a:t>
            </a:r>
            <a:endParaRPr kumimoji="1" lang="ja-JP" altLang="en-US" sz="2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2246243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（ 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実施未定 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084979"/>
            <a:ext cx="4885886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5" y="1789146"/>
            <a:ext cx="4885885" cy="3664414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学術部連盟発表会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夏季実験の内容をまとめ，
　 大講堂で発表を行います！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実験体験会について（</a:t>
            </a:r>
            <a:r>
              <a:rPr kumimoji="1" lang="ja-JP" altLang="en-US" dirty="0">
                <a:solidFill>
                  <a:schemeClr val="accent5"/>
                </a:solidFill>
              </a:rPr>
              <a:t>現状未定</a:t>
            </a:r>
            <a:r>
              <a:rPr kumimoji="1" lang="ja-JP" altLang="en-US" dirty="0"/>
              <a:t>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620831"/>
            <a:ext cx="11261632" cy="44388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</a:rPr>
              <a:t>白衣</a:t>
            </a:r>
            <a:r>
              <a:rPr kumimoji="1" lang="ja-JP" altLang="en-US" sz="3200" dirty="0"/>
              <a:t>🥼，筆記用具🖊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購入をお願いします</a:t>
            </a:r>
            <a:r>
              <a:rPr kumimoji="1" lang="ja-JP" altLang="en-US" sz="3200" dirty="0"/>
              <a:t>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ﾊﾞｲｵｻｲｴﾝｽの方は，</a:t>
            </a:r>
            <a:r>
              <a:rPr kumimoji="1" lang="en-US" altLang="ja-JP" sz="3200" dirty="0"/>
              <a:t>1</a:t>
            </a:r>
            <a:r>
              <a:rPr kumimoji="1" lang="ja-JP" altLang="en-US" sz="3200" dirty="0"/>
              <a:t>年後期には購入することになります．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</a:rPr>
              <a:t>マニキュアなど付けず</a:t>
            </a:r>
            <a:r>
              <a:rPr kumimoji="1" lang="ja-JP" altLang="en-US" sz="3200" dirty="0"/>
              <a:t>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動きやすい靴</a:t>
            </a:r>
            <a:r>
              <a:rPr kumimoji="1" lang="ja-JP" altLang="en-US" sz="3200" dirty="0"/>
              <a:t>で参加すること．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白衣，保護メガネは，立野商店で購入が可能です．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値段：</a:t>
            </a:r>
            <a:r>
              <a:rPr kumimoji="1" lang="en-US" altLang="ja-JP" sz="3200" dirty="0"/>
              <a:t>\ </a:t>
            </a:r>
            <a:r>
              <a:rPr kumimoji="1" lang="en-US" altLang="ja-JP" sz="3200" dirty="0">
                <a:solidFill>
                  <a:schemeClr val="accent6"/>
                </a:solidFill>
              </a:rPr>
              <a:t>3,440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S</a:t>
            </a:r>
            <a:r>
              <a:rPr kumimoji="1" lang="ja-JP" altLang="en-US" sz="3200" dirty="0"/>
              <a:t>～</a:t>
            </a:r>
            <a:r>
              <a:rPr kumimoji="1" lang="en-US" altLang="ja-JP" sz="3200" dirty="0"/>
              <a:t>L</a:t>
            </a:r>
            <a:r>
              <a:rPr kumimoji="1" lang="ja-JP" altLang="en-US" sz="3200" dirty="0"/>
              <a:t>），</a:t>
            </a:r>
            <a:r>
              <a:rPr kumimoji="1" lang="en-US" altLang="ja-JP" sz="3200" dirty="0"/>
              <a:t>\ 3,540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LL</a:t>
            </a:r>
            <a:r>
              <a:rPr kumimoji="1" lang="ja-JP" altLang="en-US" sz="3200" dirty="0"/>
              <a:t>）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サークル代表は？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A54B56F-8655-D406-F09A-27C46531CC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庄司 湧人 </a:t>
            </a:r>
            <a:r>
              <a:rPr kumimoji="1" lang="en-US" altLang="ja-JP" dirty="0"/>
              <a:t>Yuto</a:t>
            </a:r>
            <a:r>
              <a:rPr lang="ja-JP" altLang="en-US" dirty="0"/>
              <a:t> </a:t>
            </a:r>
            <a:r>
              <a:rPr lang="en-US" altLang="ja-JP" dirty="0"/>
              <a:t>Shoji</a:t>
            </a:r>
            <a:endParaRPr kumimoji="1" lang="ja-JP" altLang="en-US" dirty="0"/>
          </a:p>
        </p:txBody>
      </p:sp>
      <p:pic>
        <p:nvPicPr>
          <p:cNvPr id="4" name="図 3" descr="白いシャツを着ている男性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7184969-06DC-50AA-72FB-646E2C849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2826" y="1418293"/>
            <a:ext cx="3809766" cy="507968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DF6F55C-077E-D8F7-E7E3-C605220398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953650" y="2053255"/>
            <a:ext cx="5079687" cy="3809766"/>
          </a:xfrm>
          <a:prstGeom prst="rect">
            <a:avLst/>
          </a:prstGeom>
        </p:spPr>
      </p:pic>
      <p:pic>
        <p:nvPicPr>
          <p:cNvPr id="10" name="図 9" descr="人, 屋内, 男, 女性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9439DDE-EEB3-2D88-F393-851D2CD58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832" y="0"/>
            <a:ext cx="5144661" cy="6858000"/>
          </a:xfrm>
          <a:prstGeom prst="rect">
            <a:avLst/>
          </a:prstGeom>
        </p:spPr>
      </p:pic>
      <p:sp>
        <p:nvSpPr>
          <p:cNvPr id="11" name="Google Shape;4389;p7">
            <a:extLst>
              <a:ext uri="{FF2B5EF4-FFF2-40B4-BE49-F238E27FC236}">
                <a16:creationId xmlns:a16="http://schemas.microsoft.com/office/drawing/2014/main" id="{2BDAA6D5-AA95-15CD-F2C5-34F46B435922}"/>
              </a:ext>
            </a:extLst>
          </p:cNvPr>
          <p:cNvSpPr txBox="1"/>
          <p:nvPr/>
        </p:nvSpPr>
        <p:spPr>
          <a:xfrm>
            <a:off x="7885210" y="4734579"/>
            <a:ext cx="4038625" cy="1914462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コース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dirty="0">
                <a:solidFill>
                  <a:schemeClr val="accent3"/>
                </a:solidFill>
                <a:latin typeface="+mn-ea"/>
                <a:cs typeface="Meiryo"/>
                <a:sym typeface="Meiryo"/>
              </a:rPr>
              <a:t>発酵・ｹﾐｶﾙﾊﾞｲｵﾛｼﾞｰ</a:t>
            </a:r>
            <a:endParaRPr sz="2400" b="0" i="0" u="none" strike="noStrike" cap="none" dirty="0">
              <a:solidFill>
                <a:schemeClr val="accent3"/>
              </a:solidFill>
              <a:latin typeface="+mn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422709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FABAE-9171-03D9-06C1-2D1296A8D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BF46B8-88A8-913A-9F42-7BBF35B0DD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73B1738-A19F-33B6-AE51-3E6212105BD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顧問の先生は？</a:t>
            </a:r>
          </a:p>
        </p:txBody>
      </p:sp>
    </p:spTree>
    <p:extLst>
      <p:ext uri="{BB962C8B-B14F-4D97-AF65-F5344CB8AC3E}">
        <p14:creationId xmlns:p14="http://schemas.microsoft.com/office/powerpoint/2010/main" val="2051508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1">
            <a:extLst>
              <a:ext uri="{FF2B5EF4-FFF2-40B4-BE49-F238E27FC236}">
                <a16:creationId xmlns:a16="http://schemas.microsoft.com/office/drawing/2014/main" id="{7F7FC4BD-EF32-9E2A-4DB5-8F41DCBC4627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928783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荻原 淳 教授 </a:t>
            </a:r>
            <a:r>
              <a:rPr lang="en-US" altLang="ja-JP" sz="5400" dirty="0"/>
              <a:t>Prof. Jun </a:t>
            </a:r>
            <a:r>
              <a:rPr lang="en-US" altLang="ja-JP" sz="5400" dirty="0" err="1"/>
              <a:t>Ogihara</a:t>
            </a:r>
            <a:endParaRPr lang="ja-JP" altLang="en-US" sz="5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C304845-0A40-C5D4-ECA2-A45D43ED89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1" t="818" r="1590" b="2168"/>
          <a:stretch/>
        </p:blipFill>
        <p:spPr>
          <a:xfrm>
            <a:off x="930368" y="1149849"/>
            <a:ext cx="4262952" cy="53388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8A3301-742C-F28D-343D-F24F023535A6}"/>
              </a:ext>
            </a:extLst>
          </p:cNvPr>
          <p:cNvSpPr txBox="1"/>
          <p:nvPr/>
        </p:nvSpPr>
        <p:spPr>
          <a:xfrm>
            <a:off x="824643" y="6488668"/>
            <a:ext cx="77134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800" dirty="0">
                <a:hlinkClick r:id="rId3"/>
              </a:rPr>
              <a:t>https://hp.brs.nihon-u.ac.jp/~NUBSbio/research/#couse03_ogiwara</a:t>
            </a:r>
            <a:endParaRPr lang="en-US" altLang="ja-JP" sz="1800" dirty="0"/>
          </a:p>
        </p:txBody>
      </p:sp>
      <p:sp>
        <p:nvSpPr>
          <p:cNvPr id="8" name="Google Shape;4389;p7">
            <a:extLst>
              <a:ext uri="{FF2B5EF4-FFF2-40B4-BE49-F238E27FC236}">
                <a16:creationId xmlns:a16="http://schemas.microsoft.com/office/drawing/2014/main" id="{37263F40-9174-CAAE-D5B3-EBDD4517D86A}"/>
              </a:ext>
            </a:extLst>
          </p:cNvPr>
          <p:cNvSpPr txBox="1"/>
          <p:nvPr/>
        </p:nvSpPr>
        <p:spPr>
          <a:xfrm>
            <a:off x="5527868" y="1600494"/>
            <a:ext cx="5515088" cy="4437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6"/>
                </a:solidFill>
                <a:latin typeface="+mn-ea"/>
                <a:cs typeface="Meiryo"/>
                <a:sym typeface="Meiryo"/>
              </a:rPr>
              <a:t>研究室</a:t>
            </a:r>
            <a:endParaRPr lang="en-US" altLang="ja-JP" sz="3200" b="1" i="0" u="none" strike="noStrike" cap="none" dirty="0">
              <a:solidFill>
                <a:schemeClr val="accent6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発酵化学研究室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dirty="0">
                <a:solidFill>
                  <a:schemeClr val="accent6"/>
                </a:solidFill>
                <a:latin typeface="+mn-ea"/>
                <a:cs typeface="Meiryo"/>
                <a:sym typeface="Meiryo"/>
              </a:rPr>
              <a:t>担当講義</a:t>
            </a:r>
            <a:endParaRPr lang="en-US" altLang="ja-JP" sz="3200" b="1" dirty="0">
              <a:solidFill>
                <a:schemeClr val="accent6"/>
              </a:solidFill>
              <a:latin typeface="+mn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発酵科学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342900" indent="-342900">
              <a:lnSpc>
                <a:spcPct val="150000"/>
              </a:lnSpc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cs typeface="Meiryo"/>
                <a:sym typeface="Meiryo"/>
              </a:rPr>
              <a:t>生体分子の構造解析</a:t>
            </a:r>
            <a:endParaRPr lang="en-US" altLang="ja-JP" sz="2400" dirty="0">
              <a:solidFill>
                <a:schemeClr val="dk1"/>
              </a:solidFill>
              <a:latin typeface="+mj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オミクス解析学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Wingdings" panose="05000000000000000000" pitchFamily="2" charset="2"/>
              <a:buChar char="u"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発酵とｹﾐｶﾙﾊﾞｲｵﾛｼﾞｰ実験</a:t>
            </a:r>
            <a:r>
              <a:rPr lang="en-US" alt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Ⅰ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・</a:t>
            </a:r>
            <a:r>
              <a:rPr lang="en-US" alt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Ⅲ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633023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9420C-F1E6-38BB-47BD-05E316736E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ja-JP" dirty="0"/>
              <a:t>Group Chat Invite</a:t>
            </a:r>
            <a:endParaRPr kumimoji="1" lang="ja-JP" altLang="en-US" dirty="0"/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1678F71-BF91-5D00-D161-640570444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366" y="1267235"/>
            <a:ext cx="5495925" cy="5495925"/>
          </a:xfrm>
          <a:prstGeom prst="rect">
            <a:avLst/>
          </a:prstGeom>
        </p:spPr>
      </p:pic>
      <p:sp>
        <p:nvSpPr>
          <p:cNvPr id="5" name="Google Shape;4725;p24">
            <a:extLst>
              <a:ext uri="{FF2B5EF4-FFF2-40B4-BE49-F238E27FC236}">
                <a16:creationId xmlns:a16="http://schemas.microsoft.com/office/drawing/2014/main" id="{9E33858C-A523-E57E-A1DE-E8A80147DE65}"/>
              </a:ext>
            </a:extLst>
          </p:cNvPr>
          <p:cNvSpPr txBox="1"/>
          <p:nvPr/>
        </p:nvSpPr>
        <p:spPr>
          <a:xfrm>
            <a:off x="335098" y="2925770"/>
            <a:ext cx="4944268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大学のメールアドレス</a:t>
            </a: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で</a:t>
            </a:r>
            <a:endParaRPr lang="en-US" altLang="ja-JP" sz="32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ja-JP" altLang="en-US" sz="32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ログインしてください．</a:t>
            </a:r>
            <a:endParaRPr lang="ja-JP" altLang="en-US"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148640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Black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551</TotalTime>
  <Words>461</Words>
  <Application>Microsoft Office PowerPoint</Application>
  <PresentationFormat>ワイド画面</PresentationFormat>
  <Paragraphs>85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8" baseType="lpstr">
      <vt:lpstr>Nunito Light</vt:lpstr>
      <vt:lpstr>ＭＳ ゴシック</vt:lpstr>
      <vt:lpstr>Arial</vt:lpstr>
      <vt:lpstr>メイリオ</vt:lpstr>
      <vt:lpstr>メイリオ</vt:lpstr>
      <vt:lpstr>游ゴシック</vt:lpstr>
      <vt:lpstr>Wingdings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Hojicya</cp:lastModifiedBy>
  <cp:revision>41</cp:revision>
  <cp:lastPrinted>2025-06-03T02:45:41Z</cp:lastPrinted>
  <dcterms:created xsi:type="dcterms:W3CDTF">2025-03-16T19:50:08Z</dcterms:created>
  <dcterms:modified xsi:type="dcterms:W3CDTF">2025-06-03T05:41:36Z</dcterms:modified>
</cp:coreProperties>
</file>