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1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305" r:id="rId14"/>
    <p:sldId id="289" r:id="rId15"/>
    <p:sldId id="290" r:id="rId16"/>
    <p:sldId id="294" r:id="rId17"/>
  </p:sldIdLst>
  <p:sldSz cx="12192000" cy="6858000"/>
  <p:notesSz cx="6858000" cy="9144000"/>
  <p:embeddedFontLst>
    <p:embeddedFont>
      <p:font typeface="Nunito Light" pitchFamily="2" charset="0"/>
      <p:regular r:id="rId19"/>
      <p:italic r:id="rId20"/>
    </p:embeddedFont>
    <p:embeddedFont>
      <p:font typeface="メイリオ" panose="020B0604030504040204" pitchFamily="34" charset="-128"/>
      <p:regular r:id="rId21"/>
      <p:bold r:id="rId22"/>
      <p:italic r:id="rId23"/>
      <p:boldItalic r:id="rId24"/>
    </p:embeddedFont>
    <p:embeddedFont>
      <p:font typeface="游ゴシック" panose="020B0400000000000000" pitchFamily="34" charset="-128"/>
      <p:regular r:id="rId25"/>
      <p:bold r:id="rId26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420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notesMaster" Target="notesMasters/notesMaster1.xml" /><Relationship Id="rId26" Type="http://schemas.openxmlformats.org/officeDocument/2006/relationships/font" Target="fonts/font8.fntdata" /><Relationship Id="rId3" Type="http://schemas.openxmlformats.org/officeDocument/2006/relationships/slide" Target="slides/slide2.xml" /><Relationship Id="rId21" Type="http://schemas.openxmlformats.org/officeDocument/2006/relationships/font" Target="fonts/font3.fntdata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5" Type="http://schemas.openxmlformats.org/officeDocument/2006/relationships/font" Target="fonts/font7.fntdata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font" Target="fonts/font2.fntdata" /><Relationship Id="rId29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24" Type="http://schemas.openxmlformats.org/officeDocument/2006/relationships/font" Target="fonts/font6.fntdata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23" Type="http://schemas.openxmlformats.org/officeDocument/2006/relationships/font" Target="fonts/font5.fntdata" /><Relationship Id="rId28" Type="http://schemas.openxmlformats.org/officeDocument/2006/relationships/viewProps" Target="viewProps.xml" /><Relationship Id="rId10" Type="http://schemas.openxmlformats.org/officeDocument/2006/relationships/slide" Target="slides/slide9.xml" /><Relationship Id="rId19" Type="http://schemas.openxmlformats.org/officeDocument/2006/relationships/font" Target="fonts/font1.fntdata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font" Target="fonts/font4.fntdata" /><Relationship Id="rId27" Type="http://schemas.openxmlformats.org/officeDocument/2006/relationships/presProps" Target="presProps.xml" /><Relationship Id="rId3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2025/5/16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13" Type="http://schemas.openxmlformats.org/officeDocument/2006/relationships/slideLayout" Target="../slideLayouts/slideLayout13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2.xml" /><Relationship Id="rId16" Type="http://schemas.openxmlformats.org/officeDocument/2006/relationships/theme" Target="../theme/theme1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5" Type="http://schemas.openxmlformats.org/officeDocument/2006/relationships/slideLayout" Target="../slideLayouts/slideLayout1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Relationship Id="rId14" Type="http://schemas.openxmlformats.org/officeDocument/2006/relationships/slideLayout" Target="../slideLayouts/slideLayout14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1.xml" 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 /><Relationship Id="rId1" Type="http://schemas.openxmlformats.org/officeDocument/2006/relationships/slideLayout" Target="../slideLayouts/slideLayout8.xml" 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 /><Relationship Id="rId2" Type="http://schemas.openxmlformats.org/officeDocument/2006/relationships/image" Target="../media/image4.jpg" /><Relationship Id="rId1" Type="http://schemas.openxmlformats.org/officeDocument/2006/relationships/slideLayout" Target="../slideLayouts/slideLayout5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 /><Relationship Id="rId1" Type="http://schemas.openxmlformats.org/officeDocument/2006/relationships/slideLayout" Target="../slideLayouts/slideLayout6.xml" 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11.xml" 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9BBCA8B-D94C-86B8-337D-139F97E9F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3418" y="2411025"/>
            <a:ext cx="3601583" cy="3601583"/>
          </a:xfrm>
          <a:prstGeom prst="rect">
            <a:avLst/>
          </a:prstGeo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lang="ja-JP" altLang="en-US" dirty="0"/>
              <a:t>サークル代表</a:t>
            </a:r>
            <a:r>
              <a:rPr kumimoji="1" lang="ja-JP" altLang="en-US" dirty="0"/>
              <a:t> 庄司湧人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2025.05.XX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F4F2868-9570-B379-45AB-C169B5B1C7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0115" y="1789146"/>
            <a:ext cx="4885885" cy="3664414"/>
          </a:xfrm>
          <a:prstGeom prst="rect">
            <a:avLst/>
          </a:prstGeom>
        </p:spPr>
      </p:pic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C19EAB99-4666-07C2-7449-9792E81591F2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学術部連盟発表会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夏季実験の内容をまとめ，
　 大講堂で発表を行います！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5F815B8-4BA4-8FD6-B8CC-EFCF70AEAA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204" y="1477184"/>
            <a:ext cx="5312024" cy="5312024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EA3EFF2-4EFE-0CF2-0D20-11E9E89D3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実験体験会について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E3B5FC-DAC6-5FAC-3C2F-9D0FCF9F05E3}"/>
              </a:ext>
            </a:extLst>
          </p:cNvPr>
          <p:cNvSpPr txBox="1"/>
          <p:nvPr/>
        </p:nvSpPr>
        <p:spPr>
          <a:xfrm>
            <a:off x="930368" y="1620831"/>
            <a:ext cx="11261632" cy="44388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持ち物：</a:t>
            </a:r>
            <a:r>
              <a:rPr kumimoji="1" lang="ja-JP" altLang="en-US" sz="3200" dirty="0">
                <a:solidFill>
                  <a:schemeClr val="accent5"/>
                </a:solidFill>
              </a:rPr>
              <a:t>白衣</a:t>
            </a:r>
            <a:r>
              <a:rPr kumimoji="1" lang="ja-JP" altLang="en-US" sz="3200" dirty="0"/>
              <a:t>🥼，筆記用具🖊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白衣に関しては，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購入をお願いします</a:t>
            </a:r>
            <a:r>
              <a:rPr kumimoji="1" lang="ja-JP" altLang="en-US" sz="3200" dirty="0"/>
              <a:t>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ﾊﾞｲｵｻｲｴﾝｽの方は，</a:t>
            </a:r>
            <a:r>
              <a:rPr kumimoji="1" lang="en-US" altLang="ja-JP" sz="3200" dirty="0"/>
              <a:t>1</a:t>
            </a:r>
            <a:r>
              <a:rPr kumimoji="1" lang="ja-JP" altLang="en-US" sz="3200" dirty="0"/>
              <a:t>年後期には購入することになります．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solidFill>
                  <a:schemeClr val="accent5"/>
                </a:solidFill>
              </a:rPr>
              <a:t>マニキュアなど付けず</a:t>
            </a:r>
            <a:r>
              <a:rPr kumimoji="1" lang="ja-JP" altLang="en-US" sz="3200" dirty="0"/>
              <a:t>，</a:t>
            </a:r>
            <a:r>
              <a:rPr kumimoji="1" lang="ja-JP" altLang="en-US" sz="3200" dirty="0">
                <a:solidFill>
                  <a:schemeClr val="accent5"/>
                </a:solidFill>
              </a:rPr>
              <a:t>動きやすい靴</a:t>
            </a:r>
            <a:r>
              <a:rPr kumimoji="1" lang="ja-JP" altLang="en-US" sz="3200" dirty="0"/>
              <a:t>で参加すること．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白衣，保護メガネは，立野商店で購入が可能です．</a:t>
            </a:r>
            <a:endParaRPr kumimoji="1" lang="en-US" altLang="ja-JP" sz="3200" dirty="0"/>
          </a:p>
          <a:p>
            <a:pPr indent="3619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kumimoji="1" lang="ja-JP" altLang="en-US" sz="3200" dirty="0"/>
              <a:t>値段：</a:t>
            </a:r>
            <a:r>
              <a:rPr kumimoji="1" lang="en-US" altLang="ja-JP" sz="3200" dirty="0"/>
              <a:t>\ </a:t>
            </a:r>
            <a:r>
              <a:rPr kumimoji="1" lang="en-US" altLang="ja-JP" sz="3200" dirty="0">
                <a:solidFill>
                  <a:schemeClr val="accent6"/>
                </a:solidFill>
              </a:rPr>
              <a:t>3,440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S</a:t>
            </a:r>
            <a:r>
              <a:rPr kumimoji="1" lang="ja-JP" altLang="en-US" sz="3200" dirty="0"/>
              <a:t>～</a:t>
            </a:r>
            <a:r>
              <a:rPr kumimoji="1" lang="en-US" altLang="ja-JP" sz="3200" dirty="0"/>
              <a:t>L</a:t>
            </a:r>
            <a:r>
              <a:rPr kumimoji="1" lang="ja-JP" altLang="en-US" sz="3200" dirty="0"/>
              <a:t>），</a:t>
            </a:r>
            <a:r>
              <a:rPr kumimoji="1" lang="en-US" altLang="ja-JP" sz="3200" dirty="0"/>
              <a:t>\ 3,540</a:t>
            </a:r>
            <a:r>
              <a:rPr kumimoji="1" lang="ja-JP" altLang="en-US" sz="3200" dirty="0"/>
              <a:t>（</a:t>
            </a:r>
            <a:r>
              <a:rPr kumimoji="1" lang="en-US" altLang="ja-JP" sz="3200" dirty="0"/>
              <a:t>LL</a:t>
            </a:r>
            <a:r>
              <a:rPr kumimoji="1" lang="ja-JP" altLang="en-US" sz="3200" dirty="0"/>
              <a:t>）</a:t>
            </a:r>
            <a:endParaRPr kumimoji="1" lang="en-US" altLang="ja-JP" sz="3200" dirty="0"/>
          </a:p>
        </p:txBody>
      </p:sp>
    </p:spTree>
    <p:extLst>
      <p:ext uri="{BB962C8B-B14F-4D97-AF65-F5344CB8AC3E}">
        <p14:creationId xmlns:p14="http://schemas.microsoft.com/office/powerpoint/2010/main" val="633424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497</TotalTime>
  <Words>596</Words>
  <Application>Microsoft Office PowerPoint</Application>
  <PresentationFormat>ワイド画面</PresentationFormat>
  <Paragraphs>112</Paragraphs>
  <Slides>16</Slides>
  <Notes>0</Notes>
  <HiddenSlides>0</HiddenSlides>
  <MMClips>0</MMClips>
  <ScaleCrop>false</ScaleCrop>
  <HeadingPairs>
    <vt:vector size="4" baseType="variant"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17" baseType="lpstr"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Hojicya</dc:creator>
  <cp:lastModifiedBy>優輝 寺谷</cp:lastModifiedBy>
  <cp:revision>29</cp:revision>
  <dcterms:created xsi:type="dcterms:W3CDTF">2025-03-16T19:50:08Z</dcterms:created>
  <dcterms:modified xsi:type="dcterms:W3CDTF">2025-05-16T03:35:10Z</dcterms:modified>
</cp:coreProperties>
</file>