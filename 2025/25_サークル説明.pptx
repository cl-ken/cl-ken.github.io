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98" r:id="rId15"/>
    <p:sldId id="299" r:id="rId16"/>
    <p:sldId id="289" r:id="rId17"/>
    <p:sldId id="290" r:id="rId18"/>
    <p:sldId id="294" r:id="rId19"/>
  </p:sldIdLst>
  <p:sldSz cx="12192000" cy="6858000"/>
  <p:notesSz cx="6858000" cy="9144000"/>
  <p:embeddedFontLst>
    <p:embeddedFont>
      <p:font typeface="Nunito Light" pitchFamily="2" charset="0"/>
      <p:regular r:id="rId21"/>
      <p:italic r:id="rId22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游ゴシック" panose="020B0400000000000000" pitchFamily="50" charset="-128"/>
      <p:regular r:id="rId27"/>
      <p:bold r:id="rId28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72" y="108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>
          <a:xfrm>
            <a:off x="4293418" y="2411025"/>
            <a:ext cx="3605163" cy="3601583"/>
          </a:xfr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Google Shape;4390;p7">
            <a:extLst>
              <a:ext uri="{FF2B5EF4-FFF2-40B4-BE49-F238E27FC236}">
                <a16:creationId xmlns:a16="http://schemas.microsoft.com/office/drawing/2014/main" id="{AF652B37-4E49-2A5E-6926-8D66ED118251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l="18174" t="4416" r="17578"/>
          <a:stretch/>
        </p:blipFill>
        <p:spPr>
          <a:xfrm>
            <a:off x="6293223" y="2084980"/>
            <a:ext cx="4885886" cy="3634501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C29BEE-DDEC-BD5C-56FB-2362E5A0FC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419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F2A499-7858-2253-4050-6E63E610F7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95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393</TotalTime>
  <Words>284</Words>
  <Application>Microsoft Office PowerPoint</Application>
  <PresentationFormat>ワイド画面</PresentationFormat>
  <Paragraphs>61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Wingdings</vt:lpstr>
      <vt:lpstr>Arial</vt:lpstr>
      <vt:lpstr>メイリオ</vt:lpstr>
      <vt:lpstr>ＭＳ ゴシック</vt:lpstr>
      <vt:lpstr>メイリオ</vt:lpstr>
      <vt:lpstr>游ゴシック</vt:lpstr>
      <vt:lpstr>Nunito Light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21</cp:revision>
  <dcterms:created xsi:type="dcterms:W3CDTF">2025-03-16T19:50:08Z</dcterms:created>
  <dcterms:modified xsi:type="dcterms:W3CDTF">2025-03-19T15:47:56Z</dcterms:modified>
</cp:coreProperties>
</file>