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20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295" r:id="rId14"/>
    <p:sldId id="298" r:id="rId15"/>
    <p:sldId id="299" r:id="rId16"/>
    <p:sldId id="289" r:id="rId17"/>
    <p:sldId id="290" r:id="rId18"/>
    <p:sldId id="294" r:id="rId19"/>
  </p:sldIdLst>
  <p:sldSz cx="12192000" cy="6858000"/>
  <p:notesSz cx="6858000" cy="9144000"/>
  <p:embeddedFontLst>
    <p:embeddedFont>
      <p:font typeface="Nunito Light" pitchFamily="2" charset="0"/>
      <p:regular r:id="rId21"/>
      <p:italic r:id="rId22"/>
    </p:embeddedFont>
    <p:embeddedFont>
      <p:font typeface="メイリオ" panose="020B0604030504040204" pitchFamily="50" charset="-128"/>
      <p:regular r:id="rId23"/>
      <p:bold r:id="rId24"/>
      <p:italic r:id="rId25"/>
      <p:boldItalic r:id="rId26"/>
    </p:embeddedFont>
    <p:embeddedFont>
      <p:font typeface="メイリオ" panose="020B0604030504040204" pitchFamily="50" charset="-128"/>
      <p:regular r:id="rId23"/>
      <p:bold r:id="rId24"/>
      <p:italic r:id="rId25"/>
      <p:boldItalic r:id="rId26"/>
    </p:embeddedFont>
    <p:embeddedFont>
      <p:font typeface="游ゴシック" panose="020B0400000000000000" pitchFamily="50" charset="-128"/>
      <p:regular r:id="rId27"/>
      <p:bold r:id="rId28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2616" y="774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2025/3/19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プレースホルダー 6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6E8129C-22C7-E6EE-26F0-5CF7DB0004E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" b="66"/>
          <a:stretch>
            <a:fillRect/>
          </a:stretch>
        </p:blipFill>
        <p:spPr>
          <a:xfrm>
            <a:off x="4293418" y="2411025"/>
            <a:ext cx="3605163" cy="3601583"/>
          </a:xfr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963726"/>
            <a:ext cx="8474517" cy="349572"/>
          </a:xfrm>
        </p:spPr>
        <p:txBody>
          <a:bodyPr/>
          <a:lstStyle/>
          <a:p>
            <a:r>
              <a:rPr kumimoji="1" lang="ja-JP" altLang="en-US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/>
              <a:t>2025.04.00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810781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Google Shape;4390;p7">
            <a:extLst>
              <a:ext uri="{FF2B5EF4-FFF2-40B4-BE49-F238E27FC236}">
                <a16:creationId xmlns:a16="http://schemas.microsoft.com/office/drawing/2014/main" id="{AF652B37-4E49-2A5E-6926-8D66ED11825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8174" t="4416" r="17578"/>
          <a:stretch/>
        </p:blipFill>
        <p:spPr>
          <a:xfrm>
            <a:off x="6293223" y="2084980"/>
            <a:ext cx="4885886" cy="363450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先取りして</a:t>
            </a:r>
            <a:r>
              <a:rPr kumimoji="1" lang="ja-JP" altLang="en-US" sz="3600" dirty="0"/>
              <a:t>，実験を行うことができる．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深い理解</a:t>
            </a:r>
            <a:r>
              <a:rPr kumimoji="1" lang="ja-JP" altLang="en-US" sz="3600" dirty="0"/>
              <a:t>が得られる．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詳細を知れる</a:t>
            </a:r>
            <a:r>
              <a:rPr kumimoji="1" lang="ja-JP" altLang="en-US" sz="3600" dirty="0"/>
              <a:t>．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90D306F-6011-E1D3-5892-F5EB399C2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32" y="1477184"/>
            <a:ext cx="5291696" cy="5291696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2">
            <a:extLst>
              <a:ext uri="{FF2B5EF4-FFF2-40B4-BE49-F238E27FC236}">
                <a16:creationId xmlns:a16="http://schemas.microsoft.com/office/drawing/2014/main" id="{FE392723-6E64-7A9D-6A3B-A786DE7856A2}"/>
              </a:ext>
            </a:extLst>
          </p:cNvPr>
          <p:cNvSpPr txBox="1">
            <a:spLocks/>
          </p:cNvSpPr>
          <p:nvPr/>
        </p:nvSpPr>
        <p:spPr>
          <a:xfrm>
            <a:off x="4243196" y="3222200"/>
            <a:ext cx="7948803" cy="1654600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バイオサイエンス同好会について</a:t>
            </a:r>
            <a:endParaRPr lang="en-US" altLang="ja-JP" dirty="0"/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3C39AE2-DF9C-8EEF-48AD-215D61503A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6926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3C29BEE-DDEC-BD5C-56FB-2362E5A0FC2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2419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7F2A499-7858-2253-4050-6E63E610F73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69532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 荻原先生からのお話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06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Medium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364</TotalTime>
  <Words>284</Words>
  <Application>Microsoft Office PowerPoint</Application>
  <PresentationFormat>ワイド画面</PresentationFormat>
  <Paragraphs>61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Wingdings</vt:lpstr>
      <vt:lpstr>Arial</vt:lpstr>
      <vt:lpstr>ＭＳ ゴシック</vt:lpstr>
      <vt:lpstr>メイリオ</vt:lpstr>
      <vt:lpstr>游ゴシック</vt:lpstr>
      <vt:lpstr>Nunito Light</vt:lpstr>
      <vt:lpstr>メイリオ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Hojicya</dc:creator>
  <cp:lastModifiedBy>Hojicya</cp:lastModifiedBy>
  <cp:revision>20</cp:revision>
  <dcterms:created xsi:type="dcterms:W3CDTF">2025-03-16T19:50:08Z</dcterms:created>
  <dcterms:modified xsi:type="dcterms:W3CDTF">2025-03-19T13:41:37Z</dcterms:modified>
</cp:coreProperties>
</file>