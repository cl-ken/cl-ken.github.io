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  <p:embeddedFont>
      <p:font typeface="游ゴシック" panose="020B0400000000000000" pitchFamily="50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C5E8"/>
    <a:srgbClr val="729DC5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84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/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897869"/>
            <a:ext cx="8474517" cy="349572"/>
          </a:xfrm>
        </p:spPr>
        <p:txBody>
          <a:bodyPr/>
          <a:lstStyle/>
          <a:p>
            <a:r>
              <a:rPr kumimoji="1" lang="ja-JP" altLang="en-US" sz="2000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798304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&amp;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267</TotalTime>
  <Words>282</Words>
  <Application>Microsoft Office PowerPoint</Application>
  <PresentationFormat>ワイド画面</PresentationFormat>
  <Paragraphs>61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4" baseType="lpstr">
      <vt:lpstr>Arial</vt:lpstr>
      <vt:lpstr>ＭＳ ゴシック</vt:lpstr>
      <vt:lpstr>メイリオ</vt:lpstr>
      <vt:lpstr>メイリオ</vt:lpstr>
      <vt:lpstr>游ゴシック</vt:lpstr>
      <vt:lpstr>Wingdings</vt:lpstr>
      <vt:lpstr>Nunito Light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14</cp:revision>
  <dcterms:created xsi:type="dcterms:W3CDTF">2025-03-16T19:50:08Z</dcterms:created>
  <dcterms:modified xsi:type="dcterms:W3CDTF">2025-03-17T20:06:10Z</dcterms:modified>
</cp:coreProperties>
</file>