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85" r:id="rId11"/>
    <p:sldId id="286" r:id="rId12"/>
    <p:sldId id="289" r:id="rId13"/>
    <p:sldId id="290" r:id="rId14"/>
    <p:sldId id="288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7" roundtripDataSignature="AMtx7mgSl7KUCXGkftUhMLZ/6eBpO9Z3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2D26668-817D-456F-9A36-F68131A2A8B9}">
  <a:tblStyle styleId="{82D26668-817D-456F-9A36-F68131A2A8B9}" styleName="Table_0">
    <a:wholeTbl>
      <a:tcTxStyle b="off" i="off">
        <a:font>
          <a:latin typeface="メイリオ"/>
          <a:ea typeface="メイリオ"/>
          <a:cs typeface="メイリオ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BEFF5"/>
          </a:solidFill>
        </a:fill>
      </a:tcStyle>
    </a:wholeTbl>
    <a:band1H>
      <a:tcTxStyle/>
      <a:tcStyle>
        <a:tcBdr/>
        <a:fill>
          <a:solidFill>
            <a:srgbClr val="D4DE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4DE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3" autoAdjust="0"/>
    <p:restoredTop sz="94660"/>
  </p:normalViewPr>
  <p:slideViewPr>
    <p:cSldViewPr snapToGrid="0">
      <p:cViewPr varScale="1">
        <p:scale>
          <a:sx n="141" d="100"/>
          <a:sy n="141" d="100"/>
        </p:scale>
        <p:origin x="144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67" Type="http://customschemas.google.com/relationships/presentationmetadata" Target="metadata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6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6" name="Google Shape;432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7" name="Google Shape;432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5" name="Google Shape;435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56" name="Google Shape;435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4" name="Google Shape;436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65" name="Google Shape;436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0" name="Google Shape;437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1" name="Google Shape;437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6" name="Google Shape;437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7" name="Google Shape;437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5" name="Google Shape;43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86" name="Google Shape;438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2" name="Google Shape;439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93" name="Google Shape;439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2" name="Google Shape;44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03" name="Google Shape;44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" name="Google Shape;440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10" name="Google Shape;441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0" name="Google Shape;469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1" name="Google Shape;4691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9" name="Google Shape;469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00" name="Google Shape;4700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9">
          <a:extLst>
            <a:ext uri="{FF2B5EF4-FFF2-40B4-BE49-F238E27FC236}">
              <a16:creationId xmlns:a16="http://schemas.microsoft.com/office/drawing/2014/main" id="{74605652-8AA0-BC43-FAB9-77729DA5C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0" name="Google Shape;4690;p23:notes">
            <a:extLst>
              <a:ext uri="{FF2B5EF4-FFF2-40B4-BE49-F238E27FC236}">
                <a16:creationId xmlns:a16="http://schemas.microsoft.com/office/drawing/2014/main" id="{C8807008-3F2B-1A7D-210E-FC6CF44F8C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1" name="Google Shape;4691;p23:notes">
            <a:extLst>
              <a:ext uri="{FF2B5EF4-FFF2-40B4-BE49-F238E27FC236}">
                <a16:creationId xmlns:a16="http://schemas.microsoft.com/office/drawing/2014/main" id="{998883F2-3FF5-3046-6DFE-CF56F36A7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74903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9">
          <a:extLst>
            <a:ext uri="{FF2B5EF4-FFF2-40B4-BE49-F238E27FC236}">
              <a16:creationId xmlns:a16="http://schemas.microsoft.com/office/drawing/2014/main" id="{50EED09E-F088-D6BF-F258-8F78F136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0" name="Google Shape;4690;p23:notes">
            <a:extLst>
              <a:ext uri="{FF2B5EF4-FFF2-40B4-BE49-F238E27FC236}">
                <a16:creationId xmlns:a16="http://schemas.microsoft.com/office/drawing/2014/main" id="{6D8F0EA5-81DA-EBCD-0D60-53818A4E91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1" name="Google Shape;4691;p23:notes">
            <a:extLst>
              <a:ext uri="{FF2B5EF4-FFF2-40B4-BE49-F238E27FC236}">
                <a16:creationId xmlns:a16="http://schemas.microsoft.com/office/drawing/2014/main" id="{1FEA4ABB-A1B2-B67A-37AD-1EFFCF8B9B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30264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0" name="Google Shape;4740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41" name="Google Shape;4741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36"/>
          <p:cNvGrpSpPr/>
          <p:nvPr/>
        </p:nvGrpSpPr>
        <p:grpSpPr>
          <a:xfrm>
            <a:off x="0" y="-4412"/>
            <a:ext cx="9144000" cy="5152337"/>
            <a:chOff x="0" y="-4412"/>
            <a:chExt cx="9144000" cy="5152337"/>
          </a:xfrm>
        </p:grpSpPr>
        <p:sp>
          <p:nvSpPr>
            <p:cNvPr id="10" name="Google Shape;10;p36"/>
            <p:cNvSpPr/>
            <p:nvPr/>
          </p:nvSpPr>
          <p:spPr>
            <a:xfrm rot="10800000" flipH="1">
              <a:off x="0" y="-4400"/>
              <a:ext cx="13968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" name="Google Shape;11;p36"/>
            <p:cNvSpPr/>
            <p:nvPr/>
          </p:nvSpPr>
          <p:spPr>
            <a:xfrm rot="10800000" flipH="1">
              <a:off x="0" y="2537925"/>
              <a:ext cx="13968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2" name="Google Shape;12;p36"/>
            <p:cNvSpPr/>
            <p:nvPr/>
          </p:nvSpPr>
          <p:spPr>
            <a:xfrm rot="10800000" flipH="1">
              <a:off x="8686800" y="-4412"/>
              <a:ext cx="4572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" name="Google Shape;13;p36"/>
            <p:cNvSpPr/>
            <p:nvPr/>
          </p:nvSpPr>
          <p:spPr>
            <a:xfrm rot="10800000" flipH="1">
              <a:off x="8686800" y="2537913"/>
              <a:ext cx="4572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4" name="Google Shape;14;p36"/>
          <p:cNvGrpSpPr/>
          <p:nvPr/>
        </p:nvGrpSpPr>
        <p:grpSpPr>
          <a:xfrm>
            <a:off x="7104379" y="4429758"/>
            <a:ext cx="1445855" cy="748050"/>
            <a:chOff x="4174925" y="1507750"/>
            <a:chExt cx="1674025" cy="866200"/>
          </a:xfrm>
        </p:grpSpPr>
        <p:sp>
          <p:nvSpPr>
            <p:cNvPr id="15" name="Google Shape;15;p36"/>
            <p:cNvSpPr/>
            <p:nvPr/>
          </p:nvSpPr>
          <p:spPr>
            <a:xfrm>
              <a:off x="4174925" y="1507750"/>
              <a:ext cx="1674025" cy="866200"/>
            </a:xfrm>
            <a:custGeom>
              <a:avLst/>
              <a:gdLst/>
              <a:ahLst/>
              <a:cxnLst/>
              <a:rect l="l" t="t" r="r" b="b"/>
              <a:pathLst>
                <a:path w="66961" h="34648" extrusionOk="0">
                  <a:moveTo>
                    <a:pt x="28277" y="1322"/>
                  </a:moveTo>
                  <a:cubicBezTo>
                    <a:pt x="28575" y="1322"/>
                    <a:pt x="28718" y="1358"/>
                    <a:pt x="28718" y="1715"/>
                  </a:cubicBezTo>
                  <a:cubicBezTo>
                    <a:pt x="28694" y="5680"/>
                    <a:pt x="28670" y="9645"/>
                    <a:pt x="28670" y="13610"/>
                  </a:cubicBezTo>
                  <a:cubicBezTo>
                    <a:pt x="28432" y="13848"/>
                    <a:pt x="28135" y="13848"/>
                    <a:pt x="27849" y="13860"/>
                  </a:cubicBezTo>
                  <a:lnTo>
                    <a:pt x="23574" y="13860"/>
                  </a:lnTo>
                  <a:cubicBezTo>
                    <a:pt x="23277" y="13860"/>
                    <a:pt x="22979" y="13836"/>
                    <a:pt x="22753" y="13610"/>
                  </a:cubicBezTo>
                  <a:cubicBezTo>
                    <a:pt x="22741" y="9645"/>
                    <a:pt x="22741" y="5680"/>
                    <a:pt x="22717" y="1715"/>
                  </a:cubicBezTo>
                  <a:cubicBezTo>
                    <a:pt x="22717" y="1358"/>
                    <a:pt x="22860" y="1322"/>
                    <a:pt x="23158" y="1322"/>
                  </a:cubicBezTo>
                  <a:cubicBezTo>
                    <a:pt x="24009" y="1328"/>
                    <a:pt x="24860" y="1331"/>
                    <a:pt x="25713" y="1331"/>
                  </a:cubicBezTo>
                  <a:cubicBezTo>
                    <a:pt x="26566" y="1331"/>
                    <a:pt x="27420" y="1328"/>
                    <a:pt x="28277" y="1322"/>
                  </a:cubicBezTo>
                  <a:close/>
                  <a:moveTo>
                    <a:pt x="58412" y="1322"/>
                  </a:moveTo>
                  <a:cubicBezTo>
                    <a:pt x="58710" y="1322"/>
                    <a:pt x="58853" y="1358"/>
                    <a:pt x="58853" y="1715"/>
                  </a:cubicBezTo>
                  <a:cubicBezTo>
                    <a:pt x="58829" y="5680"/>
                    <a:pt x="58817" y="9645"/>
                    <a:pt x="58805" y="13610"/>
                  </a:cubicBezTo>
                  <a:cubicBezTo>
                    <a:pt x="58579" y="13848"/>
                    <a:pt x="58281" y="13848"/>
                    <a:pt x="57984" y="13860"/>
                  </a:cubicBezTo>
                  <a:lnTo>
                    <a:pt x="53721" y="13860"/>
                  </a:lnTo>
                  <a:cubicBezTo>
                    <a:pt x="53423" y="13860"/>
                    <a:pt x="53126" y="13836"/>
                    <a:pt x="52900" y="13610"/>
                  </a:cubicBezTo>
                  <a:cubicBezTo>
                    <a:pt x="52888" y="9645"/>
                    <a:pt x="52876" y="5680"/>
                    <a:pt x="52852" y="1715"/>
                  </a:cubicBezTo>
                  <a:cubicBezTo>
                    <a:pt x="52852" y="1358"/>
                    <a:pt x="52995" y="1322"/>
                    <a:pt x="53292" y="1322"/>
                  </a:cubicBezTo>
                  <a:cubicBezTo>
                    <a:pt x="54150" y="1328"/>
                    <a:pt x="55004" y="1331"/>
                    <a:pt x="55857" y="1331"/>
                  </a:cubicBezTo>
                  <a:cubicBezTo>
                    <a:pt x="56710" y="1331"/>
                    <a:pt x="57561" y="1328"/>
                    <a:pt x="58412" y="1322"/>
                  </a:cubicBezTo>
                  <a:close/>
                  <a:moveTo>
                    <a:pt x="13537" y="1370"/>
                  </a:moveTo>
                  <a:cubicBezTo>
                    <a:pt x="13657" y="1608"/>
                    <a:pt x="13597" y="1858"/>
                    <a:pt x="13597" y="2096"/>
                  </a:cubicBezTo>
                  <a:cubicBezTo>
                    <a:pt x="13609" y="5692"/>
                    <a:pt x="13621" y="9288"/>
                    <a:pt x="13609" y="12883"/>
                  </a:cubicBezTo>
                  <a:cubicBezTo>
                    <a:pt x="13609" y="13752"/>
                    <a:pt x="13549" y="13836"/>
                    <a:pt x="12716" y="13860"/>
                  </a:cubicBezTo>
                  <a:cubicBezTo>
                    <a:pt x="12025" y="13871"/>
                    <a:pt x="11335" y="13877"/>
                    <a:pt x="10644" y="13877"/>
                  </a:cubicBezTo>
                  <a:cubicBezTo>
                    <a:pt x="9954" y="13877"/>
                    <a:pt x="9263" y="13871"/>
                    <a:pt x="8573" y="13860"/>
                  </a:cubicBezTo>
                  <a:cubicBezTo>
                    <a:pt x="7763" y="13836"/>
                    <a:pt x="7680" y="13741"/>
                    <a:pt x="7680" y="12967"/>
                  </a:cubicBezTo>
                  <a:lnTo>
                    <a:pt x="7680" y="1953"/>
                  </a:lnTo>
                  <a:cubicBezTo>
                    <a:pt x="7680" y="1751"/>
                    <a:pt x="7632" y="1549"/>
                    <a:pt x="7739" y="1370"/>
                  </a:cubicBezTo>
                  <a:close/>
                  <a:moveTo>
                    <a:pt x="43684" y="1370"/>
                  </a:moveTo>
                  <a:cubicBezTo>
                    <a:pt x="43791" y="1608"/>
                    <a:pt x="43744" y="1858"/>
                    <a:pt x="43744" y="2096"/>
                  </a:cubicBezTo>
                  <a:cubicBezTo>
                    <a:pt x="43744" y="5692"/>
                    <a:pt x="43756" y="9288"/>
                    <a:pt x="43756" y="12883"/>
                  </a:cubicBezTo>
                  <a:cubicBezTo>
                    <a:pt x="43756" y="13752"/>
                    <a:pt x="43684" y="13836"/>
                    <a:pt x="42863" y="13860"/>
                  </a:cubicBezTo>
                  <a:cubicBezTo>
                    <a:pt x="42166" y="13871"/>
                    <a:pt x="41473" y="13877"/>
                    <a:pt x="40780" y="13877"/>
                  </a:cubicBezTo>
                  <a:cubicBezTo>
                    <a:pt x="40088" y="13877"/>
                    <a:pt x="39398" y="13871"/>
                    <a:pt x="38707" y="13860"/>
                  </a:cubicBezTo>
                  <a:cubicBezTo>
                    <a:pt x="37898" y="13836"/>
                    <a:pt x="37814" y="13741"/>
                    <a:pt x="37814" y="12967"/>
                  </a:cubicBezTo>
                  <a:lnTo>
                    <a:pt x="37814" y="1953"/>
                  </a:lnTo>
                  <a:cubicBezTo>
                    <a:pt x="37814" y="1751"/>
                    <a:pt x="37779" y="1549"/>
                    <a:pt x="37874" y="1370"/>
                  </a:cubicBezTo>
                  <a:close/>
                  <a:moveTo>
                    <a:pt x="45536" y="22062"/>
                  </a:moveTo>
                  <a:cubicBezTo>
                    <a:pt x="45553" y="22062"/>
                    <a:pt x="45571" y="22062"/>
                    <a:pt x="45589" y="22063"/>
                  </a:cubicBezTo>
                  <a:cubicBezTo>
                    <a:pt x="46047" y="22075"/>
                    <a:pt x="46506" y="22078"/>
                    <a:pt x="46964" y="22078"/>
                  </a:cubicBezTo>
                  <a:cubicBezTo>
                    <a:pt x="47423" y="22078"/>
                    <a:pt x="47881" y="22075"/>
                    <a:pt x="48339" y="22075"/>
                  </a:cubicBezTo>
                  <a:cubicBezTo>
                    <a:pt x="48792" y="22075"/>
                    <a:pt x="49247" y="22078"/>
                    <a:pt x="49704" y="22078"/>
                  </a:cubicBezTo>
                  <a:cubicBezTo>
                    <a:pt x="50161" y="22078"/>
                    <a:pt x="50619" y="22075"/>
                    <a:pt x="51078" y="22063"/>
                  </a:cubicBezTo>
                  <a:cubicBezTo>
                    <a:pt x="51094" y="22062"/>
                    <a:pt x="51109" y="22062"/>
                    <a:pt x="51124" y="22062"/>
                  </a:cubicBezTo>
                  <a:cubicBezTo>
                    <a:pt x="51444" y="22062"/>
                    <a:pt x="51542" y="22186"/>
                    <a:pt x="51542" y="22527"/>
                  </a:cubicBezTo>
                  <a:cubicBezTo>
                    <a:pt x="51518" y="23658"/>
                    <a:pt x="51518" y="24789"/>
                    <a:pt x="51542" y="25921"/>
                  </a:cubicBezTo>
                  <a:cubicBezTo>
                    <a:pt x="51542" y="26268"/>
                    <a:pt x="51416" y="26362"/>
                    <a:pt x="51113" y="26362"/>
                  </a:cubicBezTo>
                  <a:cubicBezTo>
                    <a:pt x="51094" y="26362"/>
                    <a:pt x="51074" y="26362"/>
                    <a:pt x="51054" y="26361"/>
                  </a:cubicBezTo>
                  <a:cubicBezTo>
                    <a:pt x="50143" y="26355"/>
                    <a:pt x="49229" y="26352"/>
                    <a:pt x="48316" y="26352"/>
                  </a:cubicBezTo>
                  <a:cubicBezTo>
                    <a:pt x="47402" y="26352"/>
                    <a:pt x="46488" y="26355"/>
                    <a:pt x="45577" y="26361"/>
                  </a:cubicBezTo>
                  <a:cubicBezTo>
                    <a:pt x="45220" y="26361"/>
                    <a:pt x="45113" y="26266"/>
                    <a:pt x="45125" y="25909"/>
                  </a:cubicBezTo>
                  <a:cubicBezTo>
                    <a:pt x="45149" y="24778"/>
                    <a:pt x="45149" y="23646"/>
                    <a:pt x="45125" y="22503"/>
                  </a:cubicBezTo>
                  <a:cubicBezTo>
                    <a:pt x="45125" y="22165"/>
                    <a:pt x="45231" y="22062"/>
                    <a:pt x="45536" y="22062"/>
                  </a:cubicBezTo>
                  <a:close/>
                  <a:moveTo>
                    <a:pt x="20931" y="22063"/>
                  </a:moveTo>
                  <a:cubicBezTo>
                    <a:pt x="21288" y="22063"/>
                    <a:pt x="21396" y="22170"/>
                    <a:pt x="21384" y="22527"/>
                  </a:cubicBezTo>
                  <a:cubicBezTo>
                    <a:pt x="21372" y="23658"/>
                    <a:pt x="21360" y="24789"/>
                    <a:pt x="21384" y="25921"/>
                  </a:cubicBezTo>
                  <a:cubicBezTo>
                    <a:pt x="21395" y="26277"/>
                    <a:pt x="21260" y="26362"/>
                    <a:pt x="20971" y="26362"/>
                  </a:cubicBezTo>
                  <a:cubicBezTo>
                    <a:pt x="20950" y="26362"/>
                    <a:pt x="20929" y="26362"/>
                    <a:pt x="20907" y="26361"/>
                  </a:cubicBezTo>
                  <a:cubicBezTo>
                    <a:pt x="20606" y="26357"/>
                    <a:pt x="20303" y="26356"/>
                    <a:pt x="19999" y="26356"/>
                  </a:cubicBezTo>
                  <a:cubicBezTo>
                    <a:pt x="19391" y="26356"/>
                    <a:pt x="18780" y="26361"/>
                    <a:pt x="18169" y="26361"/>
                  </a:cubicBezTo>
                  <a:lnTo>
                    <a:pt x="15502" y="26361"/>
                  </a:lnTo>
                  <a:cubicBezTo>
                    <a:pt x="15169" y="26361"/>
                    <a:pt x="14966" y="26337"/>
                    <a:pt x="14978" y="25909"/>
                  </a:cubicBezTo>
                  <a:cubicBezTo>
                    <a:pt x="15014" y="24766"/>
                    <a:pt x="15002" y="23635"/>
                    <a:pt x="14978" y="22503"/>
                  </a:cubicBezTo>
                  <a:cubicBezTo>
                    <a:pt x="14978" y="22134"/>
                    <a:pt x="15109" y="22063"/>
                    <a:pt x="15442" y="22063"/>
                  </a:cubicBezTo>
                  <a:cubicBezTo>
                    <a:pt x="16359" y="22069"/>
                    <a:pt x="17276" y="22072"/>
                    <a:pt x="18191" y="22072"/>
                  </a:cubicBezTo>
                  <a:cubicBezTo>
                    <a:pt x="19107" y="22072"/>
                    <a:pt x="20020" y="22069"/>
                    <a:pt x="20931" y="22063"/>
                  </a:cubicBezTo>
                  <a:close/>
                  <a:moveTo>
                    <a:pt x="35969" y="22063"/>
                  </a:moveTo>
                  <a:cubicBezTo>
                    <a:pt x="36314" y="22063"/>
                    <a:pt x="36445" y="22146"/>
                    <a:pt x="36433" y="22515"/>
                  </a:cubicBezTo>
                  <a:cubicBezTo>
                    <a:pt x="36409" y="23646"/>
                    <a:pt x="36397" y="24778"/>
                    <a:pt x="36433" y="25909"/>
                  </a:cubicBezTo>
                  <a:cubicBezTo>
                    <a:pt x="36454" y="26302"/>
                    <a:pt x="36295" y="26363"/>
                    <a:pt x="36015" y="26363"/>
                  </a:cubicBezTo>
                  <a:cubicBezTo>
                    <a:pt x="35981" y="26363"/>
                    <a:pt x="35946" y="26362"/>
                    <a:pt x="35909" y="26361"/>
                  </a:cubicBezTo>
                  <a:cubicBezTo>
                    <a:pt x="35612" y="26357"/>
                    <a:pt x="35314" y="26356"/>
                    <a:pt x="35017" y="26356"/>
                  </a:cubicBezTo>
                  <a:cubicBezTo>
                    <a:pt x="34422" y="26356"/>
                    <a:pt x="33830" y="26361"/>
                    <a:pt x="33242" y="26361"/>
                  </a:cubicBezTo>
                  <a:cubicBezTo>
                    <a:pt x="32802" y="26361"/>
                    <a:pt x="32355" y="26358"/>
                    <a:pt x="31909" y="26358"/>
                  </a:cubicBezTo>
                  <a:cubicBezTo>
                    <a:pt x="31462" y="26358"/>
                    <a:pt x="31016" y="26361"/>
                    <a:pt x="30575" y="26373"/>
                  </a:cubicBezTo>
                  <a:cubicBezTo>
                    <a:pt x="30552" y="26374"/>
                    <a:pt x="30529" y="26374"/>
                    <a:pt x="30508" y="26374"/>
                  </a:cubicBezTo>
                  <a:cubicBezTo>
                    <a:pt x="30153" y="26374"/>
                    <a:pt x="30016" y="26275"/>
                    <a:pt x="30028" y="25849"/>
                  </a:cubicBezTo>
                  <a:cubicBezTo>
                    <a:pt x="30063" y="24742"/>
                    <a:pt x="30051" y="23635"/>
                    <a:pt x="30028" y="22527"/>
                  </a:cubicBezTo>
                  <a:cubicBezTo>
                    <a:pt x="30028" y="22182"/>
                    <a:pt x="30123" y="22063"/>
                    <a:pt x="30480" y="22063"/>
                  </a:cubicBezTo>
                  <a:cubicBezTo>
                    <a:pt x="31397" y="22069"/>
                    <a:pt x="32311" y="22072"/>
                    <a:pt x="33224" y="22072"/>
                  </a:cubicBezTo>
                  <a:cubicBezTo>
                    <a:pt x="34138" y="22072"/>
                    <a:pt x="35052" y="22069"/>
                    <a:pt x="35969" y="22063"/>
                  </a:cubicBezTo>
                  <a:close/>
                  <a:moveTo>
                    <a:pt x="60982" y="22049"/>
                  </a:moveTo>
                  <a:cubicBezTo>
                    <a:pt x="61032" y="22049"/>
                    <a:pt x="61084" y="22050"/>
                    <a:pt x="61139" y="22051"/>
                  </a:cubicBezTo>
                  <a:cubicBezTo>
                    <a:pt x="61889" y="22051"/>
                    <a:pt x="62055" y="22265"/>
                    <a:pt x="62055" y="22968"/>
                  </a:cubicBezTo>
                  <a:cubicBezTo>
                    <a:pt x="62032" y="24075"/>
                    <a:pt x="62055" y="24694"/>
                    <a:pt x="62008" y="25647"/>
                  </a:cubicBezTo>
                  <a:cubicBezTo>
                    <a:pt x="61996" y="26040"/>
                    <a:pt x="62032" y="26373"/>
                    <a:pt x="61567" y="26373"/>
                  </a:cubicBezTo>
                  <a:cubicBezTo>
                    <a:pt x="61386" y="26376"/>
                    <a:pt x="61228" y="26379"/>
                    <a:pt x="61090" y="26379"/>
                  </a:cubicBezTo>
                  <a:cubicBezTo>
                    <a:pt x="60162" y="26379"/>
                    <a:pt x="60162" y="26239"/>
                    <a:pt x="60162" y="25016"/>
                  </a:cubicBezTo>
                  <a:lnTo>
                    <a:pt x="60162" y="23027"/>
                  </a:lnTo>
                  <a:cubicBezTo>
                    <a:pt x="60162" y="22142"/>
                    <a:pt x="60423" y="22049"/>
                    <a:pt x="60982" y="22049"/>
                  </a:cubicBezTo>
                  <a:close/>
                  <a:moveTo>
                    <a:pt x="5539" y="22048"/>
                  </a:moveTo>
                  <a:cubicBezTo>
                    <a:pt x="6287" y="22048"/>
                    <a:pt x="6287" y="22137"/>
                    <a:pt x="6287" y="23063"/>
                  </a:cubicBezTo>
                  <a:cubicBezTo>
                    <a:pt x="6287" y="23980"/>
                    <a:pt x="6263" y="24885"/>
                    <a:pt x="6298" y="25802"/>
                  </a:cubicBezTo>
                  <a:cubicBezTo>
                    <a:pt x="6319" y="26177"/>
                    <a:pt x="6244" y="26379"/>
                    <a:pt x="5926" y="26379"/>
                  </a:cubicBezTo>
                  <a:cubicBezTo>
                    <a:pt x="5871" y="26379"/>
                    <a:pt x="5809" y="26373"/>
                    <a:pt x="5739" y="26361"/>
                  </a:cubicBezTo>
                  <a:cubicBezTo>
                    <a:pt x="5638" y="26349"/>
                    <a:pt x="5536" y="26343"/>
                    <a:pt x="5437" y="26343"/>
                  </a:cubicBezTo>
                  <a:cubicBezTo>
                    <a:pt x="5337" y="26343"/>
                    <a:pt x="5239" y="26349"/>
                    <a:pt x="5144" y="26361"/>
                  </a:cubicBezTo>
                  <a:cubicBezTo>
                    <a:pt x="5100" y="26365"/>
                    <a:pt x="5060" y="26368"/>
                    <a:pt x="5022" y="26368"/>
                  </a:cubicBezTo>
                  <a:cubicBezTo>
                    <a:pt x="4741" y="26368"/>
                    <a:pt x="4624" y="26242"/>
                    <a:pt x="4655" y="25885"/>
                  </a:cubicBezTo>
                  <a:cubicBezTo>
                    <a:pt x="4691" y="25337"/>
                    <a:pt x="4655" y="24801"/>
                    <a:pt x="4655" y="24254"/>
                  </a:cubicBezTo>
                  <a:lnTo>
                    <a:pt x="4727" y="24254"/>
                  </a:lnTo>
                  <a:cubicBezTo>
                    <a:pt x="4727" y="23694"/>
                    <a:pt x="4751" y="23123"/>
                    <a:pt x="4727" y="22563"/>
                  </a:cubicBezTo>
                  <a:cubicBezTo>
                    <a:pt x="4703" y="22194"/>
                    <a:pt x="4810" y="22063"/>
                    <a:pt x="5203" y="22051"/>
                  </a:cubicBezTo>
                  <a:cubicBezTo>
                    <a:pt x="5329" y="22050"/>
                    <a:pt x="5441" y="22048"/>
                    <a:pt x="5539" y="22048"/>
                  </a:cubicBezTo>
                  <a:close/>
                  <a:moveTo>
                    <a:pt x="7525" y="1"/>
                  </a:moveTo>
                  <a:cubicBezTo>
                    <a:pt x="6406" y="1"/>
                    <a:pt x="6287" y="120"/>
                    <a:pt x="6287" y="1215"/>
                  </a:cubicBezTo>
                  <a:lnTo>
                    <a:pt x="6287" y="18908"/>
                  </a:lnTo>
                  <a:cubicBezTo>
                    <a:pt x="6287" y="19860"/>
                    <a:pt x="6287" y="19860"/>
                    <a:pt x="5298" y="19860"/>
                  </a:cubicBezTo>
                  <a:cubicBezTo>
                    <a:pt x="4378" y="19860"/>
                    <a:pt x="3457" y="19850"/>
                    <a:pt x="2533" y="19850"/>
                  </a:cubicBezTo>
                  <a:cubicBezTo>
                    <a:pt x="2070" y="19850"/>
                    <a:pt x="1607" y="19852"/>
                    <a:pt x="1143" y="19860"/>
                  </a:cubicBezTo>
                  <a:cubicBezTo>
                    <a:pt x="453" y="19872"/>
                    <a:pt x="12" y="20337"/>
                    <a:pt x="12" y="20968"/>
                  </a:cubicBezTo>
                  <a:cubicBezTo>
                    <a:pt x="0" y="21599"/>
                    <a:pt x="441" y="22039"/>
                    <a:pt x="1143" y="22063"/>
                  </a:cubicBezTo>
                  <a:cubicBezTo>
                    <a:pt x="1292" y="22075"/>
                    <a:pt x="1441" y="22081"/>
                    <a:pt x="1590" y="22081"/>
                  </a:cubicBezTo>
                  <a:cubicBezTo>
                    <a:pt x="1738" y="22081"/>
                    <a:pt x="1887" y="22075"/>
                    <a:pt x="2036" y="22063"/>
                  </a:cubicBezTo>
                  <a:cubicBezTo>
                    <a:pt x="2071" y="22060"/>
                    <a:pt x="2103" y="22058"/>
                    <a:pt x="2134" y="22058"/>
                  </a:cubicBezTo>
                  <a:cubicBezTo>
                    <a:pt x="2449" y="22058"/>
                    <a:pt x="2546" y="22227"/>
                    <a:pt x="2524" y="22575"/>
                  </a:cubicBezTo>
                  <a:cubicBezTo>
                    <a:pt x="2500" y="23432"/>
                    <a:pt x="2512" y="24301"/>
                    <a:pt x="2488" y="25159"/>
                  </a:cubicBezTo>
                  <a:cubicBezTo>
                    <a:pt x="2453" y="26302"/>
                    <a:pt x="2441" y="26302"/>
                    <a:pt x="1274" y="26361"/>
                  </a:cubicBezTo>
                  <a:cubicBezTo>
                    <a:pt x="1191" y="26361"/>
                    <a:pt x="1119" y="26361"/>
                    <a:pt x="1048" y="26373"/>
                  </a:cubicBezTo>
                  <a:cubicBezTo>
                    <a:pt x="691" y="26433"/>
                    <a:pt x="464" y="26635"/>
                    <a:pt x="453" y="27016"/>
                  </a:cubicBezTo>
                  <a:cubicBezTo>
                    <a:pt x="453" y="27433"/>
                    <a:pt x="667" y="27659"/>
                    <a:pt x="1072" y="27695"/>
                  </a:cubicBezTo>
                  <a:cubicBezTo>
                    <a:pt x="1220" y="27701"/>
                    <a:pt x="1372" y="27704"/>
                    <a:pt x="1523" y="27704"/>
                  </a:cubicBezTo>
                  <a:cubicBezTo>
                    <a:pt x="1673" y="27704"/>
                    <a:pt x="1822" y="27701"/>
                    <a:pt x="1965" y="27695"/>
                  </a:cubicBezTo>
                  <a:cubicBezTo>
                    <a:pt x="1994" y="27693"/>
                    <a:pt x="2022" y="27691"/>
                    <a:pt x="2047" y="27691"/>
                  </a:cubicBezTo>
                  <a:cubicBezTo>
                    <a:pt x="2316" y="27691"/>
                    <a:pt x="2403" y="27807"/>
                    <a:pt x="2381" y="28111"/>
                  </a:cubicBezTo>
                  <a:cubicBezTo>
                    <a:pt x="2179" y="30290"/>
                    <a:pt x="2060" y="32481"/>
                    <a:pt x="1667" y="34648"/>
                  </a:cubicBezTo>
                  <a:lnTo>
                    <a:pt x="3893" y="34648"/>
                  </a:lnTo>
                  <a:cubicBezTo>
                    <a:pt x="4191" y="34410"/>
                    <a:pt x="4239" y="34076"/>
                    <a:pt x="4286" y="33719"/>
                  </a:cubicBezTo>
                  <a:cubicBezTo>
                    <a:pt x="4489" y="32064"/>
                    <a:pt x="4679" y="30409"/>
                    <a:pt x="4763" y="28730"/>
                  </a:cubicBezTo>
                  <a:cubicBezTo>
                    <a:pt x="4774" y="28309"/>
                    <a:pt x="4895" y="27930"/>
                    <a:pt x="5427" y="27930"/>
                  </a:cubicBezTo>
                  <a:cubicBezTo>
                    <a:pt x="5451" y="27930"/>
                    <a:pt x="5475" y="27931"/>
                    <a:pt x="5501" y="27933"/>
                  </a:cubicBezTo>
                  <a:cubicBezTo>
                    <a:pt x="6096" y="27968"/>
                    <a:pt x="6048" y="28409"/>
                    <a:pt x="6048" y="28790"/>
                  </a:cubicBezTo>
                  <a:cubicBezTo>
                    <a:pt x="6060" y="30397"/>
                    <a:pt x="6048" y="31993"/>
                    <a:pt x="6048" y="33588"/>
                  </a:cubicBezTo>
                  <a:cubicBezTo>
                    <a:pt x="6048" y="33957"/>
                    <a:pt x="6001" y="34338"/>
                    <a:pt x="6263" y="34648"/>
                  </a:cubicBezTo>
                  <a:lnTo>
                    <a:pt x="7608" y="34648"/>
                  </a:lnTo>
                  <a:cubicBezTo>
                    <a:pt x="7882" y="34338"/>
                    <a:pt x="7834" y="33957"/>
                    <a:pt x="7834" y="33588"/>
                  </a:cubicBezTo>
                  <a:lnTo>
                    <a:pt x="7834" y="28790"/>
                  </a:lnTo>
                  <a:cubicBezTo>
                    <a:pt x="7834" y="28004"/>
                    <a:pt x="7918" y="27933"/>
                    <a:pt x="8680" y="27933"/>
                  </a:cubicBezTo>
                  <a:cubicBezTo>
                    <a:pt x="9335" y="27927"/>
                    <a:pt x="9989" y="27924"/>
                    <a:pt x="10644" y="27924"/>
                  </a:cubicBezTo>
                  <a:cubicBezTo>
                    <a:pt x="11299" y="27924"/>
                    <a:pt x="11954" y="27927"/>
                    <a:pt x="12609" y="27933"/>
                  </a:cubicBezTo>
                  <a:cubicBezTo>
                    <a:pt x="13371" y="27933"/>
                    <a:pt x="13442" y="28004"/>
                    <a:pt x="13442" y="28790"/>
                  </a:cubicBezTo>
                  <a:cubicBezTo>
                    <a:pt x="13466" y="30397"/>
                    <a:pt x="13442" y="31993"/>
                    <a:pt x="13442" y="33588"/>
                  </a:cubicBezTo>
                  <a:cubicBezTo>
                    <a:pt x="13442" y="33957"/>
                    <a:pt x="13407" y="34338"/>
                    <a:pt x="13680" y="34648"/>
                  </a:cubicBezTo>
                  <a:lnTo>
                    <a:pt x="15014" y="34648"/>
                  </a:lnTo>
                  <a:cubicBezTo>
                    <a:pt x="15288" y="34338"/>
                    <a:pt x="15252" y="33957"/>
                    <a:pt x="15252" y="33588"/>
                  </a:cubicBezTo>
                  <a:cubicBezTo>
                    <a:pt x="15264" y="31993"/>
                    <a:pt x="15252" y="30385"/>
                    <a:pt x="15264" y="28790"/>
                  </a:cubicBezTo>
                  <a:cubicBezTo>
                    <a:pt x="15264" y="28004"/>
                    <a:pt x="15335" y="27933"/>
                    <a:pt x="16097" y="27933"/>
                  </a:cubicBezTo>
                  <a:cubicBezTo>
                    <a:pt x="16800" y="27927"/>
                    <a:pt x="17505" y="27924"/>
                    <a:pt x="18211" y="27924"/>
                  </a:cubicBezTo>
                  <a:cubicBezTo>
                    <a:pt x="18916" y="27924"/>
                    <a:pt x="19622" y="27927"/>
                    <a:pt x="20324" y="27933"/>
                  </a:cubicBezTo>
                  <a:cubicBezTo>
                    <a:pt x="21086" y="27933"/>
                    <a:pt x="21157" y="28004"/>
                    <a:pt x="21169" y="28790"/>
                  </a:cubicBezTo>
                  <a:cubicBezTo>
                    <a:pt x="21181" y="30385"/>
                    <a:pt x="21169" y="31993"/>
                    <a:pt x="21169" y="33588"/>
                  </a:cubicBezTo>
                  <a:cubicBezTo>
                    <a:pt x="21169" y="33957"/>
                    <a:pt x="21122" y="34338"/>
                    <a:pt x="21396" y="34648"/>
                  </a:cubicBezTo>
                  <a:lnTo>
                    <a:pt x="22741" y="34648"/>
                  </a:lnTo>
                  <a:cubicBezTo>
                    <a:pt x="23027" y="34314"/>
                    <a:pt x="22967" y="33910"/>
                    <a:pt x="22967" y="33517"/>
                  </a:cubicBezTo>
                  <a:cubicBezTo>
                    <a:pt x="22967" y="31945"/>
                    <a:pt x="22955" y="30362"/>
                    <a:pt x="22967" y="28790"/>
                  </a:cubicBezTo>
                  <a:cubicBezTo>
                    <a:pt x="22967" y="28016"/>
                    <a:pt x="23051" y="27933"/>
                    <a:pt x="23813" y="27933"/>
                  </a:cubicBezTo>
                  <a:cubicBezTo>
                    <a:pt x="24444" y="27927"/>
                    <a:pt x="25075" y="27924"/>
                    <a:pt x="25704" y="27924"/>
                  </a:cubicBezTo>
                  <a:cubicBezTo>
                    <a:pt x="26334" y="27924"/>
                    <a:pt x="26962" y="27927"/>
                    <a:pt x="27587" y="27933"/>
                  </a:cubicBezTo>
                  <a:cubicBezTo>
                    <a:pt x="28349" y="27933"/>
                    <a:pt x="28420" y="28004"/>
                    <a:pt x="28432" y="28790"/>
                  </a:cubicBezTo>
                  <a:cubicBezTo>
                    <a:pt x="28444" y="30397"/>
                    <a:pt x="28432" y="31993"/>
                    <a:pt x="28432" y="33588"/>
                  </a:cubicBezTo>
                  <a:cubicBezTo>
                    <a:pt x="28432" y="33957"/>
                    <a:pt x="28396" y="34338"/>
                    <a:pt x="28658" y="34648"/>
                  </a:cubicBezTo>
                  <a:lnTo>
                    <a:pt x="30004" y="34648"/>
                  </a:lnTo>
                  <a:cubicBezTo>
                    <a:pt x="30278" y="34338"/>
                    <a:pt x="30230" y="33957"/>
                    <a:pt x="30230" y="33588"/>
                  </a:cubicBezTo>
                  <a:cubicBezTo>
                    <a:pt x="30242" y="31993"/>
                    <a:pt x="30230" y="30385"/>
                    <a:pt x="30230" y="28790"/>
                  </a:cubicBezTo>
                  <a:cubicBezTo>
                    <a:pt x="30230" y="28004"/>
                    <a:pt x="30313" y="27933"/>
                    <a:pt x="31075" y="27933"/>
                  </a:cubicBezTo>
                  <a:cubicBezTo>
                    <a:pt x="31778" y="27927"/>
                    <a:pt x="32483" y="27924"/>
                    <a:pt x="33189" y="27924"/>
                  </a:cubicBezTo>
                  <a:cubicBezTo>
                    <a:pt x="33894" y="27924"/>
                    <a:pt x="34600" y="27927"/>
                    <a:pt x="35302" y="27933"/>
                  </a:cubicBezTo>
                  <a:cubicBezTo>
                    <a:pt x="36064" y="27933"/>
                    <a:pt x="36136" y="28004"/>
                    <a:pt x="36136" y="28790"/>
                  </a:cubicBezTo>
                  <a:cubicBezTo>
                    <a:pt x="36159" y="30385"/>
                    <a:pt x="36136" y="31993"/>
                    <a:pt x="36136" y="33588"/>
                  </a:cubicBezTo>
                  <a:cubicBezTo>
                    <a:pt x="36136" y="33957"/>
                    <a:pt x="36100" y="34338"/>
                    <a:pt x="36374" y="34648"/>
                  </a:cubicBezTo>
                  <a:lnTo>
                    <a:pt x="37707" y="34648"/>
                  </a:lnTo>
                  <a:cubicBezTo>
                    <a:pt x="37981" y="34338"/>
                    <a:pt x="37945" y="33957"/>
                    <a:pt x="37945" y="33588"/>
                  </a:cubicBezTo>
                  <a:lnTo>
                    <a:pt x="37945" y="28790"/>
                  </a:lnTo>
                  <a:cubicBezTo>
                    <a:pt x="37945" y="28004"/>
                    <a:pt x="38029" y="27933"/>
                    <a:pt x="38791" y="27933"/>
                  </a:cubicBezTo>
                  <a:cubicBezTo>
                    <a:pt x="39440" y="27927"/>
                    <a:pt x="40091" y="27924"/>
                    <a:pt x="40745" y="27924"/>
                  </a:cubicBezTo>
                  <a:cubicBezTo>
                    <a:pt x="41398" y="27924"/>
                    <a:pt x="42053" y="27927"/>
                    <a:pt x="42708" y="27933"/>
                  </a:cubicBezTo>
                  <a:cubicBezTo>
                    <a:pt x="43470" y="27933"/>
                    <a:pt x="43541" y="28004"/>
                    <a:pt x="43553" y="28790"/>
                  </a:cubicBezTo>
                  <a:cubicBezTo>
                    <a:pt x="43565" y="30397"/>
                    <a:pt x="43553" y="31993"/>
                    <a:pt x="43553" y="33588"/>
                  </a:cubicBezTo>
                  <a:cubicBezTo>
                    <a:pt x="43553" y="33957"/>
                    <a:pt x="43517" y="34338"/>
                    <a:pt x="43779" y="34648"/>
                  </a:cubicBezTo>
                  <a:lnTo>
                    <a:pt x="45125" y="34648"/>
                  </a:lnTo>
                  <a:cubicBezTo>
                    <a:pt x="45399" y="34338"/>
                    <a:pt x="45351" y="33957"/>
                    <a:pt x="45351" y="33588"/>
                  </a:cubicBezTo>
                  <a:cubicBezTo>
                    <a:pt x="45363" y="31993"/>
                    <a:pt x="45351" y="30385"/>
                    <a:pt x="45363" y="28790"/>
                  </a:cubicBezTo>
                  <a:cubicBezTo>
                    <a:pt x="45363" y="28004"/>
                    <a:pt x="45446" y="27933"/>
                    <a:pt x="46208" y="27933"/>
                  </a:cubicBezTo>
                  <a:cubicBezTo>
                    <a:pt x="46911" y="27927"/>
                    <a:pt x="47613" y="27924"/>
                    <a:pt x="48316" y="27924"/>
                  </a:cubicBezTo>
                  <a:cubicBezTo>
                    <a:pt x="49018" y="27924"/>
                    <a:pt x="49721" y="27927"/>
                    <a:pt x="50423" y="27933"/>
                  </a:cubicBezTo>
                  <a:cubicBezTo>
                    <a:pt x="51185" y="27933"/>
                    <a:pt x="51268" y="28004"/>
                    <a:pt x="51268" y="28790"/>
                  </a:cubicBezTo>
                  <a:cubicBezTo>
                    <a:pt x="51280" y="30385"/>
                    <a:pt x="51268" y="31993"/>
                    <a:pt x="51268" y="33588"/>
                  </a:cubicBezTo>
                  <a:cubicBezTo>
                    <a:pt x="51268" y="33957"/>
                    <a:pt x="51233" y="34338"/>
                    <a:pt x="51507" y="34648"/>
                  </a:cubicBezTo>
                  <a:lnTo>
                    <a:pt x="52840" y="34648"/>
                  </a:lnTo>
                  <a:cubicBezTo>
                    <a:pt x="53126" y="34314"/>
                    <a:pt x="53078" y="33910"/>
                    <a:pt x="53078" y="33517"/>
                  </a:cubicBezTo>
                  <a:cubicBezTo>
                    <a:pt x="53078" y="31945"/>
                    <a:pt x="53066" y="30362"/>
                    <a:pt x="53078" y="28790"/>
                  </a:cubicBezTo>
                  <a:cubicBezTo>
                    <a:pt x="53078" y="28016"/>
                    <a:pt x="53150" y="27933"/>
                    <a:pt x="53912" y="27933"/>
                  </a:cubicBezTo>
                  <a:cubicBezTo>
                    <a:pt x="54543" y="27927"/>
                    <a:pt x="55174" y="27924"/>
                    <a:pt x="55805" y="27924"/>
                  </a:cubicBezTo>
                  <a:cubicBezTo>
                    <a:pt x="56436" y="27924"/>
                    <a:pt x="57067" y="27927"/>
                    <a:pt x="57698" y="27933"/>
                  </a:cubicBezTo>
                  <a:cubicBezTo>
                    <a:pt x="58460" y="27933"/>
                    <a:pt x="58531" y="28004"/>
                    <a:pt x="58531" y="28790"/>
                  </a:cubicBezTo>
                  <a:cubicBezTo>
                    <a:pt x="58543" y="30397"/>
                    <a:pt x="58531" y="31993"/>
                    <a:pt x="58531" y="33588"/>
                  </a:cubicBezTo>
                  <a:cubicBezTo>
                    <a:pt x="58531" y="33957"/>
                    <a:pt x="58495" y="34338"/>
                    <a:pt x="58769" y="34648"/>
                  </a:cubicBezTo>
                  <a:lnTo>
                    <a:pt x="60103" y="34648"/>
                  </a:lnTo>
                  <a:cubicBezTo>
                    <a:pt x="60377" y="34338"/>
                    <a:pt x="60329" y="33957"/>
                    <a:pt x="60329" y="33588"/>
                  </a:cubicBezTo>
                  <a:cubicBezTo>
                    <a:pt x="60329" y="31969"/>
                    <a:pt x="60317" y="30540"/>
                    <a:pt x="60329" y="28921"/>
                  </a:cubicBezTo>
                  <a:cubicBezTo>
                    <a:pt x="60341" y="28231"/>
                    <a:pt x="60547" y="27920"/>
                    <a:pt x="61219" y="27920"/>
                  </a:cubicBezTo>
                  <a:cubicBezTo>
                    <a:pt x="61232" y="27920"/>
                    <a:pt x="61245" y="27921"/>
                    <a:pt x="61258" y="27921"/>
                  </a:cubicBezTo>
                  <a:cubicBezTo>
                    <a:pt x="61770" y="27933"/>
                    <a:pt x="61901" y="28516"/>
                    <a:pt x="61924" y="28969"/>
                  </a:cubicBezTo>
                  <a:cubicBezTo>
                    <a:pt x="62032" y="30635"/>
                    <a:pt x="62198" y="32207"/>
                    <a:pt x="62389" y="33814"/>
                  </a:cubicBezTo>
                  <a:cubicBezTo>
                    <a:pt x="62425" y="34136"/>
                    <a:pt x="62436" y="34469"/>
                    <a:pt x="62770" y="34648"/>
                  </a:cubicBezTo>
                  <a:lnTo>
                    <a:pt x="65008" y="34648"/>
                  </a:lnTo>
                  <a:cubicBezTo>
                    <a:pt x="64699" y="32874"/>
                    <a:pt x="64496" y="31088"/>
                    <a:pt x="64389" y="29290"/>
                  </a:cubicBezTo>
                  <a:cubicBezTo>
                    <a:pt x="64365" y="28802"/>
                    <a:pt x="64270" y="27790"/>
                    <a:pt x="64270" y="27730"/>
                  </a:cubicBezTo>
                  <a:cubicBezTo>
                    <a:pt x="64270" y="27730"/>
                    <a:pt x="65163" y="27730"/>
                    <a:pt x="65734" y="27695"/>
                  </a:cubicBezTo>
                  <a:lnTo>
                    <a:pt x="65806" y="27695"/>
                  </a:lnTo>
                  <a:cubicBezTo>
                    <a:pt x="66627" y="27647"/>
                    <a:pt x="66639" y="26444"/>
                    <a:pt x="65818" y="26385"/>
                  </a:cubicBezTo>
                  <a:cubicBezTo>
                    <a:pt x="65695" y="26373"/>
                    <a:pt x="65548" y="26369"/>
                    <a:pt x="65393" y="26369"/>
                  </a:cubicBezTo>
                  <a:cubicBezTo>
                    <a:pt x="65084" y="26369"/>
                    <a:pt x="64742" y="26385"/>
                    <a:pt x="64496" y="26385"/>
                  </a:cubicBezTo>
                  <a:cubicBezTo>
                    <a:pt x="64199" y="26385"/>
                    <a:pt x="64210" y="26254"/>
                    <a:pt x="64199" y="25885"/>
                  </a:cubicBezTo>
                  <a:cubicBezTo>
                    <a:pt x="64199" y="25075"/>
                    <a:pt x="64151" y="24254"/>
                    <a:pt x="64139" y="23444"/>
                  </a:cubicBezTo>
                  <a:cubicBezTo>
                    <a:pt x="64175" y="22075"/>
                    <a:pt x="64175" y="22075"/>
                    <a:pt x="65532" y="22063"/>
                  </a:cubicBezTo>
                  <a:cubicBezTo>
                    <a:pt x="66425" y="22063"/>
                    <a:pt x="66913" y="21682"/>
                    <a:pt x="66937" y="21003"/>
                  </a:cubicBezTo>
                  <a:cubicBezTo>
                    <a:pt x="66961" y="20313"/>
                    <a:pt x="66425" y="19860"/>
                    <a:pt x="65520" y="19848"/>
                  </a:cubicBezTo>
                  <a:cubicBezTo>
                    <a:pt x="64599" y="19848"/>
                    <a:pt x="63681" y="19836"/>
                    <a:pt x="62763" y="19836"/>
                  </a:cubicBezTo>
                  <a:cubicBezTo>
                    <a:pt x="62151" y="19836"/>
                    <a:pt x="61539" y="19841"/>
                    <a:pt x="60924" y="19860"/>
                  </a:cubicBezTo>
                  <a:cubicBezTo>
                    <a:pt x="60885" y="19862"/>
                    <a:pt x="60848" y="19863"/>
                    <a:pt x="60812" y="19863"/>
                  </a:cubicBezTo>
                  <a:cubicBezTo>
                    <a:pt x="60286" y="19863"/>
                    <a:pt x="60150" y="19690"/>
                    <a:pt x="60150" y="19110"/>
                  </a:cubicBezTo>
                  <a:cubicBezTo>
                    <a:pt x="60174" y="13133"/>
                    <a:pt x="60174" y="7168"/>
                    <a:pt x="60174" y="1191"/>
                  </a:cubicBezTo>
                  <a:cubicBezTo>
                    <a:pt x="60174" y="60"/>
                    <a:pt x="60115" y="1"/>
                    <a:pt x="58936" y="1"/>
                  </a:cubicBezTo>
                  <a:lnTo>
                    <a:pt x="52697" y="1"/>
                  </a:lnTo>
                  <a:cubicBezTo>
                    <a:pt x="51590" y="1"/>
                    <a:pt x="51518" y="72"/>
                    <a:pt x="51518" y="1179"/>
                  </a:cubicBezTo>
                  <a:cubicBezTo>
                    <a:pt x="51518" y="7180"/>
                    <a:pt x="51518" y="13169"/>
                    <a:pt x="51530" y="19170"/>
                  </a:cubicBezTo>
                  <a:cubicBezTo>
                    <a:pt x="51530" y="19678"/>
                    <a:pt x="51441" y="19873"/>
                    <a:pt x="50912" y="19873"/>
                  </a:cubicBezTo>
                  <a:cubicBezTo>
                    <a:pt x="50896" y="19873"/>
                    <a:pt x="50880" y="19873"/>
                    <a:pt x="50864" y="19872"/>
                  </a:cubicBezTo>
                  <a:cubicBezTo>
                    <a:pt x="50036" y="19848"/>
                    <a:pt x="49206" y="19836"/>
                    <a:pt x="48375" y="19836"/>
                  </a:cubicBezTo>
                  <a:cubicBezTo>
                    <a:pt x="47545" y="19836"/>
                    <a:pt x="46714" y="19848"/>
                    <a:pt x="45887" y="19872"/>
                  </a:cubicBezTo>
                  <a:cubicBezTo>
                    <a:pt x="45863" y="19873"/>
                    <a:pt x="45840" y="19873"/>
                    <a:pt x="45818" y="19873"/>
                  </a:cubicBezTo>
                  <a:cubicBezTo>
                    <a:pt x="45278" y="19873"/>
                    <a:pt x="45113" y="19728"/>
                    <a:pt x="45113" y="19122"/>
                  </a:cubicBezTo>
                  <a:cubicBezTo>
                    <a:pt x="45137" y="13133"/>
                    <a:pt x="45125" y="7133"/>
                    <a:pt x="45125" y="1144"/>
                  </a:cubicBezTo>
                  <a:cubicBezTo>
                    <a:pt x="45125" y="179"/>
                    <a:pt x="44970" y="13"/>
                    <a:pt x="44029" y="13"/>
                  </a:cubicBezTo>
                  <a:lnTo>
                    <a:pt x="37636" y="13"/>
                  </a:lnTo>
                  <a:cubicBezTo>
                    <a:pt x="36540" y="13"/>
                    <a:pt x="36433" y="132"/>
                    <a:pt x="36433" y="1251"/>
                  </a:cubicBezTo>
                  <a:cubicBezTo>
                    <a:pt x="36433" y="7216"/>
                    <a:pt x="36421" y="13193"/>
                    <a:pt x="36445" y="19158"/>
                  </a:cubicBezTo>
                  <a:cubicBezTo>
                    <a:pt x="36445" y="19729"/>
                    <a:pt x="36291" y="19873"/>
                    <a:pt x="35784" y="19873"/>
                  </a:cubicBezTo>
                  <a:cubicBezTo>
                    <a:pt x="35763" y="19873"/>
                    <a:pt x="35741" y="19873"/>
                    <a:pt x="35719" y="19872"/>
                  </a:cubicBezTo>
                  <a:cubicBezTo>
                    <a:pt x="34827" y="19853"/>
                    <a:pt x="33938" y="19841"/>
                    <a:pt x="33051" y="19841"/>
                  </a:cubicBezTo>
                  <a:cubicBezTo>
                    <a:pt x="32281" y="19841"/>
                    <a:pt x="31511" y="19850"/>
                    <a:pt x="30742" y="19872"/>
                  </a:cubicBezTo>
                  <a:cubicBezTo>
                    <a:pt x="30724" y="19873"/>
                    <a:pt x="30706" y="19873"/>
                    <a:pt x="30688" y="19873"/>
                  </a:cubicBezTo>
                  <a:cubicBezTo>
                    <a:pt x="30139" y="19873"/>
                    <a:pt x="30016" y="19688"/>
                    <a:pt x="30028" y="19134"/>
                  </a:cubicBezTo>
                  <a:cubicBezTo>
                    <a:pt x="30040" y="13121"/>
                    <a:pt x="30051" y="7097"/>
                    <a:pt x="30040" y="1084"/>
                  </a:cubicBezTo>
                  <a:cubicBezTo>
                    <a:pt x="30040" y="120"/>
                    <a:pt x="29920" y="13"/>
                    <a:pt x="28968" y="13"/>
                  </a:cubicBezTo>
                  <a:lnTo>
                    <a:pt x="22586" y="13"/>
                  </a:lnTo>
                  <a:cubicBezTo>
                    <a:pt x="21431" y="13"/>
                    <a:pt x="21384" y="60"/>
                    <a:pt x="21384" y="1239"/>
                  </a:cubicBezTo>
                  <a:cubicBezTo>
                    <a:pt x="21384" y="7228"/>
                    <a:pt x="21384" y="13229"/>
                    <a:pt x="21396" y="19217"/>
                  </a:cubicBezTo>
                  <a:cubicBezTo>
                    <a:pt x="21396" y="19722"/>
                    <a:pt x="21274" y="19873"/>
                    <a:pt x="20798" y="19873"/>
                  </a:cubicBezTo>
                  <a:cubicBezTo>
                    <a:pt x="20779" y="19873"/>
                    <a:pt x="20760" y="19873"/>
                    <a:pt x="20741" y="19872"/>
                  </a:cubicBezTo>
                  <a:cubicBezTo>
                    <a:pt x="19842" y="19853"/>
                    <a:pt x="18944" y="19841"/>
                    <a:pt x="18044" y="19841"/>
                  </a:cubicBezTo>
                  <a:cubicBezTo>
                    <a:pt x="17262" y="19841"/>
                    <a:pt x="16478" y="19850"/>
                    <a:pt x="15693" y="19872"/>
                  </a:cubicBezTo>
                  <a:cubicBezTo>
                    <a:pt x="15673" y="19873"/>
                    <a:pt x="15654" y="19873"/>
                    <a:pt x="15636" y="19873"/>
                  </a:cubicBezTo>
                  <a:cubicBezTo>
                    <a:pt x="15090" y="19873"/>
                    <a:pt x="14978" y="19699"/>
                    <a:pt x="14978" y="19146"/>
                  </a:cubicBezTo>
                  <a:cubicBezTo>
                    <a:pt x="15002" y="13121"/>
                    <a:pt x="14990" y="7109"/>
                    <a:pt x="14990" y="1084"/>
                  </a:cubicBezTo>
                  <a:cubicBezTo>
                    <a:pt x="14990" y="179"/>
                    <a:pt x="14811" y="13"/>
                    <a:pt x="139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6" name="Google Shape;16;p36"/>
            <p:cNvGrpSpPr/>
            <p:nvPr/>
          </p:nvGrpSpPr>
          <p:grpSpPr>
            <a:xfrm>
              <a:off x="4364825" y="1834275"/>
              <a:ext cx="1281425" cy="539675"/>
              <a:chOff x="4364825" y="1834275"/>
              <a:chExt cx="1281425" cy="539675"/>
            </a:xfrm>
          </p:grpSpPr>
          <p:sp>
            <p:nvSpPr>
              <p:cNvPr id="17" name="Google Shape;17;p36"/>
              <p:cNvSpPr/>
              <p:nvPr/>
            </p:nvSpPr>
            <p:spPr>
              <a:xfrm>
                <a:off x="5118475" y="2199750"/>
                <a:ext cx="152125" cy="174200"/>
              </a:xfrm>
              <a:custGeom>
                <a:avLst/>
                <a:gdLst/>
                <a:ahLst/>
                <a:cxnLst/>
                <a:rect l="l" t="t" r="r" b="b"/>
                <a:pathLst>
                  <a:path w="6085" h="6968" extrusionOk="0">
                    <a:moveTo>
                      <a:pt x="601" y="0"/>
                    </a:moveTo>
                    <a:cubicBezTo>
                      <a:pt x="128" y="0"/>
                      <a:pt x="13" y="170"/>
                      <a:pt x="13" y="693"/>
                    </a:cubicBezTo>
                    <a:cubicBezTo>
                      <a:pt x="37" y="2777"/>
                      <a:pt x="13" y="4872"/>
                      <a:pt x="1" y="6968"/>
                    </a:cubicBezTo>
                    <a:lnTo>
                      <a:pt x="6085" y="6968"/>
                    </a:lnTo>
                    <a:cubicBezTo>
                      <a:pt x="6073" y="4849"/>
                      <a:pt x="6049" y="2729"/>
                      <a:pt x="6061" y="610"/>
                    </a:cubicBezTo>
                    <a:cubicBezTo>
                      <a:pt x="6061" y="152"/>
                      <a:pt x="5940" y="2"/>
                      <a:pt x="5496" y="2"/>
                    </a:cubicBezTo>
                    <a:cubicBezTo>
                      <a:pt x="5478" y="2"/>
                      <a:pt x="5460" y="2"/>
                      <a:pt x="5442" y="3"/>
                    </a:cubicBezTo>
                    <a:cubicBezTo>
                      <a:pt x="4580" y="16"/>
                      <a:pt x="3714" y="25"/>
                      <a:pt x="2847" y="25"/>
                    </a:cubicBezTo>
                    <a:cubicBezTo>
                      <a:pt x="2133" y="25"/>
                      <a:pt x="1418" y="19"/>
                      <a:pt x="703" y="3"/>
                    </a:cubicBezTo>
                    <a:cubicBezTo>
                      <a:pt x="668" y="1"/>
                      <a:pt x="633" y="0"/>
                      <a:pt x="6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" name="Google Shape;18;p36"/>
              <p:cNvSpPr/>
              <p:nvPr/>
            </p:nvSpPr>
            <p:spPr>
              <a:xfrm>
                <a:off x="4364825" y="2199750"/>
                <a:ext cx="152425" cy="174200"/>
              </a:xfrm>
              <a:custGeom>
                <a:avLst/>
                <a:gdLst/>
                <a:ahLst/>
                <a:cxnLst/>
                <a:rect l="l" t="t" r="r" b="b"/>
                <a:pathLst>
                  <a:path w="6097" h="6968" extrusionOk="0">
                    <a:moveTo>
                      <a:pt x="612" y="0"/>
                    </a:moveTo>
                    <a:cubicBezTo>
                      <a:pt x="137" y="0"/>
                      <a:pt x="12" y="170"/>
                      <a:pt x="12" y="693"/>
                    </a:cubicBezTo>
                    <a:cubicBezTo>
                      <a:pt x="48" y="2777"/>
                      <a:pt x="12" y="4872"/>
                      <a:pt x="0" y="6968"/>
                    </a:cubicBezTo>
                    <a:lnTo>
                      <a:pt x="6096" y="6968"/>
                    </a:lnTo>
                    <a:cubicBezTo>
                      <a:pt x="6084" y="4849"/>
                      <a:pt x="6061" y="2729"/>
                      <a:pt x="6072" y="610"/>
                    </a:cubicBezTo>
                    <a:cubicBezTo>
                      <a:pt x="6072" y="152"/>
                      <a:pt x="5951" y="2"/>
                      <a:pt x="5507" y="2"/>
                    </a:cubicBezTo>
                    <a:cubicBezTo>
                      <a:pt x="5490" y="2"/>
                      <a:pt x="5472" y="2"/>
                      <a:pt x="5453" y="3"/>
                    </a:cubicBezTo>
                    <a:cubicBezTo>
                      <a:pt x="4585" y="16"/>
                      <a:pt x="3716" y="25"/>
                      <a:pt x="2849" y="25"/>
                    </a:cubicBezTo>
                    <a:cubicBezTo>
                      <a:pt x="2136" y="25"/>
                      <a:pt x="1424" y="19"/>
                      <a:pt x="715" y="3"/>
                    </a:cubicBezTo>
                    <a:cubicBezTo>
                      <a:pt x="679" y="1"/>
                      <a:pt x="645" y="0"/>
                      <a:pt x="6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" name="Google Shape;19;p36"/>
              <p:cNvSpPr/>
              <p:nvPr/>
            </p:nvSpPr>
            <p:spPr>
              <a:xfrm>
                <a:off x="5496200" y="2199800"/>
                <a:ext cx="15005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6002" h="6966" extrusionOk="0">
                    <a:moveTo>
                      <a:pt x="5520" y="0"/>
                    </a:moveTo>
                    <a:cubicBezTo>
                      <a:pt x="5507" y="0"/>
                      <a:pt x="5492" y="0"/>
                      <a:pt x="5478" y="1"/>
                    </a:cubicBezTo>
                    <a:cubicBezTo>
                      <a:pt x="4778" y="11"/>
                      <a:pt x="4079" y="14"/>
                      <a:pt x="3380" y="14"/>
                    </a:cubicBezTo>
                    <a:cubicBezTo>
                      <a:pt x="2426" y="14"/>
                      <a:pt x="1473" y="8"/>
                      <a:pt x="525" y="1"/>
                    </a:cubicBezTo>
                    <a:cubicBezTo>
                      <a:pt x="168" y="1"/>
                      <a:pt x="1" y="48"/>
                      <a:pt x="1" y="477"/>
                    </a:cubicBezTo>
                    <a:cubicBezTo>
                      <a:pt x="37" y="2632"/>
                      <a:pt x="25" y="4799"/>
                      <a:pt x="37" y="6966"/>
                    </a:cubicBezTo>
                    <a:lnTo>
                      <a:pt x="5978" y="6966"/>
                    </a:lnTo>
                    <a:cubicBezTo>
                      <a:pt x="5978" y="4823"/>
                      <a:pt x="5978" y="2692"/>
                      <a:pt x="6002" y="548"/>
                    </a:cubicBezTo>
                    <a:cubicBezTo>
                      <a:pt x="6002" y="169"/>
                      <a:pt x="5924" y="0"/>
                      <a:pt x="55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0" name="Google Shape;20;p36"/>
              <p:cNvSpPr/>
              <p:nvPr/>
            </p:nvSpPr>
            <p:spPr>
              <a:xfrm>
                <a:off x="4742850" y="2199800"/>
                <a:ext cx="150025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966" extrusionOk="0">
                    <a:moveTo>
                      <a:pt x="5520" y="0"/>
                    </a:moveTo>
                    <a:cubicBezTo>
                      <a:pt x="5506" y="0"/>
                      <a:pt x="5492" y="0"/>
                      <a:pt x="5477" y="1"/>
                    </a:cubicBezTo>
                    <a:cubicBezTo>
                      <a:pt x="4778" y="11"/>
                      <a:pt x="4078" y="14"/>
                      <a:pt x="3379" y="14"/>
                    </a:cubicBezTo>
                    <a:cubicBezTo>
                      <a:pt x="2423" y="14"/>
                      <a:pt x="1468" y="8"/>
                      <a:pt x="512" y="1"/>
                    </a:cubicBezTo>
                    <a:cubicBezTo>
                      <a:pt x="155" y="1"/>
                      <a:pt x="0" y="48"/>
                      <a:pt x="0" y="477"/>
                    </a:cubicBezTo>
                    <a:cubicBezTo>
                      <a:pt x="24" y="2632"/>
                      <a:pt x="24" y="4799"/>
                      <a:pt x="24" y="6966"/>
                    </a:cubicBezTo>
                    <a:lnTo>
                      <a:pt x="5965" y="6966"/>
                    </a:lnTo>
                    <a:cubicBezTo>
                      <a:pt x="5977" y="4823"/>
                      <a:pt x="5965" y="2692"/>
                      <a:pt x="5989" y="548"/>
                    </a:cubicBezTo>
                    <a:cubicBezTo>
                      <a:pt x="6001" y="169"/>
                      <a:pt x="5923" y="0"/>
                      <a:pt x="55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1" name="Google Shape;21;p36"/>
              <p:cNvSpPr/>
              <p:nvPr/>
            </p:nvSpPr>
            <p:spPr>
              <a:xfrm>
                <a:off x="4365425" y="1834275"/>
                <a:ext cx="151525" cy="170050"/>
              </a:xfrm>
              <a:custGeom>
                <a:avLst/>
                <a:gdLst/>
                <a:ahLst/>
                <a:cxnLst/>
                <a:rect l="l" t="t" r="r" b="b"/>
                <a:pathLst>
                  <a:path w="6061" h="6802" extrusionOk="0">
                    <a:moveTo>
                      <a:pt x="0" y="1"/>
                    </a:moveTo>
                    <a:lnTo>
                      <a:pt x="0" y="6228"/>
                    </a:lnTo>
                    <a:cubicBezTo>
                      <a:pt x="0" y="6740"/>
                      <a:pt x="179" y="6799"/>
                      <a:pt x="572" y="6799"/>
                    </a:cubicBezTo>
                    <a:cubicBezTo>
                      <a:pt x="1440" y="6786"/>
                      <a:pt x="2309" y="6777"/>
                      <a:pt x="3178" y="6777"/>
                    </a:cubicBezTo>
                    <a:cubicBezTo>
                      <a:pt x="3893" y="6777"/>
                      <a:pt x="4607" y="6783"/>
                      <a:pt x="5322" y="6799"/>
                    </a:cubicBezTo>
                    <a:cubicBezTo>
                      <a:pt x="5356" y="6801"/>
                      <a:pt x="5389" y="6801"/>
                      <a:pt x="5420" y="6801"/>
                    </a:cubicBezTo>
                    <a:cubicBezTo>
                      <a:pt x="5913" y="6801"/>
                      <a:pt x="6060" y="6617"/>
                      <a:pt x="6060" y="6002"/>
                    </a:cubicBezTo>
                    <a:cubicBezTo>
                      <a:pt x="6060" y="4001"/>
                      <a:pt x="6048" y="2001"/>
                      <a:pt x="604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2" name="Google Shape;22;p36"/>
              <p:cNvSpPr/>
              <p:nvPr/>
            </p:nvSpPr>
            <p:spPr>
              <a:xfrm>
                <a:off x="5117600" y="1834275"/>
                <a:ext cx="151800" cy="170050"/>
              </a:xfrm>
              <a:custGeom>
                <a:avLst/>
                <a:gdLst/>
                <a:ahLst/>
                <a:cxnLst/>
                <a:rect l="l" t="t" r="r" b="b"/>
                <a:pathLst>
                  <a:path w="6072" h="6802" extrusionOk="0">
                    <a:moveTo>
                      <a:pt x="0" y="1"/>
                    </a:moveTo>
                    <a:lnTo>
                      <a:pt x="0" y="6228"/>
                    </a:lnTo>
                    <a:cubicBezTo>
                      <a:pt x="0" y="6740"/>
                      <a:pt x="191" y="6799"/>
                      <a:pt x="572" y="6799"/>
                    </a:cubicBezTo>
                    <a:cubicBezTo>
                      <a:pt x="1440" y="6786"/>
                      <a:pt x="2309" y="6777"/>
                      <a:pt x="3178" y="6777"/>
                    </a:cubicBezTo>
                    <a:cubicBezTo>
                      <a:pt x="3893" y="6777"/>
                      <a:pt x="4607" y="6783"/>
                      <a:pt x="5322" y="6799"/>
                    </a:cubicBezTo>
                    <a:cubicBezTo>
                      <a:pt x="5357" y="6801"/>
                      <a:pt x="5390" y="6801"/>
                      <a:pt x="5422" y="6801"/>
                    </a:cubicBezTo>
                    <a:cubicBezTo>
                      <a:pt x="5925" y="6801"/>
                      <a:pt x="6072" y="6617"/>
                      <a:pt x="6060" y="6002"/>
                    </a:cubicBezTo>
                    <a:lnTo>
                      <a:pt x="606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3" name="Google Shape;23;p36"/>
              <p:cNvSpPr/>
              <p:nvPr/>
            </p:nvSpPr>
            <p:spPr>
              <a:xfrm>
                <a:off x="4742850" y="1834275"/>
                <a:ext cx="1500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800" extrusionOk="0">
                    <a:moveTo>
                      <a:pt x="48" y="1"/>
                    </a:moveTo>
                    <a:cubicBezTo>
                      <a:pt x="36" y="2120"/>
                      <a:pt x="24" y="4228"/>
                      <a:pt x="0" y="6347"/>
                    </a:cubicBezTo>
                    <a:cubicBezTo>
                      <a:pt x="0" y="6728"/>
                      <a:pt x="143" y="6799"/>
                      <a:pt x="441" y="6799"/>
                    </a:cubicBezTo>
                    <a:cubicBezTo>
                      <a:pt x="1292" y="6793"/>
                      <a:pt x="2143" y="6790"/>
                      <a:pt x="2996" y="6790"/>
                    </a:cubicBezTo>
                    <a:cubicBezTo>
                      <a:pt x="3849" y="6790"/>
                      <a:pt x="4703" y="6793"/>
                      <a:pt x="5560" y="6799"/>
                    </a:cubicBezTo>
                    <a:cubicBezTo>
                      <a:pt x="5858" y="6799"/>
                      <a:pt x="6001" y="6728"/>
                      <a:pt x="5989" y="6347"/>
                    </a:cubicBezTo>
                    <a:cubicBezTo>
                      <a:pt x="5965" y="4228"/>
                      <a:pt x="5965" y="2120"/>
                      <a:pt x="595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4" name="Google Shape;24;p36"/>
              <p:cNvSpPr/>
              <p:nvPr/>
            </p:nvSpPr>
            <p:spPr>
              <a:xfrm>
                <a:off x="5494125" y="1839638"/>
                <a:ext cx="150025" cy="15630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252" extrusionOk="0">
                    <a:moveTo>
                      <a:pt x="60" y="1"/>
                    </a:moveTo>
                    <a:cubicBezTo>
                      <a:pt x="48" y="1953"/>
                      <a:pt x="36" y="3894"/>
                      <a:pt x="12" y="5846"/>
                    </a:cubicBezTo>
                    <a:cubicBezTo>
                      <a:pt x="0" y="6192"/>
                      <a:pt x="155" y="6251"/>
                      <a:pt x="452" y="6251"/>
                    </a:cubicBezTo>
                    <a:cubicBezTo>
                      <a:pt x="1304" y="6245"/>
                      <a:pt x="2158" y="6242"/>
                      <a:pt x="3012" y="6242"/>
                    </a:cubicBezTo>
                    <a:cubicBezTo>
                      <a:pt x="3867" y="6242"/>
                      <a:pt x="4721" y="6245"/>
                      <a:pt x="5572" y="6251"/>
                    </a:cubicBezTo>
                    <a:cubicBezTo>
                      <a:pt x="5870" y="6251"/>
                      <a:pt x="6001" y="6192"/>
                      <a:pt x="6001" y="5846"/>
                    </a:cubicBezTo>
                    <a:cubicBezTo>
                      <a:pt x="5977" y="3894"/>
                      <a:pt x="5977" y="1953"/>
                      <a:pt x="596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5" name="Google Shape;25;p36"/>
              <p:cNvSpPr/>
              <p:nvPr/>
            </p:nvSpPr>
            <p:spPr>
              <a:xfrm>
                <a:off x="5118500" y="2059300"/>
                <a:ext cx="151825" cy="107525"/>
              </a:xfrm>
              <a:custGeom>
                <a:avLst/>
                <a:gdLst/>
                <a:ahLst/>
                <a:cxnLst/>
                <a:rect l="l" t="t" r="r" b="b"/>
                <a:pathLst>
                  <a:path w="6073" h="4301" extrusionOk="0">
                    <a:moveTo>
                      <a:pt x="463" y="0"/>
                    </a:moveTo>
                    <a:cubicBezTo>
                      <a:pt x="120" y="0"/>
                      <a:pt x="0" y="126"/>
                      <a:pt x="12" y="501"/>
                    </a:cubicBezTo>
                    <a:cubicBezTo>
                      <a:pt x="36" y="1596"/>
                      <a:pt x="36" y="2704"/>
                      <a:pt x="12" y="3811"/>
                    </a:cubicBezTo>
                    <a:cubicBezTo>
                      <a:pt x="1" y="4194"/>
                      <a:pt x="128" y="4300"/>
                      <a:pt x="465" y="4300"/>
                    </a:cubicBezTo>
                    <a:cubicBezTo>
                      <a:pt x="484" y="4300"/>
                      <a:pt x="504" y="4300"/>
                      <a:pt x="524" y="4299"/>
                    </a:cubicBezTo>
                    <a:cubicBezTo>
                      <a:pt x="794" y="4291"/>
                      <a:pt x="1065" y="4289"/>
                      <a:pt x="1336" y="4289"/>
                    </a:cubicBezTo>
                    <a:cubicBezTo>
                      <a:pt x="1880" y="4289"/>
                      <a:pt x="2425" y="4299"/>
                      <a:pt x="2965" y="4299"/>
                    </a:cubicBezTo>
                    <a:cubicBezTo>
                      <a:pt x="3544" y="4299"/>
                      <a:pt x="4118" y="4289"/>
                      <a:pt x="4691" y="4289"/>
                    </a:cubicBezTo>
                    <a:cubicBezTo>
                      <a:pt x="4977" y="4289"/>
                      <a:pt x="5262" y="4291"/>
                      <a:pt x="5548" y="4299"/>
                    </a:cubicBezTo>
                    <a:cubicBezTo>
                      <a:pt x="5567" y="4300"/>
                      <a:pt x="5586" y="4300"/>
                      <a:pt x="5603" y="4300"/>
                    </a:cubicBezTo>
                    <a:cubicBezTo>
                      <a:pt x="5953" y="4300"/>
                      <a:pt x="6071" y="4185"/>
                      <a:pt x="6060" y="3811"/>
                    </a:cubicBezTo>
                    <a:cubicBezTo>
                      <a:pt x="6036" y="2704"/>
                      <a:pt x="6036" y="1596"/>
                      <a:pt x="6060" y="489"/>
                    </a:cubicBezTo>
                    <a:cubicBezTo>
                      <a:pt x="6072" y="84"/>
                      <a:pt x="5917" y="1"/>
                      <a:pt x="5548" y="1"/>
                    </a:cubicBezTo>
                    <a:cubicBezTo>
                      <a:pt x="4709" y="7"/>
                      <a:pt x="3869" y="10"/>
                      <a:pt x="3030" y="10"/>
                    </a:cubicBezTo>
                    <a:cubicBezTo>
                      <a:pt x="2191" y="10"/>
                      <a:pt x="1351" y="7"/>
                      <a:pt x="512" y="1"/>
                    </a:cubicBezTo>
                    <a:cubicBezTo>
                      <a:pt x="495" y="0"/>
                      <a:pt x="479" y="0"/>
                      <a:pt x="46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6" name="Google Shape;26;p36"/>
              <p:cNvSpPr/>
              <p:nvPr/>
            </p:nvSpPr>
            <p:spPr>
              <a:xfrm>
                <a:off x="4365125" y="2059300"/>
                <a:ext cx="15152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6061" h="4312" extrusionOk="0">
                    <a:moveTo>
                      <a:pt x="420" y="0"/>
                    </a:moveTo>
                    <a:cubicBezTo>
                      <a:pt x="110" y="0"/>
                      <a:pt x="12" y="124"/>
                      <a:pt x="12" y="465"/>
                    </a:cubicBezTo>
                    <a:cubicBezTo>
                      <a:pt x="24" y="1561"/>
                      <a:pt x="36" y="2680"/>
                      <a:pt x="12" y="3775"/>
                    </a:cubicBezTo>
                    <a:cubicBezTo>
                      <a:pt x="1" y="4195"/>
                      <a:pt x="140" y="4312"/>
                      <a:pt x="503" y="4312"/>
                    </a:cubicBezTo>
                    <a:cubicBezTo>
                      <a:pt x="522" y="4312"/>
                      <a:pt x="540" y="4312"/>
                      <a:pt x="560" y="4311"/>
                    </a:cubicBezTo>
                    <a:cubicBezTo>
                      <a:pt x="907" y="4296"/>
                      <a:pt x="1254" y="4291"/>
                      <a:pt x="1602" y="4291"/>
                    </a:cubicBezTo>
                    <a:cubicBezTo>
                      <a:pt x="2066" y="4291"/>
                      <a:pt x="2531" y="4299"/>
                      <a:pt x="3001" y="4299"/>
                    </a:cubicBezTo>
                    <a:cubicBezTo>
                      <a:pt x="3572" y="4299"/>
                      <a:pt x="4154" y="4294"/>
                      <a:pt x="4729" y="4294"/>
                    </a:cubicBezTo>
                    <a:cubicBezTo>
                      <a:pt x="5017" y="4294"/>
                      <a:pt x="5302" y="4295"/>
                      <a:pt x="5584" y="4299"/>
                    </a:cubicBezTo>
                    <a:cubicBezTo>
                      <a:pt x="5600" y="4300"/>
                      <a:pt x="5616" y="4300"/>
                      <a:pt x="5631" y="4300"/>
                    </a:cubicBezTo>
                    <a:cubicBezTo>
                      <a:pt x="5951" y="4300"/>
                      <a:pt x="6049" y="4176"/>
                      <a:pt x="6049" y="3835"/>
                    </a:cubicBezTo>
                    <a:cubicBezTo>
                      <a:pt x="6037" y="2704"/>
                      <a:pt x="6037" y="1573"/>
                      <a:pt x="6049" y="441"/>
                    </a:cubicBezTo>
                    <a:cubicBezTo>
                      <a:pt x="6060" y="84"/>
                      <a:pt x="5918" y="1"/>
                      <a:pt x="5572" y="1"/>
                    </a:cubicBezTo>
                    <a:cubicBezTo>
                      <a:pt x="4721" y="7"/>
                      <a:pt x="3870" y="10"/>
                      <a:pt x="3018" y="10"/>
                    </a:cubicBezTo>
                    <a:cubicBezTo>
                      <a:pt x="2167" y="10"/>
                      <a:pt x="1316" y="7"/>
                      <a:pt x="465" y="1"/>
                    </a:cubicBezTo>
                    <a:cubicBezTo>
                      <a:pt x="449" y="0"/>
                      <a:pt x="434" y="0"/>
                      <a:pt x="4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7" name="Google Shape;27;p36"/>
              <p:cNvSpPr/>
              <p:nvPr/>
            </p:nvSpPr>
            <p:spPr>
              <a:xfrm>
                <a:off x="4742850" y="2059275"/>
                <a:ext cx="150025" cy="107825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4313" extrusionOk="0">
                    <a:moveTo>
                      <a:pt x="5576" y="1"/>
                    </a:moveTo>
                    <a:cubicBezTo>
                      <a:pt x="5560" y="1"/>
                      <a:pt x="5542" y="1"/>
                      <a:pt x="5525" y="2"/>
                    </a:cubicBezTo>
                    <a:cubicBezTo>
                      <a:pt x="5243" y="6"/>
                      <a:pt x="4962" y="7"/>
                      <a:pt x="4682" y="7"/>
                    </a:cubicBezTo>
                    <a:cubicBezTo>
                      <a:pt x="4122" y="7"/>
                      <a:pt x="3564" y="2"/>
                      <a:pt x="3001" y="2"/>
                    </a:cubicBezTo>
                    <a:cubicBezTo>
                      <a:pt x="2167" y="2"/>
                      <a:pt x="1322" y="14"/>
                      <a:pt x="488" y="14"/>
                    </a:cubicBezTo>
                    <a:cubicBezTo>
                      <a:pt x="462" y="13"/>
                      <a:pt x="436" y="12"/>
                      <a:pt x="411" y="12"/>
                    </a:cubicBezTo>
                    <a:cubicBezTo>
                      <a:pt x="140" y="12"/>
                      <a:pt x="0" y="82"/>
                      <a:pt x="0" y="442"/>
                    </a:cubicBezTo>
                    <a:cubicBezTo>
                      <a:pt x="24" y="1597"/>
                      <a:pt x="24" y="2752"/>
                      <a:pt x="0" y="3907"/>
                    </a:cubicBezTo>
                    <a:cubicBezTo>
                      <a:pt x="0" y="4252"/>
                      <a:pt x="131" y="4312"/>
                      <a:pt x="429" y="4312"/>
                    </a:cubicBezTo>
                    <a:cubicBezTo>
                      <a:pt x="1286" y="4306"/>
                      <a:pt x="2140" y="4303"/>
                      <a:pt x="2993" y="4303"/>
                    </a:cubicBezTo>
                    <a:cubicBezTo>
                      <a:pt x="3846" y="4303"/>
                      <a:pt x="4697" y="4306"/>
                      <a:pt x="5549" y="4312"/>
                    </a:cubicBezTo>
                    <a:cubicBezTo>
                      <a:pt x="5906" y="4312"/>
                      <a:pt x="5989" y="4193"/>
                      <a:pt x="5989" y="3848"/>
                    </a:cubicBezTo>
                    <a:cubicBezTo>
                      <a:pt x="5965" y="2717"/>
                      <a:pt x="5965" y="1585"/>
                      <a:pt x="5989" y="454"/>
                    </a:cubicBezTo>
                    <a:cubicBezTo>
                      <a:pt x="6000" y="105"/>
                      <a:pt x="5873" y="1"/>
                      <a:pt x="55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8" name="Google Shape;28;p36"/>
              <p:cNvSpPr/>
              <p:nvPr/>
            </p:nvSpPr>
            <p:spPr>
              <a:xfrm>
                <a:off x="5495925" y="2059300"/>
                <a:ext cx="15032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6013" h="4312" extrusionOk="0">
                    <a:moveTo>
                      <a:pt x="5597" y="0"/>
                    </a:moveTo>
                    <a:cubicBezTo>
                      <a:pt x="5581" y="0"/>
                      <a:pt x="5565" y="0"/>
                      <a:pt x="5548" y="1"/>
                    </a:cubicBezTo>
                    <a:cubicBezTo>
                      <a:pt x="5267" y="9"/>
                      <a:pt x="4986" y="12"/>
                      <a:pt x="4706" y="12"/>
                    </a:cubicBezTo>
                    <a:cubicBezTo>
                      <a:pt x="4146" y="12"/>
                      <a:pt x="3588" y="1"/>
                      <a:pt x="3024" y="1"/>
                    </a:cubicBezTo>
                    <a:cubicBezTo>
                      <a:pt x="2469" y="1"/>
                      <a:pt x="1908" y="6"/>
                      <a:pt x="1349" y="6"/>
                    </a:cubicBezTo>
                    <a:cubicBezTo>
                      <a:pt x="1069" y="6"/>
                      <a:pt x="790" y="5"/>
                      <a:pt x="512" y="1"/>
                    </a:cubicBezTo>
                    <a:cubicBezTo>
                      <a:pt x="202" y="1"/>
                      <a:pt x="0" y="25"/>
                      <a:pt x="12" y="430"/>
                    </a:cubicBezTo>
                    <a:cubicBezTo>
                      <a:pt x="36" y="1584"/>
                      <a:pt x="36" y="2739"/>
                      <a:pt x="12" y="3894"/>
                    </a:cubicBezTo>
                    <a:cubicBezTo>
                      <a:pt x="12" y="4228"/>
                      <a:pt x="119" y="4311"/>
                      <a:pt x="441" y="4311"/>
                    </a:cubicBezTo>
                    <a:cubicBezTo>
                      <a:pt x="1292" y="4305"/>
                      <a:pt x="2143" y="4302"/>
                      <a:pt x="2994" y="4302"/>
                    </a:cubicBezTo>
                    <a:cubicBezTo>
                      <a:pt x="3846" y="4302"/>
                      <a:pt x="4697" y="4305"/>
                      <a:pt x="5548" y="4311"/>
                    </a:cubicBezTo>
                    <a:cubicBezTo>
                      <a:pt x="5906" y="4311"/>
                      <a:pt x="6013" y="4204"/>
                      <a:pt x="6013" y="3859"/>
                    </a:cubicBezTo>
                    <a:cubicBezTo>
                      <a:pt x="5989" y="2727"/>
                      <a:pt x="5989" y="1584"/>
                      <a:pt x="6013" y="453"/>
                    </a:cubicBezTo>
                    <a:cubicBezTo>
                      <a:pt x="6013" y="114"/>
                      <a:pt x="5905" y="0"/>
                      <a:pt x="559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sp>
          <p:nvSpPr>
            <p:cNvPr id="29" name="Google Shape;29;p36"/>
            <p:cNvSpPr/>
            <p:nvPr/>
          </p:nvSpPr>
          <p:spPr>
            <a:xfrm>
              <a:off x="5133975" y="19444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15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15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0" name="Google Shape;30;p36"/>
            <p:cNvSpPr/>
            <p:nvPr/>
          </p:nvSpPr>
          <p:spPr>
            <a:xfrm>
              <a:off x="5133975" y="1869700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1" name="Google Shape;31;p36"/>
            <p:cNvSpPr/>
            <p:nvPr/>
          </p:nvSpPr>
          <p:spPr>
            <a:xfrm>
              <a:off x="5133975" y="1794700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2" name="Google Shape;32;p36"/>
            <p:cNvSpPr/>
            <p:nvPr/>
          </p:nvSpPr>
          <p:spPr>
            <a:xfrm>
              <a:off x="5133975" y="171967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3" name="Google Shape;33;p36"/>
            <p:cNvSpPr/>
            <p:nvPr/>
          </p:nvSpPr>
          <p:spPr>
            <a:xfrm>
              <a:off x="5133975" y="164467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" name="Google Shape;34;p36"/>
            <p:cNvSpPr/>
            <p:nvPr/>
          </p:nvSpPr>
          <p:spPr>
            <a:xfrm>
              <a:off x="5133975" y="2323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191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191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5" name="Google Shape;35;p36"/>
            <p:cNvSpPr/>
            <p:nvPr/>
          </p:nvSpPr>
          <p:spPr>
            <a:xfrm>
              <a:off x="5133975" y="2248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6" name="Google Shape;36;p36"/>
            <p:cNvSpPr/>
            <p:nvPr/>
          </p:nvSpPr>
          <p:spPr>
            <a:xfrm>
              <a:off x="5133975" y="2095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7" name="Google Shape;37;p36"/>
            <p:cNvSpPr/>
            <p:nvPr/>
          </p:nvSpPr>
          <p:spPr>
            <a:xfrm>
              <a:off x="4757125" y="1944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15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15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8" name="Google Shape;38;p36"/>
            <p:cNvSpPr/>
            <p:nvPr/>
          </p:nvSpPr>
          <p:spPr>
            <a:xfrm>
              <a:off x="4757125" y="18697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" name="Google Shape;39;p36"/>
            <p:cNvSpPr/>
            <p:nvPr/>
          </p:nvSpPr>
          <p:spPr>
            <a:xfrm>
              <a:off x="4757125" y="17947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" name="Google Shape;40;p36"/>
            <p:cNvSpPr/>
            <p:nvPr/>
          </p:nvSpPr>
          <p:spPr>
            <a:xfrm>
              <a:off x="4757125" y="17196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1" name="Google Shape;41;p36"/>
            <p:cNvSpPr/>
            <p:nvPr/>
          </p:nvSpPr>
          <p:spPr>
            <a:xfrm>
              <a:off x="4757125" y="16446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2" name="Google Shape;42;p36"/>
            <p:cNvSpPr/>
            <p:nvPr/>
          </p:nvSpPr>
          <p:spPr>
            <a:xfrm>
              <a:off x="4757125" y="2323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191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191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3" name="Google Shape;43;p36"/>
            <p:cNvSpPr/>
            <p:nvPr/>
          </p:nvSpPr>
          <p:spPr>
            <a:xfrm>
              <a:off x="4757125" y="2248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4" name="Google Shape;44;p36"/>
            <p:cNvSpPr/>
            <p:nvPr/>
          </p:nvSpPr>
          <p:spPr>
            <a:xfrm>
              <a:off x="4757125" y="2095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5" name="Google Shape;45;p36"/>
            <p:cNvSpPr/>
            <p:nvPr/>
          </p:nvSpPr>
          <p:spPr>
            <a:xfrm>
              <a:off x="4380300" y="1945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6" name="Google Shape;46;p36"/>
            <p:cNvSpPr/>
            <p:nvPr/>
          </p:nvSpPr>
          <p:spPr>
            <a:xfrm>
              <a:off x="4380300" y="1870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7" name="Google Shape;47;p36"/>
            <p:cNvSpPr/>
            <p:nvPr/>
          </p:nvSpPr>
          <p:spPr>
            <a:xfrm>
              <a:off x="4380300" y="1795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8" name="Google Shape;48;p36"/>
            <p:cNvSpPr/>
            <p:nvPr/>
          </p:nvSpPr>
          <p:spPr>
            <a:xfrm>
              <a:off x="4380300" y="17199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9" name="Google Shape;49;p36"/>
            <p:cNvSpPr/>
            <p:nvPr/>
          </p:nvSpPr>
          <p:spPr>
            <a:xfrm>
              <a:off x="4380300" y="16449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0" name="Google Shape;50;p36"/>
            <p:cNvSpPr/>
            <p:nvPr/>
          </p:nvSpPr>
          <p:spPr>
            <a:xfrm>
              <a:off x="4380300" y="2323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1" name="Google Shape;51;p36"/>
            <p:cNvSpPr/>
            <p:nvPr/>
          </p:nvSpPr>
          <p:spPr>
            <a:xfrm>
              <a:off x="4380300" y="2248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2" name="Google Shape;52;p36"/>
            <p:cNvSpPr/>
            <p:nvPr/>
          </p:nvSpPr>
          <p:spPr>
            <a:xfrm>
              <a:off x="4380300" y="2095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3" name="Google Shape;53;p36"/>
            <p:cNvSpPr/>
            <p:nvPr/>
          </p:nvSpPr>
          <p:spPr>
            <a:xfrm>
              <a:off x="5516150" y="19435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4" name="Google Shape;54;p36"/>
            <p:cNvSpPr/>
            <p:nvPr/>
          </p:nvSpPr>
          <p:spPr>
            <a:xfrm>
              <a:off x="5516150" y="1868525"/>
              <a:ext cx="55100" cy="22625"/>
            </a:xfrm>
            <a:custGeom>
              <a:avLst/>
              <a:gdLst/>
              <a:ahLst/>
              <a:cxnLst/>
              <a:rect l="l" t="t" r="r" b="b"/>
              <a:pathLst>
                <a:path w="2204" h="905" extrusionOk="0">
                  <a:moveTo>
                    <a:pt x="453" y="0"/>
                  </a:moveTo>
                  <a:cubicBezTo>
                    <a:pt x="203" y="0"/>
                    <a:pt x="1" y="202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2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5" name="Google Shape;55;p36"/>
            <p:cNvSpPr/>
            <p:nvPr/>
          </p:nvSpPr>
          <p:spPr>
            <a:xfrm>
              <a:off x="5516150" y="17935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6" name="Google Shape;56;p36"/>
            <p:cNvSpPr/>
            <p:nvPr/>
          </p:nvSpPr>
          <p:spPr>
            <a:xfrm>
              <a:off x="5516150" y="17185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7" name="Google Shape;57;p36"/>
            <p:cNvSpPr/>
            <p:nvPr/>
          </p:nvSpPr>
          <p:spPr>
            <a:xfrm>
              <a:off x="5516150" y="16434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8" name="Google Shape;58;p36"/>
            <p:cNvSpPr/>
            <p:nvPr/>
          </p:nvSpPr>
          <p:spPr>
            <a:xfrm>
              <a:off x="5516150" y="2322450"/>
              <a:ext cx="55100" cy="22625"/>
            </a:xfrm>
            <a:custGeom>
              <a:avLst/>
              <a:gdLst/>
              <a:ahLst/>
              <a:cxnLst/>
              <a:rect l="l" t="t" r="r" b="b"/>
              <a:pathLst>
                <a:path w="2204" h="905" extrusionOk="0">
                  <a:moveTo>
                    <a:pt x="453" y="0"/>
                  </a:moveTo>
                  <a:cubicBezTo>
                    <a:pt x="203" y="0"/>
                    <a:pt x="1" y="202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2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9" name="Google Shape;59;p36"/>
            <p:cNvSpPr/>
            <p:nvPr/>
          </p:nvSpPr>
          <p:spPr>
            <a:xfrm>
              <a:off x="5516150" y="2247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0" name="Google Shape;60;p36"/>
            <p:cNvSpPr/>
            <p:nvPr/>
          </p:nvSpPr>
          <p:spPr>
            <a:xfrm>
              <a:off x="5516150" y="2094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61" name="Google Shape;61;p36"/>
          <p:cNvSpPr txBox="1">
            <a:spLocks noGrp="1"/>
          </p:cNvSpPr>
          <p:nvPr>
            <p:ph type="ctrTitle"/>
          </p:nvPr>
        </p:nvSpPr>
        <p:spPr>
          <a:xfrm>
            <a:off x="1396950" y="1070102"/>
            <a:ext cx="6350100" cy="28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36"/>
          <p:cNvSpPr txBox="1">
            <a:spLocks noGrp="1"/>
          </p:cNvSpPr>
          <p:nvPr>
            <p:ph type="subTitle" idx="1"/>
          </p:nvPr>
        </p:nvSpPr>
        <p:spPr>
          <a:xfrm>
            <a:off x="2307600" y="3902388"/>
            <a:ext cx="45288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63" name="Google Shape;63;p36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64" name="Google Shape;64;p36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65" name="Google Shape;65;p36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66" name="Google Shape;66;p36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67" name="Google Shape;6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8" name="Google Shape;6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9" name="Google Shape;6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0" name="Google Shape;70;p36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71" name="Google Shape;7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" name="Google Shape;7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" name="Google Shape;7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" name="Google Shape;74;p36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75" name="Google Shape;7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6" name="Google Shape;7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7" name="Google Shape;7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8" name="Google Shape;78;p36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79" name="Google Shape;7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" name="Google Shape;8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" name="Google Shape;8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" name="Google Shape;82;p36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83" name="Google Shape;8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" name="Google Shape;8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" name="Google Shape;8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" name="Google Shape;86;p36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87" name="Google Shape;8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" name="Google Shape;8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" name="Google Shape;8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0" name="Google Shape;90;p36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91" name="Google Shape;9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" name="Google Shape;9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" name="Google Shape;9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" name="Google Shape;94;p36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95" name="Google Shape;9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" name="Google Shape;9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7" name="Google Shape;9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" name="Google Shape;98;p36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99" name="Google Shape;9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" name="Google Shape;10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" name="Google Shape;10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" name="Google Shape;102;p36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03" name="Google Shape;10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4" name="Google Shape;10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5" name="Google Shape;10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6" name="Google Shape;106;p36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07" name="Google Shape;10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8" name="Google Shape;10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9" name="Google Shape;10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0" name="Google Shape;110;p36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11" name="Google Shape;11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" name="Google Shape;11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" name="Google Shape;11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4" name="Google Shape;114;p36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15" name="Google Shape;11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6" name="Google Shape;11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7" name="Google Shape;11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8" name="Google Shape;118;p36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19" name="Google Shape;11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0" name="Google Shape;12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1" name="Google Shape;12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2" name="Google Shape;122;p36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23" name="Google Shape;12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4" name="Google Shape;12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5" name="Google Shape;12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6" name="Google Shape;126;p36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27" name="Google Shape;12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8" name="Google Shape;12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9" name="Google Shape;12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0" name="Google Shape;130;p36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31" name="Google Shape;13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" name="Google Shape;13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" name="Google Shape;13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" name="Google Shape;134;p36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35" name="Google Shape;13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" name="Google Shape;13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" name="Google Shape;138;p36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39" name="Google Shape;13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" name="Google Shape;14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" name="Google Shape;14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" name="Google Shape;142;p36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43" name="Google Shape;14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" name="Google Shape;14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36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47" name="Google Shape;14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" name="Google Shape;14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" name="Google Shape;14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" name="Google Shape;150;p36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51" name="Google Shape;15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" name="Google Shape;15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" name="Google Shape;154;p36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55" name="Google Shape;15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" name="Google Shape;15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" name="Google Shape;15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8" name="Google Shape;158;p36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59" name="Google Shape;15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" name="Google Shape;16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" name="Google Shape;16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" name="Google Shape;162;p36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63" name="Google Shape;16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4" name="Google Shape;16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5" name="Google Shape;16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6" name="Google Shape;166;p36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67" name="Google Shape;16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" name="Google Shape;16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" name="Google Shape;16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" name="Google Shape;170;p36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71" name="Google Shape;17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" name="Google Shape;17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" name="Google Shape;17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" name="Google Shape;174;p36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75" name="Google Shape;17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" name="Google Shape;17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" name="Google Shape;17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" name="Google Shape;178;p36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79" name="Google Shape;17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" name="Google Shape;18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" name="Google Shape;182;p36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83" name="Google Shape;18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" name="Google Shape;18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" name="Google Shape;18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" name="Google Shape;186;p36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87" name="Google Shape;18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" name="Google Shape;18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" name="Google Shape;18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36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91" name="Google Shape;19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" name="Google Shape;19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3" name="Google Shape;19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94" name="Google Shape;194;p36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95" name="Google Shape;195;p36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96" name="Google Shape;19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7" name="Google Shape;19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8" name="Google Shape;19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9" name="Google Shape;199;p36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200" name="Google Shape;20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1" name="Google Shape;20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2" name="Google Shape;20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3" name="Google Shape;203;p36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204" name="Google Shape;20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5" name="Google Shape;20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6" name="Google Shape;20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" name="Google Shape;207;p36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208" name="Google Shape;20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9" name="Google Shape;20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0" name="Google Shape;21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1" name="Google Shape;211;p36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212" name="Google Shape;21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3" name="Google Shape;21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4" name="Google Shape;21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5" name="Google Shape;215;p36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216" name="Google Shape;21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7" name="Google Shape;21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8" name="Google Shape;21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9" name="Google Shape;219;p36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220" name="Google Shape;22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1" name="Google Shape;22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2" name="Google Shape;22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23" name="Google Shape;223;p36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224" name="Google Shape;22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5" name="Google Shape;22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6" name="Google Shape;22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27" name="Google Shape;227;p36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228" name="Google Shape;22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9" name="Google Shape;22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0" name="Google Shape;23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1" name="Google Shape;231;p36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232" name="Google Shape;23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3" name="Google Shape;23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4" name="Google Shape;23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5" name="Google Shape;235;p36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236" name="Google Shape;23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7" name="Google Shape;23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8" name="Google Shape;23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9" name="Google Shape;239;p36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240" name="Google Shape;24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1" name="Google Shape;24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2" name="Google Shape;24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3" name="Google Shape;243;p36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244" name="Google Shape;24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5" name="Google Shape;24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6" name="Google Shape;24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7" name="Google Shape;247;p36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248" name="Google Shape;24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9" name="Google Shape;24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0" name="Google Shape;25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1" name="Google Shape;251;p36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252" name="Google Shape;25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3" name="Google Shape;25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4" name="Google Shape;25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5" name="Google Shape;255;p36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256" name="Google Shape;25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7" name="Google Shape;25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8" name="Google Shape;25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9" name="Google Shape;259;p36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260" name="Google Shape;26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1" name="Google Shape;26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2" name="Google Shape;26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3" name="Google Shape;263;p36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264" name="Google Shape;26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5" name="Google Shape;26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6" name="Google Shape;26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7" name="Google Shape;267;p36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268" name="Google Shape;26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9" name="Google Shape;26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0" name="Google Shape;27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1" name="Google Shape;271;p36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272" name="Google Shape;27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3" name="Google Shape;27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4" name="Google Shape;27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5" name="Google Shape;275;p36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276" name="Google Shape;27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7" name="Google Shape;27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8" name="Google Shape;27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9" name="Google Shape;279;p36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280" name="Google Shape;28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1" name="Google Shape;28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2" name="Google Shape;28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83" name="Google Shape;283;p36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284" name="Google Shape;28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5" name="Google Shape;28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6" name="Google Shape;28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87" name="Google Shape;287;p36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288" name="Google Shape;28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9" name="Google Shape;28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0" name="Google Shape;29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1" name="Google Shape;291;p36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292" name="Google Shape;29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3" name="Google Shape;29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4" name="Google Shape;29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5" name="Google Shape;295;p36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296" name="Google Shape;29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7" name="Google Shape;29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8" name="Google Shape;29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9" name="Google Shape;299;p36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300" name="Google Shape;30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1" name="Google Shape;30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2" name="Google Shape;30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03" name="Google Shape;303;p36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304" name="Google Shape;30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5" name="Google Shape;30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6" name="Google Shape;30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07" name="Google Shape;307;p36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308" name="Google Shape;30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9" name="Google Shape;30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0" name="Google Shape;31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1" name="Google Shape;311;p36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312" name="Google Shape;31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3" name="Google Shape;31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4" name="Google Shape;31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5" name="Google Shape;315;p36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316" name="Google Shape;31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7" name="Google Shape;31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8" name="Google Shape;31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9" name="Google Shape;319;p36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320" name="Google Shape;32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21" name="Google Shape;32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22" name="Google Shape;32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p37"/>
          <p:cNvSpPr txBox="1">
            <a:spLocks noGrp="1"/>
          </p:cNvSpPr>
          <p:nvPr>
            <p:ph type="title" idx="2"/>
          </p:nvPr>
        </p:nvSpPr>
        <p:spPr>
          <a:xfrm>
            <a:off x="94857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6" name="Google Shape;326;p37"/>
          <p:cNvSpPr txBox="1">
            <a:spLocks noGrp="1"/>
          </p:cNvSpPr>
          <p:nvPr>
            <p:ph type="title" idx="3"/>
          </p:nvPr>
        </p:nvSpPr>
        <p:spPr>
          <a:xfrm>
            <a:off x="94857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7" name="Google Shape;327;p37"/>
          <p:cNvSpPr txBox="1">
            <a:spLocks noGrp="1"/>
          </p:cNvSpPr>
          <p:nvPr>
            <p:ph type="title" idx="4"/>
          </p:nvPr>
        </p:nvSpPr>
        <p:spPr>
          <a:xfrm>
            <a:off x="3419250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8" name="Google Shape;328;p37"/>
          <p:cNvSpPr txBox="1">
            <a:spLocks noGrp="1"/>
          </p:cNvSpPr>
          <p:nvPr>
            <p:ph type="title" idx="5"/>
          </p:nvPr>
        </p:nvSpPr>
        <p:spPr>
          <a:xfrm>
            <a:off x="3419250" y="2866330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9" name="Google Shape;329;p37"/>
          <p:cNvSpPr txBox="1">
            <a:spLocks noGrp="1"/>
          </p:cNvSpPr>
          <p:nvPr>
            <p:ph type="title" idx="6"/>
          </p:nvPr>
        </p:nvSpPr>
        <p:spPr>
          <a:xfrm>
            <a:off x="588992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30" name="Google Shape;330;p37"/>
          <p:cNvSpPr txBox="1">
            <a:spLocks noGrp="1"/>
          </p:cNvSpPr>
          <p:nvPr>
            <p:ph type="title" idx="7"/>
          </p:nvPr>
        </p:nvSpPr>
        <p:spPr>
          <a:xfrm>
            <a:off x="588992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31" name="Google Shape;331;p37"/>
          <p:cNvSpPr txBox="1">
            <a:spLocks noGrp="1"/>
          </p:cNvSpPr>
          <p:nvPr>
            <p:ph type="subTitle" idx="1"/>
          </p:nvPr>
        </p:nvSpPr>
        <p:spPr>
          <a:xfrm>
            <a:off x="94857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2" name="Google Shape;332;p37"/>
          <p:cNvSpPr txBox="1">
            <a:spLocks noGrp="1"/>
          </p:cNvSpPr>
          <p:nvPr>
            <p:ph type="subTitle" idx="8"/>
          </p:nvPr>
        </p:nvSpPr>
        <p:spPr>
          <a:xfrm>
            <a:off x="3419250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3" name="Google Shape;333;p37"/>
          <p:cNvSpPr txBox="1">
            <a:spLocks noGrp="1"/>
          </p:cNvSpPr>
          <p:nvPr>
            <p:ph type="subTitle" idx="9"/>
          </p:nvPr>
        </p:nvSpPr>
        <p:spPr>
          <a:xfrm>
            <a:off x="588992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4" name="Google Shape;334;p37"/>
          <p:cNvSpPr txBox="1">
            <a:spLocks noGrp="1"/>
          </p:cNvSpPr>
          <p:nvPr>
            <p:ph type="subTitle" idx="13"/>
          </p:nvPr>
        </p:nvSpPr>
        <p:spPr>
          <a:xfrm>
            <a:off x="94857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5" name="Google Shape;335;p37"/>
          <p:cNvSpPr txBox="1">
            <a:spLocks noGrp="1"/>
          </p:cNvSpPr>
          <p:nvPr>
            <p:ph type="subTitle" idx="14"/>
          </p:nvPr>
        </p:nvSpPr>
        <p:spPr>
          <a:xfrm>
            <a:off x="3419250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6" name="Google Shape;336;p37"/>
          <p:cNvSpPr txBox="1">
            <a:spLocks noGrp="1"/>
          </p:cNvSpPr>
          <p:nvPr>
            <p:ph type="subTitle" idx="15"/>
          </p:nvPr>
        </p:nvSpPr>
        <p:spPr>
          <a:xfrm>
            <a:off x="588992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337" name="Google Shape;337;p37"/>
          <p:cNvGrpSpPr/>
          <p:nvPr/>
        </p:nvGrpSpPr>
        <p:grpSpPr>
          <a:xfrm>
            <a:off x="0" y="-4400"/>
            <a:ext cx="9144000" cy="5152429"/>
            <a:chOff x="0" y="-4400"/>
            <a:chExt cx="9144000" cy="5152429"/>
          </a:xfrm>
        </p:grpSpPr>
        <p:sp>
          <p:nvSpPr>
            <p:cNvPr id="338" name="Google Shape;338;p37"/>
            <p:cNvSpPr/>
            <p:nvPr/>
          </p:nvSpPr>
          <p:spPr>
            <a:xfrm>
              <a:off x="0" y="1203029"/>
              <a:ext cx="603600" cy="3945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39" name="Google Shape;339;p37"/>
            <p:cNvSpPr/>
            <p:nvPr/>
          </p:nvSpPr>
          <p:spPr>
            <a:xfrm>
              <a:off x="0" y="-4400"/>
              <a:ext cx="603600" cy="12714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0" name="Google Shape;340;p37"/>
            <p:cNvSpPr/>
            <p:nvPr/>
          </p:nvSpPr>
          <p:spPr>
            <a:xfrm rot="-5400000">
              <a:off x="7990800" y="3990300"/>
              <a:ext cx="457200" cy="18492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1" name="Google Shape;341;p37"/>
            <p:cNvSpPr/>
            <p:nvPr/>
          </p:nvSpPr>
          <p:spPr>
            <a:xfrm rot="-5400000">
              <a:off x="5414600" y="3263250"/>
              <a:ext cx="457200" cy="33033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342" name="Google Shape;342;p37"/>
          <p:cNvGrpSpPr/>
          <p:nvPr/>
        </p:nvGrpSpPr>
        <p:grpSpPr>
          <a:xfrm>
            <a:off x="949373" y="95985"/>
            <a:ext cx="8085770" cy="5377009"/>
            <a:chOff x="949373" y="95985"/>
            <a:chExt cx="8085770" cy="5377009"/>
          </a:xfrm>
        </p:grpSpPr>
        <p:sp>
          <p:nvSpPr>
            <p:cNvPr id="343" name="Google Shape;343;p37"/>
            <p:cNvSpPr/>
            <p:nvPr/>
          </p:nvSpPr>
          <p:spPr>
            <a:xfrm rot="5400000">
              <a:off x="984940" y="4650732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344" name="Google Shape;344;p37"/>
            <p:cNvGrpSpPr/>
            <p:nvPr/>
          </p:nvGrpSpPr>
          <p:grpSpPr>
            <a:xfrm rot="-5400000">
              <a:off x="8216865" y="548509"/>
              <a:ext cx="1270801" cy="365754"/>
              <a:chOff x="720000" y="-118744"/>
              <a:chExt cx="1270801" cy="365754"/>
            </a:xfrm>
          </p:grpSpPr>
          <p:grpSp>
            <p:nvGrpSpPr>
              <p:cNvPr id="345" name="Google Shape;345;p37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46" name="Google Shape;34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47" name="Google Shape;34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48" name="Google Shape;34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49" name="Google Shape;349;p37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0" name="Google Shape;350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2" name="Google Shape;352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53" name="Google Shape;353;p37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4" name="Google Shape;354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5" name="Google Shape;355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6" name="Google Shape;356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57" name="Google Shape;357;p37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8" name="Google Shape;358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9" name="Google Shape;359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0" name="Google Shape;360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1" name="Google Shape;361;p37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62" name="Google Shape;362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3" name="Google Shape;363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4" name="Google Shape;364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5" name="Google Shape;365;p37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66" name="Google Shape;36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7" name="Google Shape;36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8" name="Google Shape;36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9" name="Google Shape;369;p37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0" name="Google Shape;370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1" name="Google Shape;371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2" name="Google Shape;372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73" name="Google Shape;373;p37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4" name="Google Shape;374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5" name="Google Shape;375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6" name="Google Shape;376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77" name="Google Shape;377;p37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8" name="Google Shape;378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9" name="Google Shape;379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0" name="Google Shape;380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81" name="Google Shape;381;p37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82" name="Google Shape;382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3" name="Google Shape;383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4" name="Google Shape;384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85" name="Google Shape;385;p37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86" name="Google Shape;38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7" name="Google Shape;38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8" name="Google Shape;38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389" name="Google Shape;389;p37"/>
          <p:cNvGrpSpPr/>
          <p:nvPr/>
        </p:nvGrpSpPr>
        <p:grpSpPr>
          <a:xfrm>
            <a:off x="8244376" y="3819924"/>
            <a:ext cx="711915" cy="1328040"/>
            <a:chOff x="541725" y="1145025"/>
            <a:chExt cx="786125" cy="1466475"/>
          </a:xfrm>
        </p:grpSpPr>
        <p:sp>
          <p:nvSpPr>
            <p:cNvPr id="390" name="Google Shape;390;p37"/>
            <p:cNvSpPr/>
            <p:nvPr/>
          </p:nvSpPr>
          <p:spPr>
            <a:xfrm>
              <a:off x="541725" y="1145025"/>
              <a:ext cx="782250" cy="1466475"/>
            </a:xfrm>
            <a:custGeom>
              <a:avLst/>
              <a:gdLst/>
              <a:ahLst/>
              <a:cxnLst/>
              <a:rect l="l" t="t" r="r" b="b"/>
              <a:pathLst>
                <a:path w="31290" h="58659" extrusionOk="0">
                  <a:moveTo>
                    <a:pt x="23065" y="0"/>
                  </a:moveTo>
                  <a:cubicBezTo>
                    <a:pt x="21500" y="0"/>
                    <a:pt x="20013" y="892"/>
                    <a:pt x="19312" y="2377"/>
                  </a:cubicBezTo>
                  <a:cubicBezTo>
                    <a:pt x="18967" y="3104"/>
                    <a:pt x="19062" y="3735"/>
                    <a:pt x="19705" y="4223"/>
                  </a:cubicBezTo>
                  <a:cubicBezTo>
                    <a:pt x="19979" y="4437"/>
                    <a:pt x="19931" y="4592"/>
                    <a:pt x="19824" y="4830"/>
                  </a:cubicBezTo>
                  <a:cubicBezTo>
                    <a:pt x="18443" y="7961"/>
                    <a:pt x="17074" y="11105"/>
                    <a:pt x="15717" y="14248"/>
                  </a:cubicBezTo>
                  <a:cubicBezTo>
                    <a:pt x="15582" y="14550"/>
                    <a:pt x="15437" y="14642"/>
                    <a:pt x="15124" y="14642"/>
                  </a:cubicBezTo>
                  <a:cubicBezTo>
                    <a:pt x="15104" y="14642"/>
                    <a:pt x="15083" y="14641"/>
                    <a:pt x="15062" y="14641"/>
                  </a:cubicBezTo>
                  <a:cubicBezTo>
                    <a:pt x="15027" y="14639"/>
                    <a:pt x="14993" y="14639"/>
                    <a:pt x="14960" y="14639"/>
                  </a:cubicBezTo>
                  <a:cubicBezTo>
                    <a:pt x="14165" y="14639"/>
                    <a:pt x="13559" y="15042"/>
                    <a:pt x="13228" y="15796"/>
                  </a:cubicBezTo>
                  <a:cubicBezTo>
                    <a:pt x="11418" y="19903"/>
                    <a:pt x="9621" y="24011"/>
                    <a:pt x="7835" y="28130"/>
                  </a:cubicBezTo>
                  <a:cubicBezTo>
                    <a:pt x="7430" y="29059"/>
                    <a:pt x="7739" y="30000"/>
                    <a:pt x="8621" y="30512"/>
                  </a:cubicBezTo>
                  <a:cubicBezTo>
                    <a:pt x="8859" y="30631"/>
                    <a:pt x="9002" y="30893"/>
                    <a:pt x="8954" y="31155"/>
                  </a:cubicBezTo>
                  <a:cubicBezTo>
                    <a:pt x="8930" y="32036"/>
                    <a:pt x="8918" y="32917"/>
                    <a:pt x="8906" y="33798"/>
                  </a:cubicBezTo>
                  <a:cubicBezTo>
                    <a:pt x="8882" y="34643"/>
                    <a:pt x="9252" y="35238"/>
                    <a:pt x="10025" y="35584"/>
                  </a:cubicBezTo>
                  <a:cubicBezTo>
                    <a:pt x="10656" y="35858"/>
                    <a:pt x="11299" y="36120"/>
                    <a:pt x="11930" y="36393"/>
                  </a:cubicBezTo>
                  <a:cubicBezTo>
                    <a:pt x="12215" y="36521"/>
                    <a:pt x="12485" y="36583"/>
                    <a:pt x="12744" y="36583"/>
                  </a:cubicBezTo>
                  <a:cubicBezTo>
                    <a:pt x="13213" y="36583"/>
                    <a:pt x="13644" y="36379"/>
                    <a:pt x="14050" y="35989"/>
                  </a:cubicBezTo>
                  <a:cubicBezTo>
                    <a:pt x="14681" y="35381"/>
                    <a:pt x="15336" y="34798"/>
                    <a:pt x="15967" y="34179"/>
                  </a:cubicBezTo>
                  <a:cubicBezTo>
                    <a:pt x="16096" y="34032"/>
                    <a:pt x="16276" y="33954"/>
                    <a:pt x="16460" y="33954"/>
                  </a:cubicBezTo>
                  <a:cubicBezTo>
                    <a:pt x="16530" y="33954"/>
                    <a:pt x="16600" y="33965"/>
                    <a:pt x="16669" y="33988"/>
                  </a:cubicBezTo>
                  <a:cubicBezTo>
                    <a:pt x="16849" y="34025"/>
                    <a:pt x="17019" y="34043"/>
                    <a:pt x="17181" y="34043"/>
                  </a:cubicBezTo>
                  <a:cubicBezTo>
                    <a:pt x="17962" y="34043"/>
                    <a:pt x="18533" y="33618"/>
                    <a:pt x="18908" y="32810"/>
                  </a:cubicBezTo>
                  <a:cubicBezTo>
                    <a:pt x="19074" y="32452"/>
                    <a:pt x="19229" y="32095"/>
                    <a:pt x="19384" y="31726"/>
                  </a:cubicBezTo>
                  <a:cubicBezTo>
                    <a:pt x="19688" y="31036"/>
                    <a:pt x="19782" y="30822"/>
                    <a:pt x="20151" y="30822"/>
                  </a:cubicBezTo>
                  <a:cubicBezTo>
                    <a:pt x="20317" y="30822"/>
                    <a:pt x="20539" y="30866"/>
                    <a:pt x="20860" y="30928"/>
                  </a:cubicBezTo>
                  <a:cubicBezTo>
                    <a:pt x="21015" y="30965"/>
                    <a:pt x="21176" y="30980"/>
                    <a:pt x="21334" y="30980"/>
                  </a:cubicBezTo>
                  <a:cubicBezTo>
                    <a:pt x="21383" y="30980"/>
                    <a:pt x="21431" y="30979"/>
                    <a:pt x="21479" y="30976"/>
                  </a:cubicBezTo>
                  <a:cubicBezTo>
                    <a:pt x="21531" y="30970"/>
                    <a:pt x="21580" y="30966"/>
                    <a:pt x="21625" y="30966"/>
                  </a:cubicBezTo>
                  <a:cubicBezTo>
                    <a:pt x="22072" y="30966"/>
                    <a:pt x="22178" y="31279"/>
                    <a:pt x="22265" y="31690"/>
                  </a:cubicBezTo>
                  <a:cubicBezTo>
                    <a:pt x="22979" y="35036"/>
                    <a:pt x="22932" y="38382"/>
                    <a:pt x="22241" y="41727"/>
                  </a:cubicBezTo>
                  <a:cubicBezTo>
                    <a:pt x="22110" y="42358"/>
                    <a:pt x="21944" y="42966"/>
                    <a:pt x="21753" y="43609"/>
                  </a:cubicBezTo>
                  <a:cubicBezTo>
                    <a:pt x="21575" y="44251"/>
                    <a:pt x="21360" y="44883"/>
                    <a:pt x="21134" y="45514"/>
                  </a:cubicBezTo>
                  <a:cubicBezTo>
                    <a:pt x="20932" y="46109"/>
                    <a:pt x="20693" y="46680"/>
                    <a:pt x="20432" y="47335"/>
                  </a:cubicBezTo>
                  <a:cubicBezTo>
                    <a:pt x="19741" y="45454"/>
                    <a:pt x="19169" y="45061"/>
                    <a:pt x="17229" y="45061"/>
                  </a:cubicBezTo>
                  <a:lnTo>
                    <a:pt x="2929" y="45061"/>
                  </a:lnTo>
                  <a:cubicBezTo>
                    <a:pt x="2888" y="45060"/>
                    <a:pt x="2846" y="45059"/>
                    <a:pt x="2804" y="45059"/>
                  </a:cubicBezTo>
                  <a:cubicBezTo>
                    <a:pt x="2513" y="45059"/>
                    <a:pt x="2222" y="45095"/>
                    <a:pt x="1941" y="45168"/>
                  </a:cubicBezTo>
                  <a:cubicBezTo>
                    <a:pt x="715" y="45537"/>
                    <a:pt x="0" y="46692"/>
                    <a:pt x="191" y="48061"/>
                  </a:cubicBezTo>
                  <a:cubicBezTo>
                    <a:pt x="334" y="49157"/>
                    <a:pt x="1215" y="49835"/>
                    <a:pt x="2548" y="49835"/>
                  </a:cubicBezTo>
                  <a:cubicBezTo>
                    <a:pt x="2739" y="49835"/>
                    <a:pt x="2935" y="49846"/>
                    <a:pt x="3132" y="49846"/>
                  </a:cubicBezTo>
                  <a:cubicBezTo>
                    <a:pt x="3231" y="49846"/>
                    <a:pt x="3330" y="49843"/>
                    <a:pt x="3429" y="49835"/>
                  </a:cubicBezTo>
                  <a:cubicBezTo>
                    <a:pt x="3463" y="49832"/>
                    <a:pt x="3497" y="49830"/>
                    <a:pt x="3531" y="49830"/>
                  </a:cubicBezTo>
                  <a:cubicBezTo>
                    <a:pt x="3805" y="49830"/>
                    <a:pt x="4071" y="49957"/>
                    <a:pt x="4251" y="50169"/>
                  </a:cubicBezTo>
                  <a:cubicBezTo>
                    <a:pt x="6084" y="52026"/>
                    <a:pt x="7942" y="53872"/>
                    <a:pt x="9811" y="55705"/>
                  </a:cubicBezTo>
                  <a:cubicBezTo>
                    <a:pt x="10121" y="55991"/>
                    <a:pt x="10049" y="56098"/>
                    <a:pt x="9764" y="56348"/>
                  </a:cubicBezTo>
                  <a:cubicBezTo>
                    <a:pt x="9073" y="56944"/>
                    <a:pt x="8668" y="57706"/>
                    <a:pt x="8716" y="58658"/>
                  </a:cubicBezTo>
                  <a:lnTo>
                    <a:pt x="10597" y="58658"/>
                  </a:lnTo>
                  <a:cubicBezTo>
                    <a:pt x="11133" y="57801"/>
                    <a:pt x="11942" y="57706"/>
                    <a:pt x="12871" y="57706"/>
                  </a:cubicBezTo>
                  <a:cubicBezTo>
                    <a:pt x="15348" y="57723"/>
                    <a:pt x="17824" y="57732"/>
                    <a:pt x="20302" y="57732"/>
                  </a:cubicBezTo>
                  <a:cubicBezTo>
                    <a:pt x="22780" y="57732"/>
                    <a:pt x="25259" y="57723"/>
                    <a:pt x="27742" y="57706"/>
                  </a:cubicBezTo>
                  <a:cubicBezTo>
                    <a:pt x="28516" y="57706"/>
                    <a:pt x="29147" y="57741"/>
                    <a:pt x="29290" y="58658"/>
                  </a:cubicBezTo>
                  <a:lnTo>
                    <a:pt x="31171" y="58658"/>
                  </a:lnTo>
                  <a:cubicBezTo>
                    <a:pt x="31290" y="58158"/>
                    <a:pt x="31242" y="57646"/>
                    <a:pt x="31195" y="57146"/>
                  </a:cubicBezTo>
                  <a:cubicBezTo>
                    <a:pt x="31040" y="56289"/>
                    <a:pt x="30516" y="55765"/>
                    <a:pt x="29683" y="55586"/>
                  </a:cubicBezTo>
                  <a:cubicBezTo>
                    <a:pt x="29337" y="55515"/>
                    <a:pt x="29278" y="55372"/>
                    <a:pt x="29278" y="55050"/>
                  </a:cubicBezTo>
                  <a:cubicBezTo>
                    <a:pt x="29302" y="53955"/>
                    <a:pt x="29302" y="52872"/>
                    <a:pt x="29278" y="51776"/>
                  </a:cubicBezTo>
                  <a:cubicBezTo>
                    <a:pt x="29266" y="50288"/>
                    <a:pt x="28349" y="49002"/>
                    <a:pt x="26920" y="48585"/>
                  </a:cubicBezTo>
                  <a:cubicBezTo>
                    <a:pt x="26337" y="48407"/>
                    <a:pt x="26373" y="48204"/>
                    <a:pt x="26539" y="47740"/>
                  </a:cubicBezTo>
                  <a:cubicBezTo>
                    <a:pt x="28659" y="42037"/>
                    <a:pt x="29278" y="36191"/>
                    <a:pt x="27885" y="30226"/>
                  </a:cubicBezTo>
                  <a:cubicBezTo>
                    <a:pt x="27635" y="29178"/>
                    <a:pt x="27551" y="28309"/>
                    <a:pt x="28397" y="27535"/>
                  </a:cubicBezTo>
                  <a:cubicBezTo>
                    <a:pt x="28409" y="27523"/>
                    <a:pt x="28409" y="27499"/>
                    <a:pt x="28421" y="27488"/>
                  </a:cubicBezTo>
                  <a:cubicBezTo>
                    <a:pt x="30766" y="23606"/>
                    <a:pt x="29075" y="18546"/>
                    <a:pt x="24861" y="16879"/>
                  </a:cubicBezTo>
                  <a:cubicBezTo>
                    <a:pt x="24623" y="16772"/>
                    <a:pt x="24230" y="16796"/>
                    <a:pt x="24468" y="16272"/>
                  </a:cubicBezTo>
                  <a:cubicBezTo>
                    <a:pt x="25658" y="13617"/>
                    <a:pt x="26801" y="10950"/>
                    <a:pt x="27956" y="8295"/>
                  </a:cubicBezTo>
                  <a:cubicBezTo>
                    <a:pt x="28028" y="8120"/>
                    <a:pt x="28082" y="7999"/>
                    <a:pt x="28286" y="7999"/>
                  </a:cubicBezTo>
                  <a:cubicBezTo>
                    <a:pt x="28319" y="7999"/>
                    <a:pt x="28355" y="8002"/>
                    <a:pt x="28397" y="8009"/>
                  </a:cubicBezTo>
                  <a:cubicBezTo>
                    <a:pt x="28516" y="8029"/>
                    <a:pt x="28630" y="8038"/>
                    <a:pt x="28739" y="8038"/>
                  </a:cubicBezTo>
                  <a:cubicBezTo>
                    <a:pt x="29418" y="8038"/>
                    <a:pt x="29878" y="7656"/>
                    <a:pt x="30135" y="6937"/>
                  </a:cubicBezTo>
                  <a:cubicBezTo>
                    <a:pt x="30838" y="5009"/>
                    <a:pt x="30004" y="2770"/>
                    <a:pt x="28159" y="1842"/>
                  </a:cubicBezTo>
                  <a:cubicBezTo>
                    <a:pt x="26956" y="1234"/>
                    <a:pt x="25706" y="699"/>
                    <a:pt x="24432" y="234"/>
                  </a:cubicBezTo>
                  <a:cubicBezTo>
                    <a:pt x="23981" y="76"/>
                    <a:pt x="23520" y="0"/>
                    <a:pt x="23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1" name="Google Shape;391;p37"/>
            <p:cNvSpPr/>
            <p:nvPr/>
          </p:nvSpPr>
          <p:spPr>
            <a:xfrm>
              <a:off x="806625" y="2581700"/>
              <a:ext cx="470325" cy="29800"/>
            </a:xfrm>
            <a:custGeom>
              <a:avLst/>
              <a:gdLst/>
              <a:ahLst/>
              <a:cxnLst/>
              <a:rect l="l" t="t" r="r" b="b"/>
              <a:pathLst>
                <a:path w="18813" h="1192" extrusionOk="0">
                  <a:moveTo>
                    <a:pt x="17896" y="0"/>
                  </a:moveTo>
                  <a:cubicBezTo>
                    <a:pt x="12455" y="24"/>
                    <a:pt x="7026" y="24"/>
                    <a:pt x="1584" y="24"/>
                  </a:cubicBezTo>
                  <a:cubicBezTo>
                    <a:pt x="596" y="24"/>
                    <a:pt x="311" y="239"/>
                    <a:pt x="1" y="1191"/>
                  </a:cubicBezTo>
                  <a:lnTo>
                    <a:pt x="18694" y="1191"/>
                  </a:lnTo>
                  <a:cubicBezTo>
                    <a:pt x="18682" y="1060"/>
                    <a:pt x="18682" y="941"/>
                    <a:pt x="18694" y="810"/>
                  </a:cubicBezTo>
                  <a:cubicBezTo>
                    <a:pt x="18813" y="155"/>
                    <a:pt x="18539" y="0"/>
                    <a:pt x="178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2" name="Google Shape;392;p37"/>
            <p:cNvSpPr/>
            <p:nvPr/>
          </p:nvSpPr>
          <p:spPr>
            <a:xfrm>
              <a:off x="1320975" y="2573425"/>
              <a:ext cx="6875" cy="38075"/>
            </a:xfrm>
            <a:custGeom>
              <a:avLst/>
              <a:gdLst/>
              <a:ahLst/>
              <a:cxnLst/>
              <a:rect l="l" t="t" r="r" b="b"/>
              <a:pathLst>
                <a:path w="275" h="1523" extrusionOk="0">
                  <a:moveTo>
                    <a:pt x="78" y="1"/>
                  </a:moveTo>
                  <a:cubicBezTo>
                    <a:pt x="60" y="1"/>
                    <a:pt x="43" y="4"/>
                    <a:pt x="25" y="10"/>
                  </a:cubicBezTo>
                  <a:cubicBezTo>
                    <a:pt x="13" y="510"/>
                    <a:pt x="13" y="1010"/>
                    <a:pt x="1" y="1522"/>
                  </a:cubicBezTo>
                  <a:cubicBezTo>
                    <a:pt x="275" y="1034"/>
                    <a:pt x="60" y="510"/>
                    <a:pt x="132" y="10"/>
                  </a:cubicBezTo>
                  <a:cubicBezTo>
                    <a:pt x="114" y="4"/>
                    <a:pt x="96" y="1"/>
                    <a:pt x="78" y="1"/>
                  </a:cubicBezTo>
                  <a:close/>
                </a:path>
              </a:pathLst>
            </a:custGeom>
            <a:solidFill>
              <a:srgbClr val="DFDF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3" name="Google Shape;393;p37"/>
            <p:cNvSpPr/>
            <p:nvPr/>
          </p:nvSpPr>
          <p:spPr>
            <a:xfrm>
              <a:off x="946225" y="1588875"/>
              <a:ext cx="307825" cy="295750"/>
            </a:xfrm>
            <a:custGeom>
              <a:avLst/>
              <a:gdLst/>
              <a:ahLst/>
              <a:cxnLst/>
              <a:rect l="l" t="t" r="r" b="b"/>
              <a:pathLst>
                <a:path w="12313" h="11830" extrusionOk="0">
                  <a:moveTo>
                    <a:pt x="5942" y="0"/>
                  </a:moveTo>
                  <a:cubicBezTo>
                    <a:pt x="5167" y="0"/>
                    <a:pt x="4386" y="154"/>
                    <a:pt x="3644" y="470"/>
                  </a:cubicBezTo>
                  <a:cubicBezTo>
                    <a:pt x="1430" y="1399"/>
                    <a:pt x="1" y="3566"/>
                    <a:pt x="25" y="5959"/>
                  </a:cubicBezTo>
                  <a:cubicBezTo>
                    <a:pt x="49" y="9202"/>
                    <a:pt x="2680" y="11829"/>
                    <a:pt x="5932" y="11829"/>
                  </a:cubicBezTo>
                  <a:cubicBezTo>
                    <a:pt x="5939" y="11829"/>
                    <a:pt x="5947" y="11829"/>
                    <a:pt x="5954" y="11829"/>
                  </a:cubicBezTo>
                  <a:cubicBezTo>
                    <a:pt x="8347" y="11817"/>
                    <a:pt x="10502" y="10365"/>
                    <a:pt x="11407" y="8150"/>
                  </a:cubicBezTo>
                  <a:cubicBezTo>
                    <a:pt x="12312" y="5935"/>
                    <a:pt x="11800" y="3399"/>
                    <a:pt x="10097" y="1709"/>
                  </a:cubicBezTo>
                  <a:cubicBezTo>
                    <a:pt x="8968" y="595"/>
                    <a:pt x="7467" y="0"/>
                    <a:pt x="59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4" name="Google Shape;394;p37"/>
            <p:cNvSpPr/>
            <p:nvPr/>
          </p:nvSpPr>
          <p:spPr>
            <a:xfrm>
              <a:off x="769125" y="1548225"/>
              <a:ext cx="234875" cy="411400"/>
            </a:xfrm>
            <a:custGeom>
              <a:avLst/>
              <a:gdLst/>
              <a:ahLst/>
              <a:cxnLst/>
              <a:rect l="l" t="t" r="r" b="b"/>
              <a:pathLst>
                <a:path w="9395" h="16456" extrusionOk="0">
                  <a:moveTo>
                    <a:pt x="5936" y="0"/>
                  </a:moveTo>
                  <a:cubicBezTo>
                    <a:pt x="5688" y="0"/>
                    <a:pt x="5518" y="167"/>
                    <a:pt x="5359" y="525"/>
                  </a:cubicBezTo>
                  <a:cubicBezTo>
                    <a:pt x="3811" y="4109"/>
                    <a:pt x="2239" y="7692"/>
                    <a:pt x="656" y="11264"/>
                  </a:cubicBezTo>
                  <a:cubicBezTo>
                    <a:pt x="489" y="11645"/>
                    <a:pt x="548" y="11776"/>
                    <a:pt x="929" y="11931"/>
                  </a:cubicBezTo>
                  <a:cubicBezTo>
                    <a:pt x="2906" y="12717"/>
                    <a:pt x="4870" y="13526"/>
                    <a:pt x="6835" y="14348"/>
                  </a:cubicBezTo>
                  <a:cubicBezTo>
                    <a:pt x="7037" y="14431"/>
                    <a:pt x="7430" y="14443"/>
                    <a:pt x="7275" y="14800"/>
                  </a:cubicBezTo>
                  <a:cubicBezTo>
                    <a:pt x="7215" y="14935"/>
                    <a:pt x="7138" y="14981"/>
                    <a:pt x="7056" y="14981"/>
                  </a:cubicBezTo>
                  <a:cubicBezTo>
                    <a:pt x="6913" y="14981"/>
                    <a:pt x="6754" y="14841"/>
                    <a:pt x="6633" y="14789"/>
                  </a:cubicBezTo>
                  <a:cubicBezTo>
                    <a:pt x="4680" y="14003"/>
                    <a:pt x="2739" y="13181"/>
                    <a:pt x="787" y="12395"/>
                  </a:cubicBezTo>
                  <a:cubicBezTo>
                    <a:pt x="667" y="12346"/>
                    <a:pt x="521" y="12217"/>
                    <a:pt x="386" y="12217"/>
                  </a:cubicBezTo>
                  <a:cubicBezTo>
                    <a:pt x="293" y="12217"/>
                    <a:pt x="204" y="12278"/>
                    <a:pt x="132" y="12467"/>
                  </a:cubicBezTo>
                  <a:cubicBezTo>
                    <a:pt x="1" y="12824"/>
                    <a:pt x="60" y="13062"/>
                    <a:pt x="429" y="13229"/>
                  </a:cubicBezTo>
                  <a:cubicBezTo>
                    <a:pt x="2870" y="14265"/>
                    <a:pt x="5299" y="15324"/>
                    <a:pt x="7728" y="16384"/>
                  </a:cubicBezTo>
                  <a:cubicBezTo>
                    <a:pt x="7842" y="16432"/>
                    <a:pt x="7944" y="16456"/>
                    <a:pt x="8034" y="16456"/>
                  </a:cubicBezTo>
                  <a:cubicBezTo>
                    <a:pt x="8235" y="16456"/>
                    <a:pt x="8379" y="16337"/>
                    <a:pt x="8478" y="16098"/>
                  </a:cubicBezTo>
                  <a:cubicBezTo>
                    <a:pt x="8716" y="15562"/>
                    <a:pt x="8919" y="15003"/>
                    <a:pt x="9180" y="14491"/>
                  </a:cubicBezTo>
                  <a:cubicBezTo>
                    <a:pt x="9395" y="14098"/>
                    <a:pt x="9323" y="13919"/>
                    <a:pt x="8942" y="13669"/>
                  </a:cubicBezTo>
                  <a:cubicBezTo>
                    <a:pt x="6287" y="11955"/>
                    <a:pt x="5049" y="8716"/>
                    <a:pt x="5882" y="5668"/>
                  </a:cubicBezTo>
                  <a:cubicBezTo>
                    <a:pt x="6371" y="3823"/>
                    <a:pt x="7466" y="2418"/>
                    <a:pt x="9097" y="1311"/>
                  </a:cubicBezTo>
                  <a:cubicBezTo>
                    <a:pt x="8133" y="894"/>
                    <a:pt x="7240" y="525"/>
                    <a:pt x="6371" y="120"/>
                  </a:cubicBezTo>
                  <a:cubicBezTo>
                    <a:pt x="6201" y="41"/>
                    <a:pt x="6059" y="0"/>
                    <a:pt x="59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5" name="Google Shape;395;p37"/>
            <p:cNvSpPr/>
            <p:nvPr/>
          </p:nvSpPr>
          <p:spPr>
            <a:xfrm>
              <a:off x="582800" y="2308450"/>
              <a:ext cx="434600" cy="46450"/>
            </a:xfrm>
            <a:custGeom>
              <a:avLst/>
              <a:gdLst/>
              <a:ahLst/>
              <a:cxnLst/>
              <a:rect l="l" t="t" r="r" b="b"/>
              <a:pathLst>
                <a:path w="17384" h="1858" extrusionOk="0">
                  <a:moveTo>
                    <a:pt x="1215" y="0"/>
                  </a:moveTo>
                  <a:cubicBezTo>
                    <a:pt x="346" y="12"/>
                    <a:pt x="0" y="346"/>
                    <a:pt x="0" y="1155"/>
                  </a:cubicBezTo>
                  <a:cubicBezTo>
                    <a:pt x="0" y="1751"/>
                    <a:pt x="179" y="1858"/>
                    <a:pt x="1120" y="1858"/>
                  </a:cubicBezTo>
                  <a:lnTo>
                    <a:pt x="16407" y="1858"/>
                  </a:lnTo>
                  <a:cubicBezTo>
                    <a:pt x="17324" y="1858"/>
                    <a:pt x="17384" y="1786"/>
                    <a:pt x="17229" y="870"/>
                  </a:cubicBezTo>
                  <a:cubicBezTo>
                    <a:pt x="17134" y="286"/>
                    <a:pt x="16776" y="0"/>
                    <a:pt x="16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6" name="Google Shape;396;p37"/>
            <p:cNvSpPr/>
            <p:nvPr/>
          </p:nvSpPr>
          <p:spPr>
            <a:xfrm>
              <a:off x="1056975" y="1181625"/>
              <a:ext cx="207775" cy="125525"/>
            </a:xfrm>
            <a:custGeom>
              <a:avLst/>
              <a:gdLst/>
              <a:ahLst/>
              <a:cxnLst/>
              <a:rect l="l" t="t" r="r" b="b"/>
              <a:pathLst>
                <a:path w="8311" h="5021" extrusionOk="0">
                  <a:moveTo>
                    <a:pt x="2463" y="1"/>
                  </a:moveTo>
                  <a:cubicBezTo>
                    <a:pt x="1592" y="1"/>
                    <a:pt x="752" y="422"/>
                    <a:pt x="238" y="1163"/>
                  </a:cubicBezTo>
                  <a:cubicBezTo>
                    <a:pt x="0" y="1509"/>
                    <a:pt x="24" y="1651"/>
                    <a:pt x="429" y="1830"/>
                  </a:cubicBezTo>
                  <a:cubicBezTo>
                    <a:pt x="2739" y="2806"/>
                    <a:pt x="5025" y="3806"/>
                    <a:pt x="7322" y="4807"/>
                  </a:cubicBezTo>
                  <a:cubicBezTo>
                    <a:pt x="7640" y="4941"/>
                    <a:pt x="7852" y="5020"/>
                    <a:pt x="7996" y="5020"/>
                  </a:cubicBezTo>
                  <a:cubicBezTo>
                    <a:pt x="8246" y="5020"/>
                    <a:pt x="8288" y="4781"/>
                    <a:pt x="8311" y="4176"/>
                  </a:cubicBezTo>
                  <a:lnTo>
                    <a:pt x="8311" y="4045"/>
                  </a:lnTo>
                  <a:cubicBezTo>
                    <a:pt x="8263" y="2961"/>
                    <a:pt x="7787" y="2104"/>
                    <a:pt x="6799" y="1628"/>
                  </a:cubicBezTo>
                  <a:cubicBezTo>
                    <a:pt x="5691" y="1104"/>
                    <a:pt x="4560" y="628"/>
                    <a:pt x="3417" y="175"/>
                  </a:cubicBezTo>
                  <a:cubicBezTo>
                    <a:pt x="3105" y="57"/>
                    <a:pt x="2782" y="1"/>
                    <a:pt x="2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7" name="Google Shape;397;p37"/>
            <p:cNvSpPr/>
            <p:nvPr/>
          </p:nvSpPr>
          <p:spPr>
            <a:xfrm>
              <a:off x="1012625" y="1657175"/>
              <a:ext cx="187825" cy="160175"/>
            </a:xfrm>
            <a:custGeom>
              <a:avLst/>
              <a:gdLst/>
              <a:ahLst/>
              <a:cxnLst/>
              <a:rect l="l" t="t" r="r" b="b"/>
              <a:pathLst>
                <a:path w="7513" h="6407" extrusionOk="0">
                  <a:moveTo>
                    <a:pt x="3239" y="1"/>
                  </a:moveTo>
                  <a:cubicBezTo>
                    <a:pt x="1453" y="1"/>
                    <a:pt x="0" y="1465"/>
                    <a:pt x="48" y="3263"/>
                  </a:cubicBezTo>
                  <a:cubicBezTo>
                    <a:pt x="80" y="5164"/>
                    <a:pt x="1639" y="6406"/>
                    <a:pt x="3263" y="6406"/>
                  </a:cubicBezTo>
                  <a:cubicBezTo>
                    <a:pt x="4059" y="6406"/>
                    <a:pt x="4870" y="6108"/>
                    <a:pt x="5525" y="5442"/>
                  </a:cubicBezTo>
                  <a:cubicBezTo>
                    <a:pt x="7513" y="3418"/>
                    <a:pt x="6072" y="1"/>
                    <a:pt x="3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8" name="Google Shape;398;p37"/>
            <p:cNvSpPr/>
            <p:nvPr/>
          </p:nvSpPr>
          <p:spPr>
            <a:xfrm>
              <a:off x="1138525" y="1203650"/>
              <a:ext cx="28900" cy="48400"/>
            </a:xfrm>
            <a:custGeom>
              <a:avLst/>
              <a:gdLst/>
              <a:ahLst/>
              <a:cxnLst/>
              <a:rect l="l" t="t" r="r" b="b"/>
              <a:pathLst>
                <a:path w="1156" h="1936" extrusionOk="0">
                  <a:moveTo>
                    <a:pt x="879" y="0"/>
                  </a:moveTo>
                  <a:cubicBezTo>
                    <a:pt x="771" y="0"/>
                    <a:pt x="673" y="75"/>
                    <a:pt x="643" y="175"/>
                  </a:cubicBezTo>
                  <a:cubicBezTo>
                    <a:pt x="453" y="640"/>
                    <a:pt x="262" y="1092"/>
                    <a:pt x="72" y="1556"/>
                  </a:cubicBezTo>
                  <a:cubicBezTo>
                    <a:pt x="0" y="1663"/>
                    <a:pt x="48" y="1806"/>
                    <a:pt x="155" y="1878"/>
                  </a:cubicBezTo>
                  <a:cubicBezTo>
                    <a:pt x="194" y="1917"/>
                    <a:pt x="245" y="1936"/>
                    <a:pt x="295" y="1936"/>
                  </a:cubicBezTo>
                  <a:cubicBezTo>
                    <a:pt x="369" y="1936"/>
                    <a:pt x="441" y="1896"/>
                    <a:pt x="477" y="1818"/>
                  </a:cubicBezTo>
                  <a:cubicBezTo>
                    <a:pt x="715" y="1318"/>
                    <a:pt x="929" y="806"/>
                    <a:pt x="1132" y="330"/>
                  </a:cubicBezTo>
                  <a:cubicBezTo>
                    <a:pt x="1155" y="139"/>
                    <a:pt x="1060" y="44"/>
                    <a:pt x="941" y="8"/>
                  </a:cubicBezTo>
                  <a:cubicBezTo>
                    <a:pt x="920" y="3"/>
                    <a:pt x="899" y="0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9" name="Google Shape;399;p37"/>
            <p:cNvSpPr/>
            <p:nvPr/>
          </p:nvSpPr>
          <p:spPr>
            <a:xfrm>
              <a:off x="1167400" y="1215475"/>
              <a:ext cx="29200" cy="47975"/>
            </a:xfrm>
            <a:custGeom>
              <a:avLst/>
              <a:gdLst/>
              <a:ahLst/>
              <a:cxnLst/>
              <a:rect l="l" t="t" r="r" b="b"/>
              <a:pathLst>
                <a:path w="1168" h="1919" extrusionOk="0">
                  <a:moveTo>
                    <a:pt x="868" y="0"/>
                  </a:moveTo>
                  <a:cubicBezTo>
                    <a:pt x="778" y="0"/>
                    <a:pt x="693" y="58"/>
                    <a:pt x="667" y="155"/>
                  </a:cubicBezTo>
                  <a:cubicBezTo>
                    <a:pt x="465" y="631"/>
                    <a:pt x="262" y="1119"/>
                    <a:pt x="72" y="1595"/>
                  </a:cubicBezTo>
                  <a:cubicBezTo>
                    <a:pt x="0" y="1774"/>
                    <a:pt x="96" y="1881"/>
                    <a:pt x="274" y="1917"/>
                  </a:cubicBezTo>
                  <a:cubicBezTo>
                    <a:pt x="283" y="1918"/>
                    <a:pt x="292" y="1918"/>
                    <a:pt x="301" y="1918"/>
                  </a:cubicBezTo>
                  <a:cubicBezTo>
                    <a:pt x="399" y="1918"/>
                    <a:pt x="491" y="1860"/>
                    <a:pt x="524" y="1762"/>
                  </a:cubicBezTo>
                  <a:cubicBezTo>
                    <a:pt x="715" y="1286"/>
                    <a:pt x="929" y="809"/>
                    <a:pt x="1120" y="321"/>
                  </a:cubicBezTo>
                  <a:cubicBezTo>
                    <a:pt x="1167" y="202"/>
                    <a:pt x="1096" y="59"/>
                    <a:pt x="965" y="24"/>
                  </a:cubicBezTo>
                  <a:cubicBezTo>
                    <a:pt x="933" y="8"/>
                    <a:pt x="900" y="0"/>
                    <a:pt x="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0" name="Google Shape;400;p37"/>
            <p:cNvSpPr/>
            <p:nvPr/>
          </p:nvSpPr>
          <p:spPr>
            <a:xfrm>
              <a:off x="1109950" y="1192200"/>
              <a:ext cx="27700" cy="47850"/>
            </a:xfrm>
            <a:custGeom>
              <a:avLst/>
              <a:gdLst/>
              <a:ahLst/>
              <a:cxnLst/>
              <a:rect l="l" t="t" r="r" b="b"/>
              <a:pathLst>
                <a:path w="1108" h="1914" extrusionOk="0">
                  <a:moveTo>
                    <a:pt x="870" y="0"/>
                  </a:moveTo>
                  <a:cubicBezTo>
                    <a:pt x="790" y="0"/>
                    <a:pt x="715" y="38"/>
                    <a:pt x="679" y="109"/>
                  </a:cubicBezTo>
                  <a:cubicBezTo>
                    <a:pt x="453" y="597"/>
                    <a:pt x="239" y="1098"/>
                    <a:pt x="48" y="1598"/>
                  </a:cubicBezTo>
                  <a:cubicBezTo>
                    <a:pt x="0" y="1717"/>
                    <a:pt x="72" y="1848"/>
                    <a:pt x="191" y="1895"/>
                  </a:cubicBezTo>
                  <a:cubicBezTo>
                    <a:pt x="220" y="1908"/>
                    <a:pt x="249" y="1914"/>
                    <a:pt x="278" y="1914"/>
                  </a:cubicBezTo>
                  <a:cubicBezTo>
                    <a:pt x="357" y="1914"/>
                    <a:pt x="430" y="1870"/>
                    <a:pt x="465" y="1800"/>
                  </a:cubicBezTo>
                  <a:cubicBezTo>
                    <a:pt x="691" y="1288"/>
                    <a:pt x="917" y="764"/>
                    <a:pt x="1108" y="324"/>
                  </a:cubicBezTo>
                  <a:cubicBezTo>
                    <a:pt x="1108" y="121"/>
                    <a:pt x="1048" y="50"/>
                    <a:pt x="953" y="14"/>
                  </a:cubicBezTo>
                  <a:cubicBezTo>
                    <a:pt x="926" y="5"/>
                    <a:pt x="897" y="0"/>
                    <a:pt x="8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1" name="Google Shape;401;p37"/>
            <p:cNvSpPr/>
            <p:nvPr/>
          </p:nvSpPr>
          <p:spPr>
            <a:xfrm>
              <a:off x="1197150" y="1227500"/>
              <a:ext cx="28600" cy="47800"/>
            </a:xfrm>
            <a:custGeom>
              <a:avLst/>
              <a:gdLst/>
              <a:ahLst/>
              <a:cxnLst/>
              <a:rect l="l" t="t" r="r" b="b"/>
              <a:pathLst>
                <a:path w="1144" h="1912" extrusionOk="0">
                  <a:moveTo>
                    <a:pt x="856" y="0"/>
                  </a:moveTo>
                  <a:cubicBezTo>
                    <a:pt x="777" y="0"/>
                    <a:pt x="703" y="47"/>
                    <a:pt x="668" y="126"/>
                  </a:cubicBezTo>
                  <a:cubicBezTo>
                    <a:pt x="453" y="626"/>
                    <a:pt x="239" y="1150"/>
                    <a:pt x="37" y="1674"/>
                  </a:cubicBezTo>
                  <a:cubicBezTo>
                    <a:pt x="1" y="1793"/>
                    <a:pt x="84" y="1912"/>
                    <a:pt x="299" y="1912"/>
                  </a:cubicBezTo>
                  <a:cubicBezTo>
                    <a:pt x="334" y="1900"/>
                    <a:pt x="430" y="1864"/>
                    <a:pt x="465" y="1805"/>
                  </a:cubicBezTo>
                  <a:cubicBezTo>
                    <a:pt x="680" y="1317"/>
                    <a:pt x="894" y="817"/>
                    <a:pt x="1084" y="317"/>
                  </a:cubicBezTo>
                  <a:cubicBezTo>
                    <a:pt x="1144" y="197"/>
                    <a:pt x="1073" y="55"/>
                    <a:pt x="942" y="19"/>
                  </a:cubicBezTo>
                  <a:cubicBezTo>
                    <a:pt x="913" y="6"/>
                    <a:pt x="884" y="0"/>
                    <a:pt x="8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3" name="Google Shape;403;p38"/>
          <p:cNvGrpSpPr/>
          <p:nvPr/>
        </p:nvGrpSpPr>
        <p:grpSpPr>
          <a:xfrm>
            <a:off x="0" y="-4429"/>
            <a:ext cx="9144000" cy="5152354"/>
            <a:chOff x="0" y="-4429"/>
            <a:chExt cx="9144000" cy="5152354"/>
          </a:xfrm>
        </p:grpSpPr>
        <p:sp>
          <p:nvSpPr>
            <p:cNvPr id="404" name="Google Shape;404;p38"/>
            <p:cNvSpPr/>
            <p:nvPr/>
          </p:nvSpPr>
          <p:spPr>
            <a:xfrm rot="10800000" flipH="1">
              <a:off x="0" y="-4400"/>
              <a:ext cx="24447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5" name="Google Shape;405;p38"/>
            <p:cNvSpPr/>
            <p:nvPr/>
          </p:nvSpPr>
          <p:spPr>
            <a:xfrm rot="10800000" flipH="1">
              <a:off x="0" y="2537925"/>
              <a:ext cx="24447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6" name="Google Shape;406;p38"/>
            <p:cNvSpPr/>
            <p:nvPr/>
          </p:nvSpPr>
          <p:spPr>
            <a:xfrm rot="10800000" flipH="1">
              <a:off x="8686800" y="-4429"/>
              <a:ext cx="457200" cy="1693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407" name="Google Shape;407;p38"/>
          <p:cNvSpPr txBox="1">
            <a:spLocks noGrp="1"/>
          </p:cNvSpPr>
          <p:nvPr>
            <p:ph type="title"/>
          </p:nvPr>
        </p:nvSpPr>
        <p:spPr>
          <a:xfrm>
            <a:off x="5228950" y="2763325"/>
            <a:ext cx="29559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08" name="Google Shape;408;p38"/>
          <p:cNvSpPr txBox="1">
            <a:spLocks noGrp="1"/>
          </p:cNvSpPr>
          <p:nvPr>
            <p:ph type="title" idx="2"/>
          </p:nvPr>
        </p:nvSpPr>
        <p:spPr>
          <a:xfrm>
            <a:off x="5228950" y="1243175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96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9" name="Google Shape;409;p38"/>
          <p:cNvSpPr>
            <a:spLocks noGrp="1"/>
          </p:cNvSpPr>
          <p:nvPr>
            <p:ph type="pic" idx="3"/>
          </p:nvPr>
        </p:nvSpPr>
        <p:spPr>
          <a:xfrm flipH="1">
            <a:off x="934125" y="826950"/>
            <a:ext cx="3493500" cy="34896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410" name="Google Shape;410;p38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411" name="Google Shape;411;p38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412" name="Google Shape;412;p38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413" name="Google Shape;413;p38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414" name="Google Shape;41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5" name="Google Shape;41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6" name="Google Shape;41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17" name="Google Shape;417;p38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418" name="Google Shape;41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9" name="Google Shape;41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0" name="Google Shape;42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1" name="Google Shape;421;p38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422" name="Google Shape;42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3" name="Google Shape;42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4" name="Google Shape;42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5" name="Google Shape;425;p38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426" name="Google Shape;42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7" name="Google Shape;42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8" name="Google Shape;42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9" name="Google Shape;429;p38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430" name="Google Shape;43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1" name="Google Shape;43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2" name="Google Shape;43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33" name="Google Shape;433;p38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434" name="Google Shape;43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5" name="Google Shape;43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6" name="Google Shape;43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37" name="Google Shape;437;p38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438" name="Google Shape;43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9" name="Google Shape;43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0" name="Google Shape;44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1" name="Google Shape;441;p38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442" name="Google Shape;44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3" name="Google Shape;44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4" name="Google Shape;44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5" name="Google Shape;445;p38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446" name="Google Shape;44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7" name="Google Shape;44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8" name="Google Shape;44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9" name="Google Shape;449;p38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450" name="Google Shape;45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1" name="Google Shape;45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2" name="Google Shape;45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3" name="Google Shape;453;p38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454" name="Google Shape;45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5" name="Google Shape;45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6" name="Google Shape;45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" name="Google Shape;457;p38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458" name="Google Shape;45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9" name="Google Shape;45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0" name="Google Shape;46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1" name="Google Shape;461;p38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462" name="Google Shape;46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3" name="Google Shape;46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5" name="Google Shape;465;p38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466" name="Google Shape;46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7" name="Google Shape;46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8" name="Google Shape;46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9" name="Google Shape;469;p38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470" name="Google Shape;47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2" name="Google Shape;47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3" name="Google Shape;473;p38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474" name="Google Shape;47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5" name="Google Shape;47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6" name="Google Shape;47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7" name="Google Shape;477;p38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478" name="Google Shape;47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9" name="Google Shape;47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0" name="Google Shape;48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1" name="Google Shape;481;p38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482" name="Google Shape;48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3" name="Google Shape;48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4" name="Google Shape;48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5" name="Google Shape;485;p38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486" name="Google Shape;48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7" name="Google Shape;48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8" name="Google Shape;48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9" name="Google Shape;489;p38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490" name="Google Shape;49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1" name="Google Shape;49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2" name="Google Shape;49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3" name="Google Shape;493;p38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494" name="Google Shape;49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5" name="Google Shape;49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6" name="Google Shape;49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7" name="Google Shape;497;p38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498" name="Google Shape;49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9" name="Google Shape;49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0" name="Google Shape;50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1" name="Google Shape;501;p38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502" name="Google Shape;50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3" name="Google Shape;50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4" name="Google Shape;50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5" name="Google Shape;505;p38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506" name="Google Shape;50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7" name="Google Shape;50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8" name="Google Shape;50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9" name="Google Shape;509;p38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510" name="Google Shape;51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1" name="Google Shape;51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2" name="Google Shape;51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13" name="Google Shape;513;p38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514" name="Google Shape;51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5" name="Google Shape;51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6" name="Google Shape;51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17" name="Google Shape;517;p38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518" name="Google Shape;51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9" name="Google Shape;51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0" name="Google Shape;52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1" name="Google Shape;521;p38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522" name="Google Shape;52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3" name="Google Shape;52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4" name="Google Shape;52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5" name="Google Shape;525;p38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526" name="Google Shape;52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7" name="Google Shape;52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8" name="Google Shape;52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9" name="Google Shape;529;p38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530" name="Google Shape;53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1" name="Google Shape;53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2" name="Google Shape;53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3" name="Google Shape;533;p38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534" name="Google Shape;53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5" name="Google Shape;53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6" name="Google Shape;53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7" name="Google Shape;537;p38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538" name="Google Shape;53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9" name="Google Shape;53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0" name="Google Shape;54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541" name="Google Shape;541;p38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542" name="Google Shape;542;p38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543" name="Google Shape;54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4" name="Google Shape;54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5" name="Google Shape;54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46" name="Google Shape;546;p38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547" name="Google Shape;54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8" name="Google Shape;54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9" name="Google Shape;54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0" name="Google Shape;550;p38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551" name="Google Shape;55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2" name="Google Shape;55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3" name="Google Shape;55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4" name="Google Shape;554;p38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555" name="Google Shape;55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6" name="Google Shape;55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7" name="Google Shape;55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8" name="Google Shape;558;p38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559" name="Google Shape;55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0" name="Google Shape;56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1" name="Google Shape;56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62" name="Google Shape;562;p38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563" name="Google Shape;56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4" name="Google Shape;56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5" name="Google Shape;56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66" name="Google Shape;566;p38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567" name="Google Shape;56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8" name="Google Shape;56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9" name="Google Shape;56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0" name="Google Shape;570;p38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571" name="Google Shape;57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2" name="Google Shape;57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3" name="Google Shape;57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4" name="Google Shape;574;p38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575" name="Google Shape;57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6" name="Google Shape;57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7" name="Google Shape;57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8" name="Google Shape;578;p38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579" name="Google Shape;57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0" name="Google Shape;58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1" name="Google Shape;58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82" name="Google Shape;582;p38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583" name="Google Shape;58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4" name="Google Shape;58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5" name="Google Shape;58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86" name="Google Shape;586;p38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587" name="Google Shape;58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8" name="Google Shape;58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9" name="Google Shape;58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0" name="Google Shape;590;p38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591" name="Google Shape;59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2" name="Google Shape;59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3" name="Google Shape;59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4" name="Google Shape;594;p38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595" name="Google Shape;59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6" name="Google Shape;59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7" name="Google Shape;59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8" name="Google Shape;598;p38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599" name="Google Shape;59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0" name="Google Shape;60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1" name="Google Shape;60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2" name="Google Shape;602;p38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603" name="Google Shape;60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4" name="Google Shape;60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5" name="Google Shape;60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6" name="Google Shape;606;p38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607" name="Google Shape;60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8" name="Google Shape;60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9" name="Google Shape;60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0" name="Google Shape;610;p38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611" name="Google Shape;61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2" name="Google Shape;61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3" name="Google Shape;61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4" name="Google Shape;614;p38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615" name="Google Shape;61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6" name="Google Shape;61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7" name="Google Shape;61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8" name="Google Shape;618;p38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619" name="Google Shape;61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0" name="Google Shape;62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1" name="Google Shape;62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22" name="Google Shape;622;p38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623" name="Google Shape;62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4" name="Google Shape;62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5" name="Google Shape;62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26" name="Google Shape;626;p38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627" name="Google Shape;62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8" name="Google Shape;62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9" name="Google Shape;62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0" name="Google Shape;630;p38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631" name="Google Shape;63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2" name="Google Shape;63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3" name="Google Shape;63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4" name="Google Shape;634;p38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635" name="Google Shape;63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6" name="Google Shape;63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7" name="Google Shape;63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8" name="Google Shape;638;p38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639" name="Google Shape;63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0" name="Google Shape;64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1" name="Google Shape;64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42" name="Google Shape;642;p38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643" name="Google Shape;64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4" name="Google Shape;64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5" name="Google Shape;64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46" name="Google Shape;646;p38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647" name="Google Shape;64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8" name="Google Shape;64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9" name="Google Shape;64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0" name="Google Shape;650;p38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651" name="Google Shape;65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2" name="Google Shape;65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3" name="Google Shape;65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4" name="Google Shape;654;p38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655" name="Google Shape;65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6" name="Google Shape;65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7" name="Google Shape;65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8" name="Google Shape;658;p38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659" name="Google Shape;65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0" name="Google Shape;66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1" name="Google Shape;66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62" name="Google Shape;662;p38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663" name="Google Shape;66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4" name="Google Shape;66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5" name="Google Shape;66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66" name="Google Shape;666;p38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667" name="Google Shape;66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8" name="Google Shape;66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9" name="Google Shape;66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670" name="Google Shape;670;p38"/>
          <p:cNvGrpSpPr/>
          <p:nvPr/>
        </p:nvGrpSpPr>
        <p:grpSpPr>
          <a:xfrm flipH="1">
            <a:off x="8015925" y="3892263"/>
            <a:ext cx="929900" cy="1251225"/>
            <a:chOff x="5104500" y="3125125"/>
            <a:chExt cx="929900" cy="1251225"/>
          </a:xfrm>
        </p:grpSpPr>
        <p:sp>
          <p:nvSpPr>
            <p:cNvPr id="671" name="Google Shape;671;p38"/>
            <p:cNvSpPr/>
            <p:nvPr/>
          </p:nvSpPr>
          <p:spPr>
            <a:xfrm>
              <a:off x="5269100" y="3455625"/>
              <a:ext cx="225950" cy="316125"/>
            </a:xfrm>
            <a:custGeom>
              <a:avLst/>
              <a:gdLst/>
              <a:ahLst/>
              <a:cxnLst/>
              <a:rect l="l" t="t" r="r" b="b"/>
              <a:pathLst>
                <a:path w="9038" h="12645" extrusionOk="0">
                  <a:moveTo>
                    <a:pt x="108" y="0"/>
                  </a:moveTo>
                  <a:cubicBezTo>
                    <a:pt x="108" y="2465"/>
                    <a:pt x="0" y="4894"/>
                    <a:pt x="0" y="7358"/>
                  </a:cubicBezTo>
                  <a:cubicBezTo>
                    <a:pt x="0" y="7680"/>
                    <a:pt x="298" y="7811"/>
                    <a:pt x="643" y="7846"/>
                  </a:cubicBezTo>
                  <a:cubicBezTo>
                    <a:pt x="1417" y="7894"/>
                    <a:pt x="1786" y="8287"/>
                    <a:pt x="1941" y="9061"/>
                  </a:cubicBezTo>
                  <a:cubicBezTo>
                    <a:pt x="2072" y="9739"/>
                    <a:pt x="1870" y="10370"/>
                    <a:pt x="1655" y="11013"/>
                  </a:cubicBezTo>
                  <a:cubicBezTo>
                    <a:pt x="1560" y="11311"/>
                    <a:pt x="1060" y="11537"/>
                    <a:pt x="1393" y="11882"/>
                  </a:cubicBezTo>
                  <a:cubicBezTo>
                    <a:pt x="1620" y="12121"/>
                    <a:pt x="2001" y="12180"/>
                    <a:pt x="2346" y="12252"/>
                  </a:cubicBezTo>
                  <a:cubicBezTo>
                    <a:pt x="2501" y="12283"/>
                    <a:pt x="2658" y="12299"/>
                    <a:pt x="2816" y="12299"/>
                  </a:cubicBezTo>
                  <a:cubicBezTo>
                    <a:pt x="3130" y="12299"/>
                    <a:pt x="3445" y="12236"/>
                    <a:pt x="3739" y="12109"/>
                  </a:cubicBezTo>
                  <a:cubicBezTo>
                    <a:pt x="4191" y="12002"/>
                    <a:pt x="4644" y="11942"/>
                    <a:pt x="5108" y="11942"/>
                  </a:cubicBezTo>
                  <a:cubicBezTo>
                    <a:pt x="5370" y="11942"/>
                    <a:pt x="5882" y="12240"/>
                    <a:pt x="6120" y="12311"/>
                  </a:cubicBezTo>
                  <a:cubicBezTo>
                    <a:pt x="6865" y="12575"/>
                    <a:pt x="7810" y="12645"/>
                    <a:pt x="8332" y="12645"/>
                  </a:cubicBezTo>
                  <a:cubicBezTo>
                    <a:pt x="8469" y="12645"/>
                    <a:pt x="8577" y="12640"/>
                    <a:pt x="8644" y="12633"/>
                  </a:cubicBezTo>
                  <a:cubicBezTo>
                    <a:pt x="9025" y="12609"/>
                    <a:pt x="8990" y="12335"/>
                    <a:pt x="8990" y="12073"/>
                  </a:cubicBezTo>
                  <a:cubicBezTo>
                    <a:pt x="8978" y="10751"/>
                    <a:pt x="8954" y="9442"/>
                    <a:pt x="8978" y="8120"/>
                  </a:cubicBezTo>
                  <a:cubicBezTo>
                    <a:pt x="9037" y="5417"/>
                    <a:pt x="9013" y="2703"/>
                    <a:pt x="90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2" name="Google Shape;672;p38"/>
            <p:cNvSpPr/>
            <p:nvPr/>
          </p:nvSpPr>
          <p:spPr>
            <a:xfrm>
              <a:off x="5742075" y="4122950"/>
              <a:ext cx="250350" cy="253350"/>
            </a:xfrm>
            <a:custGeom>
              <a:avLst/>
              <a:gdLst/>
              <a:ahLst/>
              <a:cxnLst/>
              <a:rect l="l" t="t" r="r" b="b"/>
              <a:pathLst>
                <a:path w="10014" h="10134" extrusionOk="0">
                  <a:moveTo>
                    <a:pt x="9978" y="1"/>
                  </a:moveTo>
                  <a:lnTo>
                    <a:pt x="0" y="13"/>
                  </a:lnTo>
                  <a:lnTo>
                    <a:pt x="0" y="8835"/>
                  </a:lnTo>
                  <a:cubicBezTo>
                    <a:pt x="0" y="9276"/>
                    <a:pt x="72" y="9716"/>
                    <a:pt x="203" y="10133"/>
                  </a:cubicBezTo>
                  <a:lnTo>
                    <a:pt x="9799" y="10121"/>
                  </a:lnTo>
                  <a:cubicBezTo>
                    <a:pt x="9965" y="9811"/>
                    <a:pt x="9834" y="9761"/>
                    <a:pt x="9618" y="9761"/>
                  </a:cubicBezTo>
                  <a:cubicBezTo>
                    <a:pt x="9585" y="9761"/>
                    <a:pt x="9550" y="9762"/>
                    <a:pt x="9514" y="9764"/>
                  </a:cubicBezTo>
                  <a:lnTo>
                    <a:pt x="5311" y="9764"/>
                  </a:lnTo>
                  <a:cubicBezTo>
                    <a:pt x="4906" y="9764"/>
                    <a:pt x="4501" y="9740"/>
                    <a:pt x="4513" y="9216"/>
                  </a:cubicBezTo>
                  <a:cubicBezTo>
                    <a:pt x="4513" y="8740"/>
                    <a:pt x="4918" y="8728"/>
                    <a:pt x="5299" y="8728"/>
                  </a:cubicBezTo>
                  <a:lnTo>
                    <a:pt x="9549" y="8728"/>
                  </a:lnTo>
                  <a:cubicBezTo>
                    <a:pt x="9835" y="8728"/>
                    <a:pt x="10014" y="8716"/>
                    <a:pt x="10014" y="8335"/>
                  </a:cubicBezTo>
                  <a:cubicBezTo>
                    <a:pt x="9990" y="5561"/>
                    <a:pt x="9990" y="2787"/>
                    <a:pt x="9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3" name="Google Shape;673;p38"/>
            <p:cNvSpPr/>
            <p:nvPr/>
          </p:nvSpPr>
          <p:spPr>
            <a:xfrm>
              <a:off x="5915025" y="3780775"/>
              <a:ext cx="119375" cy="120175"/>
            </a:xfrm>
            <a:custGeom>
              <a:avLst/>
              <a:gdLst/>
              <a:ahLst/>
              <a:cxnLst/>
              <a:rect l="l" t="t" r="r" b="b"/>
              <a:pathLst>
                <a:path w="4775" h="4807" extrusionOk="0">
                  <a:moveTo>
                    <a:pt x="2353" y="1"/>
                  </a:moveTo>
                  <a:cubicBezTo>
                    <a:pt x="2228" y="1"/>
                    <a:pt x="2098" y="7"/>
                    <a:pt x="1965" y="19"/>
                  </a:cubicBezTo>
                  <a:cubicBezTo>
                    <a:pt x="929" y="115"/>
                    <a:pt x="0" y="1258"/>
                    <a:pt x="0" y="2413"/>
                  </a:cubicBezTo>
                  <a:cubicBezTo>
                    <a:pt x="0" y="3568"/>
                    <a:pt x="988" y="4699"/>
                    <a:pt x="2084" y="4794"/>
                  </a:cubicBezTo>
                  <a:cubicBezTo>
                    <a:pt x="2178" y="4802"/>
                    <a:pt x="2271" y="4806"/>
                    <a:pt x="2362" y="4806"/>
                  </a:cubicBezTo>
                  <a:cubicBezTo>
                    <a:pt x="3586" y="4806"/>
                    <a:pt x="4531" y="4076"/>
                    <a:pt x="4774" y="2913"/>
                  </a:cubicBezTo>
                  <a:lnTo>
                    <a:pt x="4774" y="1901"/>
                  </a:lnTo>
                  <a:cubicBezTo>
                    <a:pt x="4525" y="673"/>
                    <a:pt x="3660" y="1"/>
                    <a:pt x="23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4" name="Google Shape;674;p38"/>
            <p:cNvSpPr/>
            <p:nvPr/>
          </p:nvSpPr>
          <p:spPr>
            <a:xfrm>
              <a:off x="5892100" y="3712175"/>
              <a:ext cx="44975" cy="44100"/>
            </a:xfrm>
            <a:custGeom>
              <a:avLst/>
              <a:gdLst/>
              <a:ahLst/>
              <a:cxnLst/>
              <a:rect l="l" t="t" r="r" b="b"/>
              <a:pathLst>
                <a:path w="1799" h="1764" extrusionOk="0">
                  <a:moveTo>
                    <a:pt x="923" y="0"/>
                  </a:moveTo>
                  <a:cubicBezTo>
                    <a:pt x="905" y="0"/>
                    <a:pt x="887" y="0"/>
                    <a:pt x="869" y="1"/>
                  </a:cubicBezTo>
                  <a:cubicBezTo>
                    <a:pt x="334" y="13"/>
                    <a:pt x="0" y="382"/>
                    <a:pt x="24" y="930"/>
                  </a:cubicBezTo>
                  <a:cubicBezTo>
                    <a:pt x="48" y="1454"/>
                    <a:pt x="369" y="1763"/>
                    <a:pt x="917" y="1763"/>
                  </a:cubicBezTo>
                  <a:cubicBezTo>
                    <a:pt x="1465" y="1763"/>
                    <a:pt x="1798" y="1406"/>
                    <a:pt x="1786" y="858"/>
                  </a:cubicBezTo>
                  <a:cubicBezTo>
                    <a:pt x="1786" y="329"/>
                    <a:pt x="1430" y="0"/>
                    <a:pt x="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5" name="Google Shape;675;p38"/>
            <p:cNvSpPr/>
            <p:nvPr/>
          </p:nvSpPr>
          <p:spPr>
            <a:xfrm>
              <a:off x="5826300" y="3655650"/>
              <a:ext cx="31875" cy="30975"/>
            </a:xfrm>
            <a:custGeom>
              <a:avLst/>
              <a:gdLst/>
              <a:ahLst/>
              <a:cxnLst/>
              <a:rect l="l" t="t" r="r" b="b"/>
              <a:pathLst>
                <a:path w="1275" h="1239" extrusionOk="0">
                  <a:moveTo>
                    <a:pt x="680" y="0"/>
                  </a:moveTo>
                  <a:cubicBezTo>
                    <a:pt x="299" y="24"/>
                    <a:pt x="49" y="226"/>
                    <a:pt x="37" y="619"/>
                  </a:cubicBezTo>
                  <a:cubicBezTo>
                    <a:pt x="1" y="953"/>
                    <a:pt x="263" y="1238"/>
                    <a:pt x="608" y="1238"/>
                  </a:cubicBezTo>
                  <a:cubicBezTo>
                    <a:pt x="622" y="1239"/>
                    <a:pt x="635" y="1239"/>
                    <a:pt x="648" y="1239"/>
                  </a:cubicBezTo>
                  <a:cubicBezTo>
                    <a:pt x="988" y="1239"/>
                    <a:pt x="1275" y="1091"/>
                    <a:pt x="1275" y="667"/>
                  </a:cubicBezTo>
                  <a:cubicBezTo>
                    <a:pt x="1275" y="286"/>
                    <a:pt x="1073" y="6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6" name="Google Shape;676;p38"/>
            <p:cNvSpPr/>
            <p:nvPr/>
          </p:nvSpPr>
          <p:spPr>
            <a:xfrm>
              <a:off x="5269400" y="3762125"/>
              <a:ext cx="213925" cy="612075"/>
            </a:xfrm>
            <a:custGeom>
              <a:avLst/>
              <a:gdLst/>
              <a:ahLst/>
              <a:cxnLst/>
              <a:rect l="l" t="t" r="r" b="b"/>
              <a:pathLst>
                <a:path w="8557" h="24483" extrusionOk="0">
                  <a:moveTo>
                    <a:pt x="227" y="0"/>
                  </a:moveTo>
                  <a:cubicBezTo>
                    <a:pt x="102" y="0"/>
                    <a:pt x="49" y="116"/>
                    <a:pt x="24" y="289"/>
                  </a:cubicBezTo>
                  <a:cubicBezTo>
                    <a:pt x="12" y="456"/>
                    <a:pt x="12" y="623"/>
                    <a:pt x="24" y="801"/>
                  </a:cubicBezTo>
                  <a:lnTo>
                    <a:pt x="24" y="23733"/>
                  </a:lnTo>
                  <a:cubicBezTo>
                    <a:pt x="24" y="23971"/>
                    <a:pt x="12" y="24221"/>
                    <a:pt x="0" y="24471"/>
                  </a:cubicBezTo>
                  <a:lnTo>
                    <a:pt x="8537" y="24483"/>
                  </a:lnTo>
                  <a:cubicBezTo>
                    <a:pt x="8525" y="23602"/>
                    <a:pt x="8513" y="22721"/>
                    <a:pt x="8513" y="21839"/>
                  </a:cubicBezTo>
                  <a:lnTo>
                    <a:pt x="8513" y="1670"/>
                  </a:lnTo>
                  <a:cubicBezTo>
                    <a:pt x="8513" y="1355"/>
                    <a:pt x="8557" y="1074"/>
                    <a:pt x="8204" y="1074"/>
                  </a:cubicBezTo>
                  <a:cubicBezTo>
                    <a:pt x="8145" y="1074"/>
                    <a:pt x="8074" y="1082"/>
                    <a:pt x="7989" y="1099"/>
                  </a:cubicBezTo>
                  <a:cubicBezTo>
                    <a:pt x="7755" y="1145"/>
                    <a:pt x="7523" y="1167"/>
                    <a:pt x="7293" y="1167"/>
                  </a:cubicBezTo>
                  <a:cubicBezTo>
                    <a:pt x="6635" y="1167"/>
                    <a:pt x="5996" y="991"/>
                    <a:pt x="5370" y="718"/>
                  </a:cubicBezTo>
                  <a:cubicBezTo>
                    <a:pt x="5022" y="571"/>
                    <a:pt x="4596" y="425"/>
                    <a:pt x="4228" y="425"/>
                  </a:cubicBezTo>
                  <a:cubicBezTo>
                    <a:pt x="4118" y="425"/>
                    <a:pt x="4013" y="438"/>
                    <a:pt x="3918" y="468"/>
                  </a:cubicBezTo>
                  <a:cubicBezTo>
                    <a:pt x="3441" y="622"/>
                    <a:pt x="2981" y="700"/>
                    <a:pt x="2534" y="700"/>
                  </a:cubicBezTo>
                  <a:cubicBezTo>
                    <a:pt x="1810" y="700"/>
                    <a:pt x="1118" y="495"/>
                    <a:pt x="441" y="75"/>
                  </a:cubicBezTo>
                  <a:cubicBezTo>
                    <a:pt x="353" y="23"/>
                    <a:pt x="283" y="0"/>
                    <a:pt x="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7" name="Google Shape;677;p38"/>
            <p:cNvSpPr/>
            <p:nvPr/>
          </p:nvSpPr>
          <p:spPr>
            <a:xfrm>
              <a:off x="5788550" y="3803250"/>
              <a:ext cx="38675" cy="37275"/>
            </a:xfrm>
            <a:custGeom>
              <a:avLst/>
              <a:gdLst/>
              <a:ahLst/>
              <a:cxnLst/>
              <a:rect l="l" t="t" r="r" b="b"/>
              <a:pathLst>
                <a:path w="1547" h="1491" extrusionOk="0">
                  <a:moveTo>
                    <a:pt x="769" y="0"/>
                  </a:moveTo>
                  <a:cubicBezTo>
                    <a:pt x="304" y="0"/>
                    <a:pt x="81" y="314"/>
                    <a:pt x="46" y="728"/>
                  </a:cubicBezTo>
                  <a:cubicBezTo>
                    <a:pt x="0" y="1132"/>
                    <a:pt x="323" y="1491"/>
                    <a:pt x="734" y="1491"/>
                  </a:cubicBezTo>
                  <a:cubicBezTo>
                    <a:pt x="747" y="1491"/>
                    <a:pt x="760" y="1491"/>
                    <a:pt x="773" y="1490"/>
                  </a:cubicBezTo>
                  <a:cubicBezTo>
                    <a:pt x="1201" y="1490"/>
                    <a:pt x="1523" y="1264"/>
                    <a:pt x="1547" y="692"/>
                  </a:cubicBezTo>
                  <a:cubicBezTo>
                    <a:pt x="1535" y="307"/>
                    <a:pt x="1225" y="1"/>
                    <a:pt x="842" y="1"/>
                  </a:cubicBezTo>
                  <a:cubicBezTo>
                    <a:pt x="835" y="1"/>
                    <a:pt x="828" y="1"/>
                    <a:pt x="820" y="2"/>
                  </a:cubicBezTo>
                  <a:cubicBezTo>
                    <a:pt x="803" y="1"/>
                    <a:pt x="786" y="0"/>
                    <a:pt x="7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8" name="Google Shape;678;p38"/>
            <p:cNvSpPr/>
            <p:nvPr/>
          </p:nvSpPr>
          <p:spPr>
            <a:xfrm>
              <a:off x="5104500" y="3125125"/>
              <a:ext cx="923650" cy="1251225"/>
            </a:xfrm>
            <a:custGeom>
              <a:avLst/>
              <a:gdLst/>
              <a:ahLst/>
              <a:cxnLst/>
              <a:rect l="l" t="t" r="r" b="b"/>
              <a:pathLst>
                <a:path w="36946" h="50049" extrusionOk="0">
                  <a:moveTo>
                    <a:pt x="7049" y="1064"/>
                  </a:moveTo>
                  <a:cubicBezTo>
                    <a:pt x="8118" y="1073"/>
                    <a:pt x="9185" y="1075"/>
                    <a:pt x="10251" y="1075"/>
                  </a:cubicBezTo>
                  <a:cubicBezTo>
                    <a:pt x="11418" y="1075"/>
                    <a:pt x="12584" y="1072"/>
                    <a:pt x="13752" y="1072"/>
                  </a:cubicBezTo>
                  <a:cubicBezTo>
                    <a:pt x="14406" y="1072"/>
                    <a:pt x="15061" y="1073"/>
                    <a:pt x="15717" y="1076"/>
                  </a:cubicBezTo>
                  <a:cubicBezTo>
                    <a:pt x="15776" y="1076"/>
                    <a:pt x="15895" y="1135"/>
                    <a:pt x="15824" y="1230"/>
                  </a:cubicBezTo>
                  <a:lnTo>
                    <a:pt x="15824" y="1242"/>
                  </a:lnTo>
                  <a:lnTo>
                    <a:pt x="15074" y="2409"/>
                  </a:lnTo>
                  <a:cubicBezTo>
                    <a:pt x="15074" y="2409"/>
                    <a:pt x="15050" y="4874"/>
                    <a:pt x="15038" y="6112"/>
                  </a:cubicBezTo>
                  <a:cubicBezTo>
                    <a:pt x="15026" y="8136"/>
                    <a:pt x="15062" y="12672"/>
                    <a:pt x="15062" y="12672"/>
                  </a:cubicBezTo>
                  <a:lnTo>
                    <a:pt x="6620" y="12672"/>
                  </a:lnTo>
                  <a:cubicBezTo>
                    <a:pt x="6620" y="12672"/>
                    <a:pt x="6632" y="5148"/>
                    <a:pt x="6632" y="1635"/>
                  </a:cubicBezTo>
                  <a:cubicBezTo>
                    <a:pt x="6632" y="1338"/>
                    <a:pt x="6584" y="1064"/>
                    <a:pt x="7049" y="1064"/>
                  </a:cubicBezTo>
                  <a:close/>
                  <a:moveTo>
                    <a:pt x="2745" y="22060"/>
                  </a:moveTo>
                  <a:cubicBezTo>
                    <a:pt x="2800" y="22060"/>
                    <a:pt x="2858" y="22072"/>
                    <a:pt x="2917" y="22102"/>
                  </a:cubicBezTo>
                  <a:cubicBezTo>
                    <a:pt x="3144" y="22209"/>
                    <a:pt x="3060" y="22483"/>
                    <a:pt x="3013" y="22662"/>
                  </a:cubicBezTo>
                  <a:cubicBezTo>
                    <a:pt x="2905" y="23305"/>
                    <a:pt x="2596" y="23900"/>
                    <a:pt x="2132" y="24352"/>
                  </a:cubicBezTo>
                  <a:cubicBezTo>
                    <a:pt x="1679" y="23578"/>
                    <a:pt x="1762" y="22745"/>
                    <a:pt x="2298" y="22281"/>
                  </a:cubicBezTo>
                  <a:cubicBezTo>
                    <a:pt x="2432" y="22174"/>
                    <a:pt x="2579" y="22060"/>
                    <a:pt x="2745" y="22060"/>
                  </a:cubicBezTo>
                  <a:close/>
                  <a:moveTo>
                    <a:pt x="21679" y="21910"/>
                  </a:moveTo>
                  <a:cubicBezTo>
                    <a:pt x="21974" y="21910"/>
                    <a:pt x="22066" y="22218"/>
                    <a:pt x="22146" y="22459"/>
                  </a:cubicBezTo>
                  <a:cubicBezTo>
                    <a:pt x="22384" y="23186"/>
                    <a:pt x="22158" y="23829"/>
                    <a:pt x="21753" y="24543"/>
                  </a:cubicBezTo>
                  <a:cubicBezTo>
                    <a:pt x="21348" y="23959"/>
                    <a:pt x="21170" y="23245"/>
                    <a:pt x="21253" y="22543"/>
                  </a:cubicBezTo>
                  <a:cubicBezTo>
                    <a:pt x="21277" y="22269"/>
                    <a:pt x="21324" y="21947"/>
                    <a:pt x="21646" y="21912"/>
                  </a:cubicBezTo>
                  <a:cubicBezTo>
                    <a:pt x="21657" y="21911"/>
                    <a:pt x="21668" y="21910"/>
                    <a:pt x="21679" y="21910"/>
                  </a:cubicBezTo>
                  <a:close/>
                  <a:moveTo>
                    <a:pt x="16472" y="21979"/>
                  </a:moveTo>
                  <a:cubicBezTo>
                    <a:pt x="16580" y="21979"/>
                    <a:pt x="16703" y="22024"/>
                    <a:pt x="16824" y="22114"/>
                  </a:cubicBezTo>
                  <a:cubicBezTo>
                    <a:pt x="17288" y="22447"/>
                    <a:pt x="17431" y="22924"/>
                    <a:pt x="17276" y="23483"/>
                  </a:cubicBezTo>
                  <a:cubicBezTo>
                    <a:pt x="17157" y="23912"/>
                    <a:pt x="16907" y="24293"/>
                    <a:pt x="16562" y="24567"/>
                  </a:cubicBezTo>
                  <a:cubicBezTo>
                    <a:pt x="15967" y="23900"/>
                    <a:pt x="16074" y="23114"/>
                    <a:pt x="16133" y="22364"/>
                  </a:cubicBezTo>
                  <a:cubicBezTo>
                    <a:pt x="16156" y="22104"/>
                    <a:pt x="16294" y="21979"/>
                    <a:pt x="16472" y="21979"/>
                  </a:cubicBezTo>
                  <a:close/>
                  <a:moveTo>
                    <a:pt x="11615" y="21921"/>
                  </a:moveTo>
                  <a:cubicBezTo>
                    <a:pt x="11633" y="21921"/>
                    <a:pt x="11651" y="21922"/>
                    <a:pt x="11668" y="21924"/>
                  </a:cubicBezTo>
                  <a:cubicBezTo>
                    <a:pt x="12288" y="21959"/>
                    <a:pt x="12216" y="22340"/>
                    <a:pt x="12204" y="22816"/>
                  </a:cubicBezTo>
                  <a:cubicBezTo>
                    <a:pt x="12264" y="23424"/>
                    <a:pt x="11918" y="24650"/>
                    <a:pt x="11526" y="24650"/>
                  </a:cubicBezTo>
                  <a:cubicBezTo>
                    <a:pt x="11192" y="24626"/>
                    <a:pt x="10787" y="23757"/>
                    <a:pt x="10883" y="23019"/>
                  </a:cubicBezTo>
                  <a:cubicBezTo>
                    <a:pt x="10962" y="22301"/>
                    <a:pt x="11228" y="21921"/>
                    <a:pt x="11615" y="21921"/>
                  </a:cubicBezTo>
                  <a:close/>
                  <a:moveTo>
                    <a:pt x="15133" y="13411"/>
                  </a:moveTo>
                  <a:cubicBezTo>
                    <a:pt x="15133" y="16042"/>
                    <a:pt x="15121" y="23840"/>
                    <a:pt x="15074" y="25102"/>
                  </a:cubicBezTo>
                  <a:cubicBezTo>
                    <a:pt x="15062" y="25360"/>
                    <a:pt x="15073" y="25710"/>
                    <a:pt x="14677" y="25710"/>
                  </a:cubicBezTo>
                  <a:cubicBezTo>
                    <a:pt x="14670" y="25710"/>
                    <a:pt x="14664" y="25710"/>
                    <a:pt x="14657" y="25710"/>
                  </a:cubicBezTo>
                  <a:cubicBezTo>
                    <a:pt x="13978" y="25698"/>
                    <a:pt x="13300" y="25579"/>
                    <a:pt x="12657" y="25353"/>
                  </a:cubicBezTo>
                  <a:cubicBezTo>
                    <a:pt x="12419" y="25269"/>
                    <a:pt x="12204" y="25102"/>
                    <a:pt x="12407" y="24817"/>
                  </a:cubicBezTo>
                  <a:cubicBezTo>
                    <a:pt x="12657" y="24507"/>
                    <a:pt x="12835" y="24150"/>
                    <a:pt x="12954" y="23769"/>
                  </a:cubicBezTo>
                  <a:cubicBezTo>
                    <a:pt x="13050" y="23459"/>
                    <a:pt x="13157" y="22352"/>
                    <a:pt x="13109" y="22102"/>
                  </a:cubicBezTo>
                  <a:cubicBezTo>
                    <a:pt x="13002" y="21554"/>
                    <a:pt x="12704" y="21173"/>
                    <a:pt x="12145" y="21090"/>
                  </a:cubicBezTo>
                  <a:cubicBezTo>
                    <a:pt x="12048" y="21069"/>
                    <a:pt x="11950" y="21058"/>
                    <a:pt x="11854" y="21058"/>
                  </a:cubicBezTo>
                  <a:cubicBezTo>
                    <a:pt x="11360" y="21058"/>
                    <a:pt x="10896" y="21330"/>
                    <a:pt x="10656" y="21769"/>
                  </a:cubicBezTo>
                  <a:cubicBezTo>
                    <a:pt x="10121" y="22686"/>
                    <a:pt x="10204" y="23626"/>
                    <a:pt x="10621" y="24543"/>
                  </a:cubicBezTo>
                  <a:cubicBezTo>
                    <a:pt x="10811" y="24936"/>
                    <a:pt x="10680" y="25043"/>
                    <a:pt x="10359" y="25162"/>
                  </a:cubicBezTo>
                  <a:cubicBezTo>
                    <a:pt x="10069" y="25275"/>
                    <a:pt x="9756" y="25333"/>
                    <a:pt x="9445" y="25333"/>
                  </a:cubicBezTo>
                  <a:cubicBezTo>
                    <a:pt x="9296" y="25333"/>
                    <a:pt x="9148" y="25320"/>
                    <a:pt x="9001" y="25293"/>
                  </a:cubicBezTo>
                  <a:cubicBezTo>
                    <a:pt x="8668" y="25222"/>
                    <a:pt x="8299" y="25162"/>
                    <a:pt x="8085" y="24924"/>
                  </a:cubicBezTo>
                  <a:cubicBezTo>
                    <a:pt x="7763" y="24591"/>
                    <a:pt x="8239" y="24376"/>
                    <a:pt x="8335" y="24090"/>
                  </a:cubicBezTo>
                  <a:cubicBezTo>
                    <a:pt x="8537" y="23471"/>
                    <a:pt x="8739" y="22852"/>
                    <a:pt x="8609" y="22197"/>
                  </a:cubicBezTo>
                  <a:cubicBezTo>
                    <a:pt x="8454" y="21447"/>
                    <a:pt x="8108" y="21066"/>
                    <a:pt x="7358" y="21019"/>
                  </a:cubicBezTo>
                  <a:cubicBezTo>
                    <a:pt x="7013" y="20995"/>
                    <a:pt x="6763" y="20864"/>
                    <a:pt x="6763" y="20542"/>
                  </a:cubicBezTo>
                  <a:lnTo>
                    <a:pt x="6763" y="13411"/>
                  </a:lnTo>
                  <a:close/>
                  <a:moveTo>
                    <a:pt x="6446" y="1"/>
                  </a:moveTo>
                  <a:cubicBezTo>
                    <a:pt x="5945" y="1"/>
                    <a:pt x="5538" y="424"/>
                    <a:pt x="5572" y="933"/>
                  </a:cubicBezTo>
                  <a:lnTo>
                    <a:pt x="5572" y="21114"/>
                  </a:lnTo>
                  <a:cubicBezTo>
                    <a:pt x="5572" y="21376"/>
                    <a:pt x="5596" y="21650"/>
                    <a:pt x="5477" y="21912"/>
                  </a:cubicBezTo>
                  <a:cubicBezTo>
                    <a:pt x="5239" y="22447"/>
                    <a:pt x="5299" y="23007"/>
                    <a:pt x="5430" y="23567"/>
                  </a:cubicBezTo>
                  <a:cubicBezTo>
                    <a:pt x="5794" y="25150"/>
                    <a:pt x="5657" y="25426"/>
                    <a:pt x="4049" y="25426"/>
                  </a:cubicBezTo>
                  <a:cubicBezTo>
                    <a:pt x="3977" y="25426"/>
                    <a:pt x="3901" y="25425"/>
                    <a:pt x="3822" y="25424"/>
                  </a:cubicBezTo>
                  <a:cubicBezTo>
                    <a:pt x="3501" y="25412"/>
                    <a:pt x="3191" y="25293"/>
                    <a:pt x="2929" y="25102"/>
                  </a:cubicBezTo>
                  <a:cubicBezTo>
                    <a:pt x="3560" y="24269"/>
                    <a:pt x="4084" y="23400"/>
                    <a:pt x="4072" y="22316"/>
                  </a:cubicBezTo>
                  <a:cubicBezTo>
                    <a:pt x="4062" y="21519"/>
                    <a:pt x="3552" y="21012"/>
                    <a:pt x="2836" y="21012"/>
                  </a:cubicBezTo>
                  <a:cubicBezTo>
                    <a:pt x="2717" y="21012"/>
                    <a:pt x="2593" y="21026"/>
                    <a:pt x="2465" y="21054"/>
                  </a:cubicBezTo>
                  <a:cubicBezTo>
                    <a:pt x="1108" y="21364"/>
                    <a:pt x="346" y="23102"/>
                    <a:pt x="1048" y="24507"/>
                  </a:cubicBezTo>
                  <a:cubicBezTo>
                    <a:pt x="1346" y="25091"/>
                    <a:pt x="1298" y="25424"/>
                    <a:pt x="762" y="25698"/>
                  </a:cubicBezTo>
                  <a:cubicBezTo>
                    <a:pt x="0" y="26091"/>
                    <a:pt x="131" y="26734"/>
                    <a:pt x="203" y="27448"/>
                  </a:cubicBezTo>
                  <a:cubicBezTo>
                    <a:pt x="631" y="27115"/>
                    <a:pt x="1036" y="26877"/>
                    <a:pt x="1358" y="26555"/>
                  </a:cubicBezTo>
                  <a:cubicBezTo>
                    <a:pt x="1668" y="26237"/>
                    <a:pt x="1961" y="26052"/>
                    <a:pt x="2303" y="26052"/>
                  </a:cubicBezTo>
                  <a:cubicBezTo>
                    <a:pt x="2512" y="26052"/>
                    <a:pt x="2739" y="26121"/>
                    <a:pt x="3001" y="26269"/>
                  </a:cubicBezTo>
                  <a:cubicBezTo>
                    <a:pt x="3341" y="26460"/>
                    <a:pt x="3703" y="26530"/>
                    <a:pt x="4076" y="26530"/>
                  </a:cubicBezTo>
                  <a:cubicBezTo>
                    <a:pt x="4565" y="26530"/>
                    <a:pt x="5073" y="26410"/>
                    <a:pt x="5572" y="26281"/>
                  </a:cubicBezTo>
                  <a:lnTo>
                    <a:pt x="5572" y="49094"/>
                  </a:lnTo>
                  <a:cubicBezTo>
                    <a:pt x="5572" y="49961"/>
                    <a:pt x="5572" y="50048"/>
                    <a:pt x="6302" y="50048"/>
                  </a:cubicBezTo>
                  <a:cubicBezTo>
                    <a:pt x="6383" y="50048"/>
                    <a:pt x="6473" y="50047"/>
                    <a:pt x="6573" y="50046"/>
                  </a:cubicBezTo>
                  <a:cubicBezTo>
                    <a:pt x="6834" y="49713"/>
                    <a:pt x="6763" y="49320"/>
                    <a:pt x="6763" y="48951"/>
                  </a:cubicBezTo>
                  <a:cubicBezTo>
                    <a:pt x="6763" y="43652"/>
                    <a:pt x="6763" y="38354"/>
                    <a:pt x="6763" y="33056"/>
                  </a:cubicBezTo>
                  <a:lnTo>
                    <a:pt x="6763" y="26710"/>
                  </a:lnTo>
                  <a:cubicBezTo>
                    <a:pt x="6763" y="26179"/>
                    <a:pt x="6778" y="25982"/>
                    <a:pt x="6978" y="25982"/>
                  </a:cubicBezTo>
                  <a:cubicBezTo>
                    <a:pt x="7093" y="25982"/>
                    <a:pt x="7269" y="26046"/>
                    <a:pt x="7537" y="26150"/>
                  </a:cubicBezTo>
                  <a:cubicBezTo>
                    <a:pt x="8031" y="26339"/>
                    <a:pt x="8541" y="26483"/>
                    <a:pt x="9058" y="26483"/>
                  </a:cubicBezTo>
                  <a:cubicBezTo>
                    <a:pt x="9288" y="26483"/>
                    <a:pt x="9520" y="26455"/>
                    <a:pt x="9752" y="26388"/>
                  </a:cubicBezTo>
                  <a:cubicBezTo>
                    <a:pt x="10039" y="26306"/>
                    <a:pt x="10318" y="26271"/>
                    <a:pt x="10594" y="26271"/>
                  </a:cubicBezTo>
                  <a:cubicBezTo>
                    <a:pt x="11118" y="26271"/>
                    <a:pt x="11625" y="26399"/>
                    <a:pt x="12133" y="26579"/>
                  </a:cubicBezTo>
                  <a:cubicBezTo>
                    <a:pt x="12701" y="26793"/>
                    <a:pt x="13299" y="26892"/>
                    <a:pt x="13899" y="26892"/>
                  </a:cubicBezTo>
                  <a:cubicBezTo>
                    <a:pt x="13965" y="26892"/>
                    <a:pt x="14031" y="26891"/>
                    <a:pt x="14097" y="26888"/>
                  </a:cubicBezTo>
                  <a:cubicBezTo>
                    <a:pt x="14173" y="26886"/>
                    <a:pt x="14242" y="26884"/>
                    <a:pt x="14304" y="26884"/>
                  </a:cubicBezTo>
                  <a:cubicBezTo>
                    <a:pt x="14836" y="26884"/>
                    <a:pt x="14884" y="27000"/>
                    <a:pt x="14895" y="27650"/>
                  </a:cubicBezTo>
                  <a:lnTo>
                    <a:pt x="14895" y="28281"/>
                  </a:lnTo>
                  <a:lnTo>
                    <a:pt x="14895" y="48951"/>
                  </a:lnTo>
                  <a:cubicBezTo>
                    <a:pt x="14895" y="49320"/>
                    <a:pt x="14812" y="49713"/>
                    <a:pt x="15086" y="50034"/>
                  </a:cubicBezTo>
                  <a:cubicBezTo>
                    <a:pt x="15218" y="50037"/>
                    <a:pt x="15333" y="50040"/>
                    <a:pt x="15432" y="50040"/>
                  </a:cubicBezTo>
                  <a:cubicBezTo>
                    <a:pt x="16086" y="50040"/>
                    <a:pt x="16086" y="49922"/>
                    <a:pt x="16086" y="49034"/>
                  </a:cubicBezTo>
                  <a:lnTo>
                    <a:pt x="16086" y="26722"/>
                  </a:lnTo>
                  <a:cubicBezTo>
                    <a:pt x="16086" y="26507"/>
                    <a:pt x="15967" y="26234"/>
                    <a:pt x="16240" y="26103"/>
                  </a:cubicBezTo>
                  <a:cubicBezTo>
                    <a:pt x="16287" y="26078"/>
                    <a:pt x="16329" y="26068"/>
                    <a:pt x="16366" y="26068"/>
                  </a:cubicBezTo>
                  <a:cubicBezTo>
                    <a:pt x="16532" y="26068"/>
                    <a:pt x="16626" y="26265"/>
                    <a:pt x="16752" y="26353"/>
                  </a:cubicBezTo>
                  <a:cubicBezTo>
                    <a:pt x="17494" y="26883"/>
                    <a:pt x="18312" y="27158"/>
                    <a:pt x="19124" y="27158"/>
                  </a:cubicBezTo>
                  <a:cubicBezTo>
                    <a:pt x="19862" y="27158"/>
                    <a:pt x="20596" y="26930"/>
                    <a:pt x="21265" y="26460"/>
                  </a:cubicBezTo>
                  <a:cubicBezTo>
                    <a:pt x="21601" y="26222"/>
                    <a:pt x="21898" y="26097"/>
                    <a:pt x="22237" y="26097"/>
                  </a:cubicBezTo>
                  <a:cubicBezTo>
                    <a:pt x="22390" y="26097"/>
                    <a:pt x="22552" y="26122"/>
                    <a:pt x="22729" y="26174"/>
                  </a:cubicBezTo>
                  <a:cubicBezTo>
                    <a:pt x="23065" y="26265"/>
                    <a:pt x="23400" y="26300"/>
                    <a:pt x="23735" y="26300"/>
                  </a:cubicBezTo>
                  <a:cubicBezTo>
                    <a:pt x="24542" y="26300"/>
                    <a:pt x="25347" y="26094"/>
                    <a:pt x="26146" y="25960"/>
                  </a:cubicBezTo>
                  <a:cubicBezTo>
                    <a:pt x="26512" y="25893"/>
                    <a:pt x="26852" y="25860"/>
                    <a:pt x="27167" y="25860"/>
                  </a:cubicBezTo>
                  <a:cubicBezTo>
                    <a:pt x="28827" y="25860"/>
                    <a:pt x="29775" y="26792"/>
                    <a:pt x="30075" y="28734"/>
                  </a:cubicBezTo>
                  <a:cubicBezTo>
                    <a:pt x="30254" y="29829"/>
                    <a:pt x="30159" y="31008"/>
                    <a:pt x="30123" y="32127"/>
                  </a:cubicBezTo>
                  <a:cubicBezTo>
                    <a:pt x="29332" y="32149"/>
                    <a:pt x="28597" y="32159"/>
                    <a:pt x="27845" y="32159"/>
                  </a:cubicBezTo>
                  <a:cubicBezTo>
                    <a:pt x="26978" y="32159"/>
                    <a:pt x="26089" y="32146"/>
                    <a:pt x="25063" y="32127"/>
                  </a:cubicBezTo>
                  <a:cubicBezTo>
                    <a:pt x="24480" y="32151"/>
                    <a:pt x="24182" y="32687"/>
                    <a:pt x="24182" y="33199"/>
                  </a:cubicBezTo>
                  <a:lnTo>
                    <a:pt x="24182" y="48498"/>
                  </a:lnTo>
                  <a:cubicBezTo>
                    <a:pt x="24182" y="49864"/>
                    <a:pt x="24182" y="50043"/>
                    <a:pt x="25205" y="50043"/>
                  </a:cubicBezTo>
                  <a:cubicBezTo>
                    <a:pt x="25360" y="50043"/>
                    <a:pt x="25537" y="50039"/>
                    <a:pt x="25742" y="50034"/>
                  </a:cubicBezTo>
                  <a:cubicBezTo>
                    <a:pt x="25646" y="49534"/>
                    <a:pt x="25682" y="48927"/>
                    <a:pt x="25694" y="48367"/>
                  </a:cubicBezTo>
                  <a:cubicBezTo>
                    <a:pt x="25730" y="43795"/>
                    <a:pt x="25682" y="39223"/>
                    <a:pt x="25682" y="34639"/>
                  </a:cubicBezTo>
                  <a:cubicBezTo>
                    <a:pt x="25682" y="34401"/>
                    <a:pt x="25634" y="34139"/>
                    <a:pt x="25789" y="33913"/>
                  </a:cubicBezTo>
                  <a:cubicBezTo>
                    <a:pt x="25992" y="33711"/>
                    <a:pt x="26242" y="33758"/>
                    <a:pt x="26480" y="33746"/>
                  </a:cubicBezTo>
                  <a:cubicBezTo>
                    <a:pt x="26754" y="33761"/>
                    <a:pt x="27027" y="33766"/>
                    <a:pt x="27301" y="33766"/>
                  </a:cubicBezTo>
                  <a:cubicBezTo>
                    <a:pt x="27712" y="33766"/>
                    <a:pt x="28122" y="33756"/>
                    <a:pt x="28531" y="33756"/>
                  </a:cubicBezTo>
                  <a:cubicBezTo>
                    <a:pt x="28940" y="33756"/>
                    <a:pt x="29348" y="33766"/>
                    <a:pt x="29754" y="33806"/>
                  </a:cubicBezTo>
                  <a:cubicBezTo>
                    <a:pt x="30016" y="34032"/>
                    <a:pt x="29945" y="34342"/>
                    <a:pt x="29945" y="34627"/>
                  </a:cubicBezTo>
                  <a:cubicBezTo>
                    <a:pt x="29956" y="35997"/>
                    <a:pt x="29945" y="37378"/>
                    <a:pt x="29945" y="38747"/>
                  </a:cubicBezTo>
                  <a:cubicBezTo>
                    <a:pt x="29945" y="39057"/>
                    <a:pt x="29909" y="39378"/>
                    <a:pt x="30123" y="39640"/>
                  </a:cubicBezTo>
                  <a:cubicBezTo>
                    <a:pt x="30376" y="39725"/>
                    <a:pt x="30581" y="39771"/>
                    <a:pt x="30744" y="39771"/>
                  </a:cubicBezTo>
                  <a:cubicBezTo>
                    <a:pt x="31151" y="39771"/>
                    <a:pt x="31305" y="39491"/>
                    <a:pt x="31314" y="38854"/>
                  </a:cubicBezTo>
                  <a:cubicBezTo>
                    <a:pt x="31326" y="37425"/>
                    <a:pt x="31314" y="36009"/>
                    <a:pt x="31314" y="34580"/>
                  </a:cubicBezTo>
                  <a:cubicBezTo>
                    <a:pt x="31314" y="34342"/>
                    <a:pt x="31266" y="34068"/>
                    <a:pt x="31492" y="33877"/>
                  </a:cubicBezTo>
                  <a:cubicBezTo>
                    <a:pt x="31664" y="33767"/>
                    <a:pt x="31860" y="33758"/>
                    <a:pt x="32054" y="33758"/>
                  </a:cubicBezTo>
                  <a:cubicBezTo>
                    <a:pt x="32089" y="33758"/>
                    <a:pt x="32124" y="33758"/>
                    <a:pt x="32159" y="33758"/>
                  </a:cubicBezTo>
                  <a:lnTo>
                    <a:pt x="33528" y="33758"/>
                  </a:lnTo>
                  <a:cubicBezTo>
                    <a:pt x="35338" y="33758"/>
                    <a:pt x="35338" y="33758"/>
                    <a:pt x="35338" y="35544"/>
                  </a:cubicBezTo>
                  <a:cubicBezTo>
                    <a:pt x="35338" y="36902"/>
                    <a:pt x="35326" y="38247"/>
                    <a:pt x="35350" y="39604"/>
                  </a:cubicBezTo>
                  <a:cubicBezTo>
                    <a:pt x="35314" y="42307"/>
                    <a:pt x="35350" y="44998"/>
                    <a:pt x="35338" y="47700"/>
                  </a:cubicBezTo>
                  <a:cubicBezTo>
                    <a:pt x="35338" y="48379"/>
                    <a:pt x="35267" y="48439"/>
                    <a:pt x="34576" y="48451"/>
                  </a:cubicBezTo>
                  <a:cubicBezTo>
                    <a:pt x="34231" y="48455"/>
                    <a:pt x="33884" y="48456"/>
                    <a:pt x="33537" y="48456"/>
                  </a:cubicBezTo>
                  <a:cubicBezTo>
                    <a:pt x="32843" y="48456"/>
                    <a:pt x="32147" y="48451"/>
                    <a:pt x="31457" y="48451"/>
                  </a:cubicBezTo>
                  <a:cubicBezTo>
                    <a:pt x="31242" y="48451"/>
                    <a:pt x="31028" y="48451"/>
                    <a:pt x="30826" y="48462"/>
                  </a:cubicBezTo>
                  <a:cubicBezTo>
                    <a:pt x="30230" y="48498"/>
                    <a:pt x="29885" y="48760"/>
                    <a:pt x="29897" y="49177"/>
                  </a:cubicBezTo>
                  <a:cubicBezTo>
                    <a:pt x="29921" y="49594"/>
                    <a:pt x="30242" y="49808"/>
                    <a:pt x="30814" y="49844"/>
                  </a:cubicBezTo>
                  <a:lnTo>
                    <a:pt x="34636" y="49844"/>
                  </a:lnTo>
                  <a:cubicBezTo>
                    <a:pt x="34718" y="49844"/>
                    <a:pt x="34803" y="49837"/>
                    <a:pt x="34887" y="49837"/>
                  </a:cubicBezTo>
                  <a:cubicBezTo>
                    <a:pt x="35047" y="49837"/>
                    <a:pt x="35205" y="49862"/>
                    <a:pt x="35338" y="50010"/>
                  </a:cubicBezTo>
                  <a:cubicBezTo>
                    <a:pt x="35576" y="50010"/>
                    <a:pt x="36922" y="50022"/>
                    <a:pt x="36922" y="50022"/>
                  </a:cubicBezTo>
                  <a:cubicBezTo>
                    <a:pt x="36922" y="50022"/>
                    <a:pt x="36933" y="34175"/>
                    <a:pt x="36945" y="32996"/>
                  </a:cubicBezTo>
                  <a:cubicBezTo>
                    <a:pt x="36945" y="32482"/>
                    <a:pt x="36383" y="32174"/>
                    <a:pt x="35980" y="32174"/>
                  </a:cubicBezTo>
                  <a:cubicBezTo>
                    <a:pt x="35972" y="32174"/>
                    <a:pt x="35965" y="32175"/>
                    <a:pt x="35957" y="32175"/>
                  </a:cubicBezTo>
                  <a:cubicBezTo>
                    <a:pt x="35455" y="32183"/>
                    <a:pt x="34889" y="32187"/>
                    <a:pt x="34303" y="32187"/>
                  </a:cubicBezTo>
                  <a:cubicBezTo>
                    <a:pt x="33235" y="32187"/>
                    <a:pt x="32101" y="32174"/>
                    <a:pt x="31171" y="32151"/>
                  </a:cubicBezTo>
                  <a:cubicBezTo>
                    <a:pt x="31171" y="32151"/>
                    <a:pt x="31171" y="32103"/>
                    <a:pt x="31195" y="31710"/>
                  </a:cubicBezTo>
                  <a:cubicBezTo>
                    <a:pt x="31218" y="30782"/>
                    <a:pt x="31218" y="29865"/>
                    <a:pt x="31159" y="28936"/>
                  </a:cubicBezTo>
                  <a:cubicBezTo>
                    <a:pt x="31028" y="26507"/>
                    <a:pt x="29540" y="24900"/>
                    <a:pt x="27361" y="24829"/>
                  </a:cubicBezTo>
                  <a:cubicBezTo>
                    <a:pt x="26849" y="24841"/>
                    <a:pt x="26325" y="24888"/>
                    <a:pt x="25813" y="24972"/>
                  </a:cubicBezTo>
                  <a:cubicBezTo>
                    <a:pt x="25108" y="25069"/>
                    <a:pt x="24409" y="25249"/>
                    <a:pt x="23696" y="25249"/>
                  </a:cubicBezTo>
                  <a:cubicBezTo>
                    <a:pt x="23362" y="25249"/>
                    <a:pt x="23024" y="25209"/>
                    <a:pt x="22682" y="25102"/>
                  </a:cubicBezTo>
                  <a:cubicBezTo>
                    <a:pt x="22777" y="24888"/>
                    <a:pt x="22884" y="24686"/>
                    <a:pt x="22956" y="24471"/>
                  </a:cubicBezTo>
                  <a:cubicBezTo>
                    <a:pt x="23277" y="23626"/>
                    <a:pt x="23432" y="22781"/>
                    <a:pt x="23051" y="21912"/>
                  </a:cubicBezTo>
                  <a:cubicBezTo>
                    <a:pt x="22752" y="21225"/>
                    <a:pt x="22247" y="20858"/>
                    <a:pt x="21641" y="20858"/>
                  </a:cubicBezTo>
                  <a:cubicBezTo>
                    <a:pt x="21596" y="20858"/>
                    <a:pt x="21550" y="20860"/>
                    <a:pt x="21503" y="20864"/>
                  </a:cubicBezTo>
                  <a:cubicBezTo>
                    <a:pt x="20872" y="20935"/>
                    <a:pt x="20360" y="21459"/>
                    <a:pt x="20253" y="22245"/>
                  </a:cubicBezTo>
                  <a:cubicBezTo>
                    <a:pt x="20110" y="23257"/>
                    <a:pt x="20265" y="24210"/>
                    <a:pt x="20860" y="25055"/>
                  </a:cubicBezTo>
                  <a:cubicBezTo>
                    <a:pt x="21015" y="25269"/>
                    <a:pt x="21051" y="25376"/>
                    <a:pt x="20812" y="25555"/>
                  </a:cubicBezTo>
                  <a:cubicBezTo>
                    <a:pt x="20350" y="25912"/>
                    <a:pt x="19725" y="26094"/>
                    <a:pt x="19106" y="26094"/>
                  </a:cubicBezTo>
                  <a:cubicBezTo>
                    <a:pt x="18529" y="26094"/>
                    <a:pt x="17957" y="25936"/>
                    <a:pt x="17526" y="25614"/>
                  </a:cubicBezTo>
                  <a:cubicBezTo>
                    <a:pt x="17312" y="25460"/>
                    <a:pt x="17252" y="25353"/>
                    <a:pt x="17467" y="25138"/>
                  </a:cubicBezTo>
                  <a:cubicBezTo>
                    <a:pt x="17895" y="24721"/>
                    <a:pt x="18193" y="24198"/>
                    <a:pt x="18324" y="23626"/>
                  </a:cubicBezTo>
                  <a:cubicBezTo>
                    <a:pt x="18622" y="22388"/>
                    <a:pt x="17800" y="21031"/>
                    <a:pt x="16657" y="20995"/>
                  </a:cubicBezTo>
                  <a:cubicBezTo>
                    <a:pt x="16086" y="20983"/>
                    <a:pt x="16098" y="20745"/>
                    <a:pt x="16098" y="20340"/>
                  </a:cubicBezTo>
                  <a:cubicBezTo>
                    <a:pt x="16098" y="15161"/>
                    <a:pt x="16157" y="9982"/>
                    <a:pt x="16074" y="4814"/>
                  </a:cubicBezTo>
                  <a:cubicBezTo>
                    <a:pt x="16050" y="3362"/>
                    <a:pt x="16264" y="2100"/>
                    <a:pt x="17288" y="1028"/>
                  </a:cubicBezTo>
                  <a:cubicBezTo>
                    <a:pt x="17610" y="683"/>
                    <a:pt x="17622" y="4"/>
                    <a:pt x="16812" y="4"/>
                  </a:cubicBezTo>
                  <a:lnTo>
                    <a:pt x="6525" y="4"/>
                  </a:lnTo>
                  <a:cubicBezTo>
                    <a:pt x="6498" y="2"/>
                    <a:pt x="6472" y="1"/>
                    <a:pt x="64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9" name="Google Shape;679;p38"/>
            <p:cNvSpPr/>
            <p:nvPr/>
          </p:nvSpPr>
          <p:spPr>
            <a:xfrm>
              <a:off x="5274450" y="3676400"/>
              <a:ext cx="21750" cy="50700"/>
            </a:xfrm>
            <a:custGeom>
              <a:avLst/>
              <a:gdLst/>
              <a:ahLst/>
              <a:cxnLst/>
              <a:rect l="l" t="t" r="r" b="b"/>
              <a:pathLst>
                <a:path w="870" h="2028" extrusionOk="0">
                  <a:moveTo>
                    <a:pt x="496" y="0"/>
                  </a:moveTo>
                  <a:cubicBezTo>
                    <a:pt x="482" y="0"/>
                    <a:pt x="468" y="1"/>
                    <a:pt x="453" y="3"/>
                  </a:cubicBezTo>
                  <a:cubicBezTo>
                    <a:pt x="310" y="3"/>
                    <a:pt x="179" y="111"/>
                    <a:pt x="156" y="254"/>
                  </a:cubicBezTo>
                  <a:cubicBezTo>
                    <a:pt x="1" y="837"/>
                    <a:pt x="48" y="1468"/>
                    <a:pt x="310" y="2028"/>
                  </a:cubicBezTo>
                  <a:cubicBezTo>
                    <a:pt x="715" y="1527"/>
                    <a:pt x="870" y="873"/>
                    <a:pt x="751" y="242"/>
                  </a:cubicBezTo>
                  <a:cubicBezTo>
                    <a:pt x="740" y="101"/>
                    <a:pt x="631" y="0"/>
                    <a:pt x="4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0" name="Google Shape;680;p38"/>
            <p:cNvSpPr/>
            <p:nvPr/>
          </p:nvSpPr>
          <p:spPr>
            <a:xfrm>
              <a:off x="5775700" y="419857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72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1" name="Google Shape;681;p38"/>
            <p:cNvSpPr/>
            <p:nvPr/>
          </p:nvSpPr>
          <p:spPr>
            <a:xfrm>
              <a:off x="5775700" y="41479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2" name="Google Shape;682;p38"/>
            <p:cNvSpPr/>
            <p:nvPr/>
          </p:nvSpPr>
          <p:spPr>
            <a:xfrm>
              <a:off x="5775700" y="4097350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80"/>
                    <a:pt x="465" y="680"/>
                  </a:cubicBezTo>
                  <a:lnTo>
                    <a:pt x="1573" y="680"/>
                  </a:lnTo>
                  <a:cubicBezTo>
                    <a:pt x="1799" y="680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3" name="Google Shape;683;p38"/>
            <p:cNvSpPr/>
            <p:nvPr/>
          </p:nvSpPr>
          <p:spPr>
            <a:xfrm>
              <a:off x="5775700" y="40467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4" name="Google Shape;684;p38"/>
            <p:cNvSpPr/>
            <p:nvPr/>
          </p:nvSpPr>
          <p:spPr>
            <a:xfrm>
              <a:off x="5775700" y="39961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6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5" name="Google Shape;685;p38"/>
            <p:cNvSpPr/>
            <p:nvPr/>
          </p:nvSpPr>
          <p:spPr>
            <a:xfrm>
              <a:off x="5775700" y="4241125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48"/>
                    <a:pt x="13" y="358"/>
                  </a:cubicBezTo>
                  <a:cubicBezTo>
                    <a:pt x="25" y="632"/>
                    <a:pt x="239" y="679"/>
                    <a:pt x="465" y="679"/>
                  </a:cubicBezTo>
                  <a:lnTo>
                    <a:pt x="1573" y="679"/>
                  </a:lnTo>
                  <a:cubicBezTo>
                    <a:pt x="1799" y="679"/>
                    <a:pt x="1942" y="584"/>
                    <a:pt x="1954" y="358"/>
                  </a:cubicBezTo>
                  <a:cubicBezTo>
                    <a:pt x="1954" y="120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6" name="Google Shape;686;p38"/>
            <p:cNvSpPr/>
            <p:nvPr/>
          </p:nvSpPr>
          <p:spPr>
            <a:xfrm>
              <a:off x="5775700" y="429322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84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7" name="Google Shape;687;p38"/>
            <p:cNvSpPr/>
            <p:nvPr/>
          </p:nvSpPr>
          <p:spPr>
            <a:xfrm>
              <a:off x="5395300" y="35987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8"/>
                  </a:cubicBezTo>
                  <a:cubicBezTo>
                    <a:pt x="2299" y="180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8" name="Google Shape;688;p38"/>
            <p:cNvSpPr/>
            <p:nvPr/>
          </p:nvSpPr>
          <p:spPr>
            <a:xfrm>
              <a:off x="5395300" y="35106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9" name="Google Shape;689;p38"/>
            <p:cNvSpPr/>
            <p:nvPr/>
          </p:nvSpPr>
          <p:spPr>
            <a:xfrm>
              <a:off x="5395300" y="34225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0" name="Google Shape;690;p38"/>
            <p:cNvSpPr/>
            <p:nvPr/>
          </p:nvSpPr>
          <p:spPr>
            <a:xfrm>
              <a:off x="5395300" y="33347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1" name="Google Shape;691;p38"/>
            <p:cNvSpPr/>
            <p:nvPr/>
          </p:nvSpPr>
          <p:spPr>
            <a:xfrm>
              <a:off x="5395300" y="32466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2" name="Google Shape;692;p38"/>
            <p:cNvSpPr/>
            <p:nvPr/>
          </p:nvSpPr>
          <p:spPr>
            <a:xfrm>
              <a:off x="5395300" y="42143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lnTo>
                    <a:pt x="1882" y="833"/>
                  </a:lnTo>
                  <a:cubicBezTo>
                    <a:pt x="2120" y="833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3" name="Google Shape;693;p38"/>
            <p:cNvSpPr/>
            <p:nvPr/>
          </p:nvSpPr>
          <p:spPr>
            <a:xfrm>
              <a:off x="5395300" y="41265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79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4" name="Google Shape;694;p38"/>
            <p:cNvSpPr/>
            <p:nvPr/>
          </p:nvSpPr>
          <p:spPr>
            <a:xfrm>
              <a:off x="5395300" y="40384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5" name="Google Shape;695;p38"/>
            <p:cNvSpPr/>
            <p:nvPr/>
          </p:nvSpPr>
          <p:spPr>
            <a:xfrm>
              <a:off x="5395300" y="39506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6" name="Google Shape;696;p38"/>
            <p:cNvSpPr/>
            <p:nvPr/>
          </p:nvSpPr>
          <p:spPr>
            <a:xfrm>
              <a:off x="5395300" y="38625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7" name="Google Shape;697;p38"/>
            <p:cNvSpPr/>
            <p:nvPr/>
          </p:nvSpPr>
          <p:spPr>
            <a:xfrm>
              <a:off x="5395300" y="43024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9" name="Google Shape;699;p39"/>
          <p:cNvGrpSpPr/>
          <p:nvPr/>
        </p:nvGrpSpPr>
        <p:grpSpPr>
          <a:xfrm>
            <a:off x="0" y="-16675"/>
            <a:ext cx="9144000" cy="5160300"/>
            <a:chOff x="0" y="-16675"/>
            <a:chExt cx="9144000" cy="5160300"/>
          </a:xfrm>
        </p:grpSpPr>
        <p:sp>
          <p:nvSpPr>
            <p:cNvPr id="700" name="Google Shape;700;p39"/>
            <p:cNvSpPr/>
            <p:nvPr/>
          </p:nvSpPr>
          <p:spPr>
            <a:xfrm>
              <a:off x="7326875" y="-16675"/>
              <a:ext cx="18171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8424000" y="4235100"/>
              <a:ext cx="7200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2" name="Google Shape;702;p39"/>
            <p:cNvSpPr/>
            <p:nvPr/>
          </p:nvSpPr>
          <p:spPr>
            <a:xfrm>
              <a:off x="8424000" y="3335550"/>
              <a:ext cx="7200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3" name="Google Shape;703;p39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04" name="Google Shape;704;p39"/>
          <p:cNvGrpSpPr/>
          <p:nvPr/>
        </p:nvGrpSpPr>
        <p:grpSpPr>
          <a:xfrm>
            <a:off x="7079026" y="539500"/>
            <a:ext cx="1980111" cy="4550435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751" name="Google Shape;751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2" name="Google Shape;752;p39"/>
          <p:cNvSpPr txBox="1">
            <a:spLocks noGrp="1"/>
          </p:cNvSpPr>
          <p:nvPr>
            <p:ph type="body" idx="1"/>
          </p:nvPr>
        </p:nvSpPr>
        <p:spPr>
          <a:xfrm>
            <a:off x="720000" y="1063351"/>
            <a:ext cx="7704000" cy="3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753" name="Google Shape;753;p39"/>
          <p:cNvGrpSpPr/>
          <p:nvPr/>
        </p:nvGrpSpPr>
        <p:grpSpPr>
          <a:xfrm>
            <a:off x="22573" y="3119228"/>
            <a:ext cx="597824" cy="2024284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0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3" name="Google Shape;783;p40"/>
          <p:cNvGrpSpPr/>
          <p:nvPr/>
        </p:nvGrpSpPr>
        <p:grpSpPr>
          <a:xfrm>
            <a:off x="0" y="-4400"/>
            <a:ext cx="9144100" cy="5152325"/>
            <a:chOff x="0" y="-4400"/>
            <a:chExt cx="9144100" cy="5152325"/>
          </a:xfrm>
        </p:grpSpPr>
        <p:sp>
          <p:nvSpPr>
            <p:cNvPr id="784" name="Google Shape;784;p40"/>
            <p:cNvSpPr/>
            <p:nvPr/>
          </p:nvSpPr>
          <p:spPr>
            <a:xfrm rot="10800000" flipH="1">
              <a:off x="0" y="-4400"/>
              <a:ext cx="5988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5" name="Google Shape;785;p40"/>
            <p:cNvSpPr/>
            <p:nvPr/>
          </p:nvSpPr>
          <p:spPr>
            <a:xfrm rot="10800000" flipH="1">
              <a:off x="0" y="2537925"/>
              <a:ext cx="5988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6" name="Google Shape;786;p40"/>
            <p:cNvSpPr/>
            <p:nvPr/>
          </p:nvSpPr>
          <p:spPr>
            <a:xfrm rot="10800000" flipH="1">
              <a:off x="8848900" y="-4400"/>
              <a:ext cx="2952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7" name="Google Shape;787;p40"/>
            <p:cNvSpPr/>
            <p:nvPr/>
          </p:nvSpPr>
          <p:spPr>
            <a:xfrm rot="10800000" flipH="1">
              <a:off x="8848900" y="2537925"/>
              <a:ext cx="2952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788" name="Google Shape;788;p40"/>
          <p:cNvSpPr txBox="1">
            <a:spLocks noGrp="1"/>
          </p:cNvSpPr>
          <p:nvPr>
            <p:ph type="title"/>
          </p:nvPr>
        </p:nvSpPr>
        <p:spPr>
          <a:xfrm>
            <a:off x="6238350" y="460725"/>
            <a:ext cx="2074200" cy="11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89" name="Google Shape;789;p40"/>
          <p:cNvSpPr txBox="1">
            <a:spLocks noGrp="1"/>
          </p:cNvSpPr>
          <p:nvPr>
            <p:ph type="subTitle" idx="1"/>
          </p:nvPr>
        </p:nvSpPr>
        <p:spPr>
          <a:xfrm>
            <a:off x="6238350" y="1506025"/>
            <a:ext cx="2074200" cy="10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90" name="Google Shape;790;p40"/>
          <p:cNvSpPr>
            <a:spLocks noGrp="1"/>
          </p:cNvSpPr>
          <p:nvPr>
            <p:ph type="pic" idx="2"/>
          </p:nvPr>
        </p:nvSpPr>
        <p:spPr>
          <a:xfrm>
            <a:off x="603700" y="0"/>
            <a:ext cx="28731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91" name="Google Shape;791;p40"/>
          <p:cNvSpPr>
            <a:spLocks noGrp="1"/>
          </p:cNvSpPr>
          <p:nvPr>
            <p:ph type="pic" idx="3"/>
          </p:nvPr>
        </p:nvSpPr>
        <p:spPr>
          <a:xfrm>
            <a:off x="3690500" y="3066625"/>
            <a:ext cx="4705500" cy="2076900"/>
          </a:xfrm>
          <a:prstGeom prst="rect">
            <a:avLst/>
          </a:prstGeom>
          <a:noFill/>
          <a:ln>
            <a:noFill/>
          </a:ln>
        </p:spPr>
      </p:sp>
      <p:sp>
        <p:nvSpPr>
          <p:cNvPr id="792" name="Google Shape;792;p40"/>
          <p:cNvSpPr>
            <a:spLocks noGrp="1"/>
          </p:cNvSpPr>
          <p:nvPr>
            <p:ph type="pic" idx="4"/>
          </p:nvPr>
        </p:nvSpPr>
        <p:spPr>
          <a:xfrm>
            <a:off x="3690375" y="539500"/>
            <a:ext cx="2285700" cy="22857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793" name="Google Shape;793;p40"/>
          <p:cNvGrpSpPr/>
          <p:nvPr/>
        </p:nvGrpSpPr>
        <p:grpSpPr>
          <a:xfrm>
            <a:off x="103299" y="-152902"/>
            <a:ext cx="8493603" cy="5166385"/>
            <a:chOff x="103299" y="-152902"/>
            <a:chExt cx="8493603" cy="5166385"/>
          </a:xfrm>
        </p:grpSpPr>
        <p:grpSp>
          <p:nvGrpSpPr>
            <p:cNvPr id="794" name="Google Shape;794;p40"/>
            <p:cNvGrpSpPr/>
            <p:nvPr/>
          </p:nvGrpSpPr>
          <p:grpSpPr>
            <a:xfrm>
              <a:off x="7904501" y="-152902"/>
              <a:ext cx="692400" cy="692400"/>
              <a:chOff x="-2416249" y="-3053752"/>
              <a:chExt cx="692400" cy="692400"/>
            </a:xfrm>
          </p:grpSpPr>
          <p:sp>
            <p:nvSpPr>
              <p:cNvPr id="795" name="Google Shape;795;p40"/>
              <p:cNvSpPr/>
              <p:nvPr/>
            </p:nvSpPr>
            <p:spPr>
              <a:xfrm>
                <a:off x="-2224400" y="-2861900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796" name="Google Shape;796;p40"/>
              <p:cNvSpPr/>
              <p:nvPr/>
            </p:nvSpPr>
            <p:spPr>
              <a:xfrm rot="10800000">
                <a:off x="-2416249" y="-3053752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797" name="Google Shape;797;p40"/>
            <p:cNvGrpSpPr/>
            <p:nvPr/>
          </p:nvGrpSpPr>
          <p:grpSpPr>
            <a:xfrm rot="5400000">
              <a:off x="-349225" y="4195205"/>
              <a:ext cx="1270801" cy="365754"/>
              <a:chOff x="720000" y="-118744"/>
              <a:chExt cx="1270801" cy="365754"/>
            </a:xfrm>
          </p:grpSpPr>
          <p:grpSp>
            <p:nvGrpSpPr>
              <p:cNvPr id="798" name="Google Shape;798;p40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99" name="Google Shape;79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0" name="Google Shape;80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1" name="Google Shape;80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02" name="Google Shape;802;p40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03" name="Google Shape;803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4" name="Google Shape;804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5" name="Google Shape;805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06" name="Google Shape;806;p40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07" name="Google Shape;807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8" name="Google Shape;808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9" name="Google Shape;809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0" name="Google Shape;810;p40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1" name="Google Shape;811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2" name="Google Shape;812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3" name="Google Shape;813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4" name="Google Shape;814;p40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5" name="Google Shape;815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6" name="Google Shape;816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7" name="Google Shape;817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8" name="Google Shape;818;p40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9" name="Google Shape;81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0" name="Google Shape;82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1" name="Google Shape;82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2" name="Google Shape;822;p40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23" name="Google Shape;823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4" name="Google Shape;824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5" name="Google Shape;825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6" name="Google Shape;826;p40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27" name="Google Shape;827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8" name="Google Shape;828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9" name="Google Shape;829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0" name="Google Shape;830;p40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1" name="Google Shape;831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2" name="Google Shape;832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3" name="Google Shape;833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4" name="Google Shape;834;p40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5" name="Google Shape;835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6" name="Google Shape;836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7" name="Google Shape;837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8" name="Google Shape;838;p40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9" name="Google Shape;83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0" name="Google Shape;84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1" name="Google Shape;84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41"/>
          <p:cNvSpPr txBox="1">
            <a:spLocks noGrp="1"/>
          </p:cNvSpPr>
          <p:nvPr>
            <p:ph type="title"/>
          </p:nvPr>
        </p:nvSpPr>
        <p:spPr>
          <a:xfrm>
            <a:off x="713250" y="445025"/>
            <a:ext cx="4635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41"/>
          <p:cNvSpPr txBox="1">
            <a:spLocks noGrp="1"/>
          </p:cNvSpPr>
          <p:nvPr>
            <p:ph type="body" idx="1"/>
          </p:nvPr>
        </p:nvSpPr>
        <p:spPr>
          <a:xfrm>
            <a:off x="713250" y="1257575"/>
            <a:ext cx="7717500" cy="24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845" name="Google Shape;845;p41"/>
          <p:cNvGrpSpPr/>
          <p:nvPr/>
        </p:nvGrpSpPr>
        <p:grpSpPr>
          <a:xfrm flipH="1">
            <a:off x="0" y="-4400"/>
            <a:ext cx="9144000" cy="5152429"/>
            <a:chOff x="0" y="-4400"/>
            <a:chExt cx="9144000" cy="5152429"/>
          </a:xfrm>
        </p:grpSpPr>
        <p:sp>
          <p:nvSpPr>
            <p:cNvPr id="846" name="Google Shape;846;p41"/>
            <p:cNvSpPr/>
            <p:nvPr/>
          </p:nvSpPr>
          <p:spPr>
            <a:xfrm>
              <a:off x="0" y="1203029"/>
              <a:ext cx="603600" cy="3945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7" name="Google Shape;847;p41"/>
            <p:cNvSpPr/>
            <p:nvPr/>
          </p:nvSpPr>
          <p:spPr>
            <a:xfrm>
              <a:off x="0" y="-4400"/>
              <a:ext cx="603600" cy="12714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8" name="Google Shape;848;p41"/>
            <p:cNvSpPr/>
            <p:nvPr/>
          </p:nvSpPr>
          <p:spPr>
            <a:xfrm rot="-5400000">
              <a:off x="7990800" y="3990300"/>
              <a:ext cx="457200" cy="18492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9" name="Google Shape;849;p41"/>
            <p:cNvSpPr/>
            <p:nvPr/>
          </p:nvSpPr>
          <p:spPr>
            <a:xfrm rot="-5400000">
              <a:off x="6689650" y="4538250"/>
              <a:ext cx="457200" cy="7533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850" name="Google Shape;850;p41"/>
          <p:cNvGrpSpPr/>
          <p:nvPr/>
        </p:nvGrpSpPr>
        <p:grpSpPr>
          <a:xfrm flipH="1">
            <a:off x="108857" y="-508676"/>
            <a:ext cx="7039095" cy="1875463"/>
            <a:chOff x="1996048" y="-508676"/>
            <a:chExt cx="7039095" cy="1875463"/>
          </a:xfrm>
        </p:grpSpPr>
        <p:sp>
          <p:nvSpPr>
            <p:cNvPr id="851" name="Google Shape;851;p41"/>
            <p:cNvSpPr/>
            <p:nvPr/>
          </p:nvSpPr>
          <p:spPr>
            <a:xfrm rot="5400000">
              <a:off x="2031615" y="-544243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852" name="Google Shape;852;p41"/>
            <p:cNvGrpSpPr/>
            <p:nvPr/>
          </p:nvGrpSpPr>
          <p:grpSpPr>
            <a:xfrm rot="-5400000">
              <a:off x="8216865" y="548509"/>
              <a:ext cx="1270801" cy="365754"/>
              <a:chOff x="720000" y="-118744"/>
              <a:chExt cx="1270801" cy="365754"/>
            </a:xfrm>
          </p:grpSpPr>
          <p:grpSp>
            <p:nvGrpSpPr>
              <p:cNvPr id="853" name="Google Shape;853;p41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54" name="Google Shape;85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5" name="Google Shape;85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6" name="Google Shape;85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57" name="Google Shape;857;p41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58" name="Google Shape;858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9" name="Google Shape;859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0" name="Google Shape;860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1" name="Google Shape;861;p41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62" name="Google Shape;862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3" name="Google Shape;863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4" name="Google Shape;864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5" name="Google Shape;865;p41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66" name="Google Shape;866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7" name="Google Shape;867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8" name="Google Shape;868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9" name="Google Shape;869;p41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0" name="Google Shape;870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1" name="Google Shape;871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2" name="Google Shape;872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73" name="Google Shape;873;p41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4" name="Google Shape;87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5" name="Google Shape;87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6" name="Google Shape;87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77" name="Google Shape;877;p41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8" name="Google Shape;878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9" name="Google Shape;879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0" name="Google Shape;880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1" name="Google Shape;881;p41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82" name="Google Shape;882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3" name="Google Shape;883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4" name="Google Shape;884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5" name="Google Shape;885;p41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86" name="Google Shape;886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7" name="Google Shape;887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8" name="Google Shape;888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9" name="Google Shape;889;p41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90" name="Google Shape;890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1" name="Google Shape;891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2" name="Google Shape;892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93" name="Google Shape;893;p41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94" name="Google Shape;89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5" name="Google Shape;89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6" name="Google Shape;89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897" name="Google Shape;897;p41"/>
          <p:cNvGrpSpPr/>
          <p:nvPr/>
        </p:nvGrpSpPr>
        <p:grpSpPr>
          <a:xfrm flipH="1">
            <a:off x="187709" y="3819924"/>
            <a:ext cx="711915" cy="1328040"/>
            <a:chOff x="541725" y="1145025"/>
            <a:chExt cx="786125" cy="1466475"/>
          </a:xfrm>
        </p:grpSpPr>
        <p:sp>
          <p:nvSpPr>
            <p:cNvPr id="898" name="Google Shape;898;p41"/>
            <p:cNvSpPr/>
            <p:nvPr/>
          </p:nvSpPr>
          <p:spPr>
            <a:xfrm>
              <a:off x="541725" y="1145025"/>
              <a:ext cx="782250" cy="1466475"/>
            </a:xfrm>
            <a:custGeom>
              <a:avLst/>
              <a:gdLst/>
              <a:ahLst/>
              <a:cxnLst/>
              <a:rect l="l" t="t" r="r" b="b"/>
              <a:pathLst>
                <a:path w="31290" h="58659" extrusionOk="0">
                  <a:moveTo>
                    <a:pt x="23065" y="0"/>
                  </a:moveTo>
                  <a:cubicBezTo>
                    <a:pt x="21500" y="0"/>
                    <a:pt x="20013" y="892"/>
                    <a:pt x="19312" y="2377"/>
                  </a:cubicBezTo>
                  <a:cubicBezTo>
                    <a:pt x="18967" y="3104"/>
                    <a:pt x="19062" y="3735"/>
                    <a:pt x="19705" y="4223"/>
                  </a:cubicBezTo>
                  <a:cubicBezTo>
                    <a:pt x="19979" y="4437"/>
                    <a:pt x="19931" y="4592"/>
                    <a:pt x="19824" y="4830"/>
                  </a:cubicBezTo>
                  <a:cubicBezTo>
                    <a:pt x="18443" y="7961"/>
                    <a:pt x="17074" y="11105"/>
                    <a:pt x="15717" y="14248"/>
                  </a:cubicBezTo>
                  <a:cubicBezTo>
                    <a:pt x="15582" y="14550"/>
                    <a:pt x="15437" y="14642"/>
                    <a:pt x="15124" y="14642"/>
                  </a:cubicBezTo>
                  <a:cubicBezTo>
                    <a:pt x="15104" y="14642"/>
                    <a:pt x="15083" y="14641"/>
                    <a:pt x="15062" y="14641"/>
                  </a:cubicBezTo>
                  <a:cubicBezTo>
                    <a:pt x="15027" y="14639"/>
                    <a:pt x="14993" y="14639"/>
                    <a:pt x="14960" y="14639"/>
                  </a:cubicBezTo>
                  <a:cubicBezTo>
                    <a:pt x="14165" y="14639"/>
                    <a:pt x="13559" y="15042"/>
                    <a:pt x="13228" y="15796"/>
                  </a:cubicBezTo>
                  <a:cubicBezTo>
                    <a:pt x="11418" y="19903"/>
                    <a:pt x="9621" y="24011"/>
                    <a:pt x="7835" y="28130"/>
                  </a:cubicBezTo>
                  <a:cubicBezTo>
                    <a:pt x="7430" y="29059"/>
                    <a:pt x="7739" y="30000"/>
                    <a:pt x="8621" y="30512"/>
                  </a:cubicBezTo>
                  <a:cubicBezTo>
                    <a:pt x="8859" y="30631"/>
                    <a:pt x="9002" y="30893"/>
                    <a:pt x="8954" y="31155"/>
                  </a:cubicBezTo>
                  <a:cubicBezTo>
                    <a:pt x="8930" y="32036"/>
                    <a:pt x="8918" y="32917"/>
                    <a:pt x="8906" y="33798"/>
                  </a:cubicBezTo>
                  <a:cubicBezTo>
                    <a:pt x="8882" y="34643"/>
                    <a:pt x="9252" y="35238"/>
                    <a:pt x="10025" y="35584"/>
                  </a:cubicBezTo>
                  <a:cubicBezTo>
                    <a:pt x="10656" y="35858"/>
                    <a:pt x="11299" y="36120"/>
                    <a:pt x="11930" y="36393"/>
                  </a:cubicBezTo>
                  <a:cubicBezTo>
                    <a:pt x="12215" y="36521"/>
                    <a:pt x="12485" y="36583"/>
                    <a:pt x="12744" y="36583"/>
                  </a:cubicBezTo>
                  <a:cubicBezTo>
                    <a:pt x="13213" y="36583"/>
                    <a:pt x="13644" y="36379"/>
                    <a:pt x="14050" y="35989"/>
                  </a:cubicBezTo>
                  <a:cubicBezTo>
                    <a:pt x="14681" y="35381"/>
                    <a:pt x="15336" y="34798"/>
                    <a:pt x="15967" y="34179"/>
                  </a:cubicBezTo>
                  <a:cubicBezTo>
                    <a:pt x="16096" y="34032"/>
                    <a:pt x="16276" y="33954"/>
                    <a:pt x="16460" y="33954"/>
                  </a:cubicBezTo>
                  <a:cubicBezTo>
                    <a:pt x="16530" y="33954"/>
                    <a:pt x="16600" y="33965"/>
                    <a:pt x="16669" y="33988"/>
                  </a:cubicBezTo>
                  <a:cubicBezTo>
                    <a:pt x="16849" y="34025"/>
                    <a:pt x="17019" y="34043"/>
                    <a:pt x="17181" y="34043"/>
                  </a:cubicBezTo>
                  <a:cubicBezTo>
                    <a:pt x="17962" y="34043"/>
                    <a:pt x="18533" y="33618"/>
                    <a:pt x="18908" y="32810"/>
                  </a:cubicBezTo>
                  <a:cubicBezTo>
                    <a:pt x="19074" y="32452"/>
                    <a:pt x="19229" y="32095"/>
                    <a:pt x="19384" y="31726"/>
                  </a:cubicBezTo>
                  <a:cubicBezTo>
                    <a:pt x="19688" y="31036"/>
                    <a:pt x="19782" y="30822"/>
                    <a:pt x="20151" y="30822"/>
                  </a:cubicBezTo>
                  <a:cubicBezTo>
                    <a:pt x="20317" y="30822"/>
                    <a:pt x="20539" y="30866"/>
                    <a:pt x="20860" y="30928"/>
                  </a:cubicBezTo>
                  <a:cubicBezTo>
                    <a:pt x="21015" y="30965"/>
                    <a:pt x="21176" y="30980"/>
                    <a:pt x="21334" y="30980"/>
                  </a:cubicBezTo>
                  <a:cubicBezTo>
                    <a:pt x="21383" y="30980"/>
                    <a:pt x="21431" y="30979"/>
                    <a:pt x="21479" y="30976"/>
                  </a:cubicBezTo>
                  <a:cubicBezTo>
                    <a:pt x="21531" y="30970"/>
                    <a:pt x="21580" y="30966"/>
                    <a:pt x="21625" y="30966"/>
                  </a:cubicBezTo>
                  <a:cubicBezTo>
                    <a:pt x="22072" y="30966"/>
                    <a:pt x="22178" y="31279"/>
                    <a:pt x="22265" y="31690"/>
                  </a:cubicBezTo>
                  <a:cubicBezTo>
                    <a:pt x="22979" y="35036"/>
                    <a:pt x="22932" y="38382"/>
                    <a:pt x="22241" y="41727"/>
                  </a:cubicBezTo>
                  <a:cubicBezTo>
                    <a:pt x="22110" y="42358"/>
                    <a:pt x="21944" y="42966"/>
                    <a:pt x="21753" y="43609"/>
                  </a:cubicBezTo>
                  <a:cubicBezTo>
                    <a:pt x="21575" y="44251"/>
                    <a:pt x="21360" y="44883"/>
                    <a:pt x="21134" y="45514"/>
                  </a:cubicBezTo>
                  <a:cubicBezTo>
                    <a:pt x="20932" y="46109"/>
                    <a:pt x="20693" y="46680"/>
                    <a:pt x="20432" y="47335"/>
                  </a:cubicBezTo>
                  <a:cubicBezTo>
                    <a:pt x="19741" y="45454"/>
                    <a:pt x="19169" y="45061"/>
                    <a:pt x="17229" y="45061"/>
                  </a:cubicBezTo>
                  <a:lnTo>
                    <a:pt x="2929" y="45061"/>
                  </a:lnTo>
                  <a:cubicBezTo>
                    <a:pt x="2888" y="45060"/>
                    <a:pt x="2846" y="45059"/>
                    <a:pt x="2804" y="45059"/>
                  </a:cubicBezTo>
                  <a:cubicBezTo>
                    <a:pt x="2513" y="45059"/>
                    <a:pt x="2222" y="45095"/>
                    <a:pt x="1941" y="45168"/>
                  </a:cubicBezTo>
                  <a:cubicBezTo>
                    <a:pt x="715" y="45537"/>
                    <a:pt x="0" y="46692"/>
                    <a:pt x="191" y="48061"/>
                  </a:cubicBezTo>
                  <a:cubicBezTo>
                    <a:pt x="334" y="49157"/>
                    <a:pt x="1215" y="49835"/>
                    <a:pt x="2548" y="49835"/>
                  </a:cubicBezTo>
                  <a:cubicBezTo>
                    <a:pt x="2739" y="49835"/>
                    <a:pt x="2935" y="49846"/>
                    <a:pt x="3132" y="49846"/>
                  </a:cubicBezTo>
                  <a:cubicBezTo>
                    <a:pt x="3231" y="49846"/>
                    <a:pt x="3330" y="49843"/>
                    <a:pt x="3429" y="49835"/>
                  </a:cubicBezTo>
                  <a:cubicBezTo>
                    <a:pt x="3463" y="49832"/>
                    <a:pt x="3497" y="49830"/>
                    <a:pt x="3531" y="49830"/>
                  </a:cubicBezTo>
                  <a:cubicBezTo>
                    <a:pt x="3805" y="49830"/>
                    <a:pt x="4071" y="49957"/>
                    <a:pt x="4251" y="50169"/>
                  </a:cubicBezTo>
                  <a:cubicBezTo>
                    <a:pt x="6084" y="52026"/>
                    <a:pt x="7942" y="53872"/>
                    <a:pt x="9811" y="55705"/>
                  </a:cubicBezTo>
                  <a:cubicBezTo>
                    <a:pt x="10121" y="55991"/>
                    <a:pt x="10049" y="56098"/>
                    <a:pt x="9764" y="56348"/>
                  </a:cubicBezTo>
                  <a:cubicBezTo>
                    <a:pt x="9073" y="56944"/>
                    <a:pt x="8668" y="57706"/>
                    <a:pt x="8716" y="58658"/>
                  </a:cubicBezTo>
                  <a:lnTo>
                    <a:pt x="10597" y="58658"/>
                  </a:lnTo>
                  <a:cubicBezTo>
                    <a:pt x="11133" y="57801"/>
                    <a:pt x="11942" y="57706"/>
                    <a:pt x="12871" y="57706"/>
                  </a:cubicBezTo>
                  <a:cubicBezTo>
                    <a:pt x="15348" y="57723"/>
                    <a:pt x="17824" y="57732"/>
                    <a:pt x="20302" y="57732"/>
                  </a:cubicBezTo>
                  <a:cubicBezTo>
                    <a:pt x="22780" y="57732"/>
                    <a:pt x="25259" y="57723"/>
                    <a:pt x="27742" y="57706"/>
                  </a:cubicBezTo>
                  <a:cubicBezTo>
                    <a:pt x="28516" y="57706"/>
                    <a:pt x="29147" y="57741"/>
                    <a:pt x="29290" y="58658"/>
                  </a:cubicBezTo>
                  <a:lnTo>
                    <a:pt x="31171" y="58658"/>
                  </a:lnTo>
                  <a:cubicBezTo>
                    <a:pt x="31290" y="58158"/>
                    <a:pt x="31242" y="57646"/>
                    <a:pt x="31195" y="57146"/>
                  </a:cubicBezTo>
                  <a:cubicBezTo>
                    <a:pt x="31040" y="56289"/>
                    <a:pt x="30516" y="55765"/>
                    <a:pt x="29683" y="55586"/>
                  </a:cubicBezTo>
                  <a:cubicBezTo>
                    <a:pt x="29337" y="55515"/>
                    <a:pt x="29278" y="55372"/>
                    <a:pt x="29278" y="55050"/>
                  </a:cubicBezTo>
                  <a:cubicBezTo>
                    <a:pt x="29302" y="53955"/>
                    <a:pt x="29302" y="52872"/>
                    <a:pt x="29278" y="51776"/>
                  </a:cubicBezTo>
                  <a:cubicBezTo>
                    <a:pt x="29266" y="50288"/>
                    <a:pt x="28349" y="49002"/>
                    <a:pt x="26920" y="48585"/>
                  </a:cubicBezTo>
                  <a:cubicBezTo>
                    <a:pt x="26337" y="48407"/>
                    <a:pt x="26373" y="48204"/>
                    <a:pt x="26539" y="47740"/>
                  </a:cubicBezTo>
                  <a:cubicBezTo>
                    <a:pt x="28659" y="42037"/>
                    <a:pt x="29278" y="36191"/>
                    <a:pt x="27885" y="30226"/>
                  </a:cubicBezTo>
                  <a:cubicBezTo>
                    <a:pt x="27635" y="29178"/>
                    <a:pt x="27551" y="28309"/>
                    <a:pt x="28397" y="27535"/>
                  </a:cubicBezTo>
                  <a:cubicBezTo>
                    <a:pt x="28409" y="27523"/>
                    <a:pt x="28409" y="27499"/>
                    <a:pt x="28421" y="27488"/>
                  </a:cubicBezTo>
                  <a:cubicBezTo>
                    <a:pt x="30766" y="23606"/>
                    <a:pt x="29075" y="18546"/>
                    <a:pt x="24861" y="16879"/>
                  </a:cubicBezTo>
                  <a:cubicBezTo>
                    <a:pt x="24623" y="16772"/>
                    <a:pt x="24230" y="16796"/>
                    <a:pt x="24468" y="16272"/>
                  </a:cubicBezTo>
                  <a:cubicBezTo>
                    <a:pt x="25658" y="13617"/>
                    <a:pt x="26801" y="10950"/>
                    <a:pt x="27956" y="8295"/>
                  </a:cubicBezTo>
                  <a:cubicBezTo>
                    <a:pt x="28028" y="8120"/>
                    <a:pt x="28082" y="7999"/>
                    <a:pt x="28286" y="7999"/>
                  </a:cubicBezTo>
                  <a:cubicBezTo>
                    <a:pt x="28319" y="7999"/>
                    <a:pt x="28355" y="8002"/>
                    <a:pt x="28397" y="8009"/>
                  </a:cubicBezTo>
                  <a:cubicBezTo>
                    <a:pt x="28516" y="8029"/>
                    <a:pt x="28630" y="8038"/>
                    <a:pt x="28739" y="8038"/>
                  </a:cubicBezTo>
                  <a:cubicBezTo>
                    <a:pt x="29418" y="8038"/>
                    <a:pt x="29878" y="7656"/>
                    <a:pt x="30135" y="6937"/>
                  </a:cubicBezTo>
                  <a:cubicBezTo>
                    <a:pt x="30838" y="5009"/>
                    <a:pt x="30004" y="2770"/>
                    <a:pt x="28159" y="1842"/>
                  </a:cubicBezTo>
                  <a:cubicBezTo>
                    <a:pt x="26956" y="1234"/>
                    <a:pt x="25706" y="699"/>
                    <a:pt x="24432" y="234"/>
                  </a:cubicBezTo>
                  <a:cubicBezTo>
                    <a:pt x="23981" y="76"/>
                    <a:pt x="23520" y="0"/>
                    <a:pt x="23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99" name="Google Shape;899;p41"/>
            <p:cNvSpPr/>
            <p:nvPr/>
          </p:nvSpPr>
          <p:spPr>
            <a:xfrm>
              <a:off x="806625" y="2581700"/>
              <a:ext cx="470325" cy="29800"/>
            </a:xfrm>
            <a:custGeom>
              <a:avLst/>
              <a:gdLst/>
              <a:ahLst/>
              <a:cxnLst/>
              <a:rect l="l" t="t" r="r" b="b"/>
              <a:pathLst>
                <a:path w="18813" h="1192" extrusionOk="0">
                  <a:moveTo>
                    <a:pt x="17896" y="0"/>
                  </a:moveTo>
                  <a:cubicBezTo>
                    <a:pt x="12455" y="24"/>
                    <a:pt x="7026" y="24"/>
                    <a:pt x="1584" y="24"/>
                  </a:cubicBezTo>
                  <a:cubicBezTo>
                    <a:pt x="596" y="24"/>
                    <a:pt x="311" y="239"/>
                    <a:pt x="1" y="1191"/>
                  </a:cubicBezTo>
                  <a:lnTo>
                    <a:pt x="18694" y="1191"/>
                  </a:lnTo>
                  <a:cubicBezTo>
                    <a:pt x="18682" y="1060"/>
                    <a:pt x="18682" y="941"/>
                    <a:pt x="18694" y="810"/>
                  </a:cubicBezTo>
                  <a:cubicBezTo>
                    <a:pt x="18813" y="155"/>
                    <a:pt x="18539" y="0"/>
                    <a:pt x="178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0" name="Google Shape;900;p41"/>
            <p:cNvSpPr/>
            <p:nvPr/>
          </p:nvSpPr>
          <p:spPr>
            <a:xfrm>
              <a:off x="1320975" y="2573425"/>
              <a:ext cx="6875" cy="38075"/>
            </a:xfrm>
            <a:custGeom>
              <a:avLst/>
              <a:gdLst/>
              <a:ahLst/>
              <a:cxnLst/>
              <a:rect l="l" t="t" r="r" b="b"/>
              <a:pathLst>
                <a:path w="275" h="1523" extrusionOk="0">
                  <a:moveTo>
                    <a:pt x="78" y="1"/>
                  </a:moveTo>
                  <a:cubicBezTo>
                    <a:pt x="60" y="1"/>
                    <a:pt x="43" y="4"/>
                    <a:pt x="25" y="10"/>
                  </a:cubicBezTo>
                  <a:cubicBezTo>
                    <a:pt x="13" y="510"/>
                    <a:pt x="13" y="1010"/>
                    <a:pt x="1" y="1522"/>
                  </a:cubicBezTo>
                  <a:cubicBezTo>
                    <a:pt x="275" y="1034"/>
                    <a:pt x="60" y="510"/>
                    <a:pt x="132" y="10"/>
                  </a:cubicBezTo>
                  <a:cubicBezTo>
                    <a:pt x="114" y="4"/>
                    <a:pt x="96" y="1"/>
                    <a:pt x="78" y="1"/>
                  </a:cubicBezTo>
                  <a:close/>
                </a:path>
              </a:pathLst>
            </a:custGeom>
            <a:solidFill>
              <a:srgbClr val="DFDF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1" name="Google Shape;901;p41"/>
            <p:cNvSpPr/>
            <p:nvPr/>
          </p:nvSpPr>
          <p:spPr>
            <a:xfrm>
              <a:off x="946225" y="1588875"/>
              <a:ext cx="307825" cy="295750"/>
            </a:xfrm>
            <a:custGeom>
              <a:avLst/>
              <a:gdLst/>
              <a:ahLst/>
              <a:cxnLst/>
              <a:rect l="l" t="t" r="r" b="b"/>
              <a:pathLst>
                <a:path w="12313" h="11830" extrusionOk="0">
                  <a:moveTo>
                    <a:pt x="5942" y="0"/>
                  </a:moveTo>
                  <a:cubicBezTo>
                    <a:pt x="5167" y="0"/>
                    <a:pt x="4386" y="154"/>
                    <a:pt x="3644" y="470"/>
                  </a:cubicBezTo>
                  <a:cubicBezTo>
                    <a:pt x="1430" y="1399"/>
                    <a:pt x="1" y="3566"/>
                    <a:pt x="25" y="5959"/>
                  </a:cubicBezTo>
                  <a:cubicBezTo>
                    <a:pt x="49" y="9202"/>
                    <a:pt x="2680" y="11829"/>
                    <a:pt x="5932" y="11829"/>
                  </a:cubicBezTo>
                  <a:cubicBezTo>
                    <a:pt x="5939" y="11829"/>
                    <a:pt x="5947" y="11829"/>
                    <a:pt x="5954" y="11829"/>
                  </a:cubicBezTo>
                  <a:cubicBezTo>
                    <a:pt x="8347" y="11817"/>
                    <a:pt x="10502" y="10365"/>
                    <a:pt x="11407" y="8150"/>
                  </a:cubicBezTo>
                  <a:cubicBezTo>
                    <a:pt x="12312" y="5935"/>
                    <a:pt x="11800" y="3399"/>
                    <a:pt x="10097" y="1709"/>
                  </a:cubicBezTo>
                  <a:cubicBezTo>
                    <a:pt x="8968" y="595"/>
                    <a:pt x="7467" y="0"/>
                    <a:pt x="59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2" name="Google Shape;902;p41"/>
            <p:cNvSpPr/>
            <p:nvPr/>
          </p:nvSpPr>
          <p:spPr>
            <a:xfrm>
              <a:off x="769125" y="1548225"/>
              <a:ext cx="234875" cy="411400"/>
            </a:xfrm>
            <a:custGeom>
              <a:avLst/>
              <a:gdLst/>
              <a:ahLst/>
              <a:cxnLst/>
              <a:rect l="l" t="t" r="r" b="b"/>
              <a:pathLst>
                <a:path w="9395" h="16456" extrusionOk="0">
                  <a:moveTo>
                    <a:pt x="5936" y="0"/>
                  </a:moveTo>
                  <a:cubicBezTo>
                    <a:pt x="5688" y="0"/>
                    <a:pt x="5518" y="167"/>
                    <a:pt x="5359" y="525"/>
                  </a:cubicBezTo>
                  <a:cubicBezTo>
                    <a:pt x="3811" y="4109"/>
                    <a:pt x="2239" y="7692"/>
                    <a:pt x="656" y="11264"/>
                  </a:cubicBezTo>
                  <a:cubicBezTo>
                    <a:pt x="489" y="11645"/>
                    <a:pt x="548" y="11776"/>
                    <a:pt x="929" y="11931"/>
                  </a:cubicBezTo>
                  <a:cubicBezTo>
                    <a:pt x="2906" y="12717"/>
                    <a:pt x="4870" y="13526"/>
                    <a:pt x="6835" y="14348"/>
                  </a:cubicBezTo>
                  <a:cubicBezTo>
                    <a:pt x="7037" y="14431"/>
                    <a:pt x="7430" y="14443"/>
                    <a:pt x="7275" y="14800"/>
                  </a:cubicBezTo>
                  <a:cubicBezTo>
                    <a:pt x="7215" y="14935"/>
                    <a:pt x="7138" y="14981"/>
                    <a:pt x="7056" y="14981"/>
                  </a:cubicBezTo>
                  <a:cubicBezTo>
                    <a:pt x="6913" y="14981"/>
                    <a:pt x="6754" y="14841"/>
                    <a:pt x="6633" y="14789"/>
                  </a:cubicBezTo>
                  <a:cubicBezTo>
                    <a:pt x="4680" y="14003"/>
                    <a:pt x="2739" y="13181"/>
                    <a:pt x="787" y="12395"/>
                  </a:cubicBezTo>
                  <a:cubicBezTo>
                    <a:pt x="667" y="12346"/>
                    <a:pt x="521" y="12217"/>
                    <a:pt x="386" y="12217"/>
                  </a:cubicBezTo>
                  <a:cubicBezTo>
                    <a:pt x="293" y="12217"/>
                    <a:pt x="204" y="12278"/>
                    <a:pt x="132" y="12467"/>
                  </a:cubicBezTo>
                  <a:cubicBezTo>
                    <a:pt x="1" y="12824"/>
                    <a:pt x="60" y="13062"/>
                    <a:pt x="429" y="13229"/>
                  </a:cubicBezTo>
                  <a:cubicBezTo>
                    <a:pt x="2870" y="14265"/>
                    <a:pt x="5299" y="15324"/>
                    <a:pt x="7728" y="16384"/>
                  </a:cubicBezTo>
                  <a:cubicBezTo>
                    <a:pt x="7842" y="16432"/>
                    <a:pt x="7944" y="16456"/>
                    <a:pt x="8034" y="16456"/>
                  </a:cubicBezTo>
                  <a:cubicBezTo>
                    <a:pt x="8235" y="16456"/>
                    <a:pt x="8379" y="16337"/>
                    <a:pt x="8478" y="16098"/>
                  </a:cubicBezTo>
                  <a:cubicBezTo>
                    <a:pt x="8716" y="15562"/>
                    <a:pt x="8919" y="15003"/>
                    <a:pt x="9180" y="14491"/>
                  </a:cubicBezTo>
                  <a:cubicBezTo>
                    <a:pt x="9395" y="14098"/>
                    <a:pt x="9323" y="13919"/>
                    <a:pt x="8942" y="13669"/>
                  </a:cubicBezTo>
                  <a:cubicBezTo>
                    <a:pt x="6287" y="11955"/>
                    <a:pt x="5049" y="8716"/>
                    <a:pt x="5882" y="5668"/>
                  </a:cubicBezTo>
                  <a:cubicBezTo>
                    <a:pt x="6371" y="3823"/>
                    <a:pt x="7466" y="2418"/>
                    <a:pt x="9097" y="1311"/>
                  </a:cubicBezTo>
                  <a:cubicBezTo>
                    <a:pt x="8133" y="894"/>
                    <a:pt x="7240" y="525"/>
                    <a:pt x="6371" y="120"/>
                  </a:cubicBezTo>
                  <a:cubicBezTo>
                    <a:pt x="6201" y="41"/>
                    <a:pt x="6059" y="0"/>
                    <a:pt x="59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3" name="Google Shape;903;p41"/>
            <p:cNvSpPr/>
            <p:nvPr/>
          </p:nvSpPr>
          <p:spPr>
            <a:xfrm>
              <a:off x="582800" y="2308450"/>
              <a:ext cx="434600" cy="46450"/>
            </a:xfrm>
            <a:custGeom>
              <a:avLst/>
              <a:gdLst/>
              <a:ahLst/>
              <a:cxnLst/>
              <a:rect l="l" t="t" r="r" b="b"/>
              <a:pathLst>
                <a:path w="17384" h="1858" extrusionOk="0">
                  <a:moveTo>
                    <a:pt x="1215" y="0"/>
                  </a:moveTo>
                  <a:cubicBezTo>
                    <a:pt x="346" y="12"/>
                    <a:pt x="0" y="346"/>
                    <a:pt x="0" y="1155"/>
                  </a:cubicBezTo>
                  <a:cubicBezTo>
                    <a:pt x="0" y="1751"/>
                    <a:pt x="179" y="1858"/>
                    <a:pt x="1120" y="1858"/>
                  </a:cubicBezTo>
                  <a:lnTo>
                    <a:pt x="16407" y="1858"/>
                  </a:lnTo>
                  <a:cubicBezTo>
                    <a:pt x="17324" y="1858"/>
                    <a:pt x="17384" y="1786"/>
                    <a:pt x="17229" y="870"/>
                  </a:cubicBezTo>
                  <a:cubicBezTo>
                    <a:pt x="17134" y="286"/>
                    <a:pt x="16776" y="0"/>
                    <a:pt x="16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4" name="Google Shape;904;p41"/>
            <p:cNvSpPr/>
            <p:nvPr/>
          </p:nvSpPr>
          <p:spPr>
            <a:xfrm>
              <a:off x="1056975" y="1181625"/>
              <a:ext cx="207775" cy="125525"/>
            </a:xfrm>
            <a:custGeom>
              <a:avLst/>
              <a:gdLst/>
              <a:ahLst/>
              <a:cxnLst/>
              <a:rect l="l" t="t" r="r" b="b"/>
              <a:pathLst>
                <a:path w="8311" h="5021" extrusionOk="0">
                  <a:moveTo>
                    <a:pt x="2463" y="1"/>
                  </a:moveTo>
                  <a:cubicBezTo>
                    <a:pt x="1592" y="1"/>
                    <a:pt x="752" y="422"/>
                    <a:pt x="238" y="1163"/>
                  </a:cubicBezTo>
                  <a:cubicBezTo>
                    <a:pt x="0" y="1509"/>
                    <a:pt x="24" y="1651"/>
                    <a:pt x="429" y="1830"/>
                  </a:cubicBezTo>
                  <a:cubicBezTo>
                    <a:pt x="2739" y="2806"/>
                    <a:pt x="5025" y="3806"/>
                    <a:pt x="7322" y="4807"/>
                  </a:cubicBezTo>
                  <a:cubicBezTo>
                    <a:pt x="7640" y="4941"/>
                    <a:pt x="7852" y="5020"/>
                    <a:pt x="7996" y="5020"/>
                  </a:cubicBezTo>
                  <a:cubicBezTo>
                    <a:pt x="8246" y="5020"/>
                    <a:pt x="8288" y="4781"/>
                    <a:pt x="8311" y="4176"/>
                  </a:cubicBezTo>
                  <a:lnTo>
                    <a:pt x="8311" y="4045"/>
                  </a:lnTo>
                  <a:cubicBezTo>
                    <a:pt x="8263" y="2961"/>
                    <a:pt x="7787" y="2104"/>
                    <a:pt x="6799" y="1628"/>
                  </a:cubicBezTo>
                  <a:cubicBezTo>
                    <a:pt x="5691" y="1104"/>
                    <a:pt x="4560" y="628"/>
                    <a:pt x="3417" y="175"/>
                  </a:cubicBezTo>
                  <a:cubicBezTo>
                    <a:pt x="3105" y="57"/>
                    <a:pt x="2782" y="1"/>
                    <a:pt x="2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5" name="Google Shape;905;p41"/>
            <p:cNvSpPr/>
            <p:nvPr/>
          </p:nvSpPr>
          <p:spPr>
            <a:xfrm>
              <a:off x="1012625" y="1657175"/>
              <a:ext cx="187825" cy="160175"/>
            </a:xfrm>
            <a:custGeom>
              <a:avLst/>
              <a:gdLst/>
              <a:ahLst/>
              <a:cxnLst/>
              <a:rect l="l" t="t" r="r" b="b"/>
              <a:pathLst>
                <a:path w="7513" h="6407" extrusionOk="0">
                  <a:moveTo>
                    <a:pt x="3239" y="1"/>
                  </a:moveTo>
                  <a:cubicBezTo>
                    <a:pt x="1453" y="1"/>
                    <a:pt x="0" y="1465"/>
                    <a:pt x="48" y="3263"/>
                  </a:cubicBezTo>
                  <a:cubicBezTo>
                    <a:pt x="80" y="5164"/>
                    <a:pt x="1639" y="6406"/>
                    <a:pt x="3263" y="6406"/>
                  </a:cubicBezTo>
                  <a:cubicBezTo>
                    <a:pt x="4059" y="6406"/>
                    <a:pt x="4870" y="6108"/>
                    <a:pt x="5525" y="5442"/>
                  </a:cubicBezTo>
                  <a:cubicBezTo>
                    <a:pt x="7513" y="3418"/>
                    <a:pt x="6072" y="1"/>
                    <a:pt x="3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6" name="Google Shape;906;p41"/>
            <p:cNvSpPr/>
            <p:nvPr/>
          </p:nvSpPr>
          <p:spPr>
            <a:xfrm>
              <a:off x="1138525" y="1203650"/>
              <a:ext cx="28900" cy="48400"/>
            </a:xfrm>
            <a:custGeom>
              <a:avLst/>
              <a:gdLst/>
              <a:ahLst/>
              <a:cxnLst/>
              <a:rect l="l" t="t" r="r" b="b"/>
              <a:pathLst>
                <a:path w="1156" h="1936" extrusionOk="0">
                  <a:moveTo>
                    <a:pt x="879" y="0"/>
                  </a:moveTo>
                  <a:cubicBezTo>
                    <a:pt x="771" y="0"/>
                    <a:pt x="673" y="75"/>
                    <a:pt x="643" y="175"/>
                  </a:cubicBezTo>
                  <a:cubicBezTo>
                    <a:pt x="453" y="640"/>
                    <a:pt x="262" y="1092"/>
                    <a:pt x="72" y="1556"/>
                  </a:cubicBezTo>
                  <a:cubicBezTo>
                    <a:pt x="0" y="1663"/>
                    <a:pt x="48" y="1806"/>
                    <a:pt x="155" y="1878"/>
                  </a:cubicBezTo>
                  <a:cubicBezTo>
                    <a:pt x="194" y="1917"/>
                    <a:pt x="245" y="1936"/>
                    <a:pt x="295" y="1936"/>
                  </a:cubicBezTo>
                  <a:cubicBezTo>
                    <a:pt x="369" y="1936"/>
                    <a:pt x="441" y="1896"/>
                    <a:pt x="477" y="1818"/>
                  </a:cubicBezTo>
                  <a:cubicBezTo>
                    <a:pt x="715" y="1318"/>
                    <a:pt x="929" y="806"/>
                    <a:pt x="1132" y="330"/>
                  </a:cubicBezTo>
                  <a:cubicBezTo>
                    <a:pt x="1155" y="139"/>
                    <a:pt x="1060" y="44"/>
                    <a:pt x="941" y="8"/>
                  </a:cubicBezTo>
                  <a:cubicBezTo>
                    <a:pt x="920" y="3"/>
                    <a:pt x="899" y="0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7" name="Google Shape;907;p41"/>
            <p:cNvSpPr/>
            <p:nvPr/>
          </p:nvSpPr>
          <p:spPr>
            <a:xfrm>
              <a:off x="1167400" y="1215475"/>
              <a:ext cx="29200" cy="47975"/>
            </a:xfrm>
            <a:custGeom>
              <a:avLst/>
              <a:gdLst/>
              <a:ahLst/>
              <a:cxnLst/>
              <a:rect l="l" t="t" r="r" b="b"/>
              <a:pathLst>
                <a:path w="1168" h="1919" extrusionOk="0">
                  <a:moveTo>
                    <a:pt x="868" y="0"/>
                  </a:moveTo>
                  <a:cubicBezTo>
                    <a:pt x="778" y="0"/>
                    <a:pt x="693" y="58"/>
                    <a:pt x="667" y="155"/>
                  </a:cubicBezTo>
                  <a:cubicBezTo>
                    <a:pt x="465" y="631"/>
                    <a:pt x="262" y="1119"/>
                    <a:pt x="72" y="1595"/>
                  </a:cubicBezTo>
                  <a:cubicBezTo>
                    <a:pt x="0" y="1774"/>
                    <a:pt x="96" y="1881"/>
                    <a:pt x="274" y="1917"/>
                  </a:cubicBezTo>
                  <a:cubicBezTo>
                    <a:pt x="283" y="1918"/>
                    <a:pt x="292" y="1918"/>
                    <a:pt x="301" y="1918"/>
                  </a:cubicBezTo>
                  <a:cubicBezTo>
                    <a:pt x="399" y="1918"/>
                    <a:pt x="491" y="1860"/>
                    <a:pt x="524" y="1762"/>
                  </a:cubicBezTo>
                  <a:cubicBezTo>
                    <a:pt x="715" y="1286"/>
                    <a:pt x="929" y="809"/>
                    <a:pt x="1120" y="321"/>
                  </a:cubicBezTo>
                  <a:cubicBezTo>
                    <a:pt x="1167" y="202"/>
                    <a:pt x="1096" y="59"/>
                    <a:pt x="965" y="24"/>
                  </a:cubicBezTo>
                  <a:cubicBezTo>
                    <a:pt x="933" y="8"/>
                    <a:pt x="900" y="0"/>
                    <a:pt x="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8" name="Google Shape;908;p41"/>
            <p:cNvSpPr/>
            <p:nvPr/>
          </p:nvSpPr>
          <p:spPr>
            <a:xfrm>
              <a:off x="1109950" y="1192200"/>
              <a:ext cx="27700" cy="47850"/>
            </a:xfrm>
            <a:custGeom>
              <a:avLst/>
              <a:gdLst/>
              <a:ahLst/>
              <a:cxnLst/>
              <a:rect l="l" t="t" r="r" b="b"/>
              <a:pathLst>
                <a:path w="1108" h="1914" extrusionOk="0">
                  <a:moveTo>
                    <a:pt x="870" y="0"/>
                  </a:moveTo>
                  <a:cubicBezTo>
                    <a:pt x="790" y="0"/>
                    <a:pt x="715" y="38"/>
                    <a:pt x="679" y="109"/>
                  </a:cubicBezTo>
                  <a:cubicBezTo>
                    <a:pt x="453" y="597"/>
                    <a:pt x="239" y="1098"/>
                    <a:pt x="48" y="1598"/>
                  </a:cubicBezTo>
                  <a:cubicBezTo>
                    <a:pt x="0" y="1717"/>
                    <a:pt x="72" y="1848"/>
                    <a:pt x="191" y="1895"/>
                  </a:cubicBezTo>
                  <a:cubicBezTo>
                    <a:pt x="220" y="1908"/>
                    <a:pt x="249" y="1914"/>
                    <a:pt x="278" y="1914"/>
                  </a:cubicBezTo>
                  <a:cubicBezTo>
                    <a:pt x="357" y="1914"/>
                    <a:pt x="430" y="1870"/>
                    <a:pt x="465" y="1800"/>
                  </a:cubicBezTo>
                  <a:cubicBezTo>
                    <a:pt x="691" y="1288"/>
                    <a:pt x="917" y="764"/>
                    <a:pt x="1108" y="324"/>
                  </a:cubicBezTo>
                  <a:cubicBezTo>
                    <a:pt x="1108" y="121"/>
                    <a:pt x="1048" y="50"/>
                    <a:pt x="953" y="14"/>
                  </a:cubicBezTo>
                  <a:cubicBezTo>
                    <a:pt x="926" y="5"/>
                    <a:pt x="897" y="0"/>
                    <a:pt x="8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9" name="Google Shape;909;p41"/>
            <p:cNvSpPr/>
            <p:nvPr/>
          </p:nvSpPr>
          <p:spPr>
            <a:xfrm>
              <a:off x="1197150" y="1227500"/>
              <a:ext cx="28600" cy="47800"/>
            </a:xfrm>
            <a:custGeom>
              <a:avLst/>
              <a:gdLst/>
              <a:ahLst/>
              <a:cxnLst/>
              <a:rect l="l" t="t" r="r" b="b"/>
              <a:pathLst>
                <a:path w="1144" h="1912" extrusionOk="0">
                  <a:moveTo>
                    <a:pt x="856" y="0"/>
                  </a:moveTo>
                  <a:cubicBezTo>
                    <a:pt x="777" y="0"/>
                    <a:pt x="703" y="47"/>
                    <a:pt x="668" y="126"/>
                  </a:cubicBezTo>
                  <a:cubicBezTo>
                    <a:pt x="453" y="626"/>
                    <a:pt x="239" y="1150"/>
                    <a:pt x="37" y="1674"/>
                  </a:cubicBezTo>
                  <a:cubicBezTo>
                    <a:pt x="1" y="1793"/>
                    <a:pt x="84" y="1912"/>
                    <a:pt x="299" y="1912"/>
                  </a:cubicBezTo>
                  <a:cubicBezTo>
                    <a:pt x="334" y="1900"/>
                    <a:pt x="430" y="1864"/>
                    <a:pt x="465" y="1805"/>
                  </a:cubicBezTo>
                  <a:cubicBezTo>
                    <a:pt x="680" y="1317"/>
                    <a:pt x="894" y="817"/>
                    <a:pt x="1084" y="317"/>
                  </a:cubicBezTo>
                  <a:cubicBezTo>
                    <a:pt x="1144" y="197"/>
                    <a:pt x="1073" y="55"/>
                    <a:pt x="942" y="19"/>
                  </a:cubicBezTo>
                  <a:cubicBezTo>
                    <a:pt x="913" y="6"/>
                    <a:pt x="884" y="0"/>
                    <a:pt x="8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1" name="Google Shape;911;p42"/>
          <p:cNvGrpSpPr/>
          <p:nvPr/>
        </p:nvGrpSpPr>
        <p:grpSpPr>
          <a:xfrm rot="10800000">
            <a:off x="0" y="-17875"/>
            <a:ext cx="9144000" cy="5161375"/>
            <a:chOff x="0" y="-17882"/>
            <a:chExt cx="9144000" cy="5161375"/>
          </a:xfrm>
        </p:grpSpPr>
        <p:sp>
          <p:nvSpPr>
            <p:cNvPr id="912" name="Google Shape;912;p42"/>
            <p:cNvSpPr/>
            <p:nvPr/>
          </p:nvSpPr>
          <p:spPr>
            <a:xfrm>
              <a:off x="6462800" y="-16682"/>
              <a:ext cx="26811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3" name="Google Shape;913;p42"/>
            <p:cNvSpPr/>
            <p:nvPr/>
          </p:nvSpPr>
          <p:spPr>
            <a:xfrm>
              <a:off x="8546100" y="4235093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4" name="Google Shape;914;p42"/>
            <p:cNvSpPr/>
            <p:nvPr/>
          </p:nvSpPr>
          <p:spPr>
            <a:xfrm>
              <a:off x="8546100" y="3335543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5" name="Google Shape;915;p42"/>
            <p:cNvSpPr/>
            <p:nvPr/>
          </p:nvSpPr>
          <p:spPr>
            <a:xfrm>
              <a:off x="0" y="-17882"/>
              <a:ext cx="25350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916" name="Google Shape;916;p42"/>
          <p:cNvSpPr txBox="1">
            <a:spLocks noGrp="1"/>
          </p:cNvSpPr>
          <p:nvPr>
            <p:ph type="title"/>
          </p:nvPr>
        </p:nvSpPr>
        <p:spPr>
          <a:xfrm>
            <a:off x="713225" y="521625"/>
            <a:ext cx="4294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17" name="Google Shape;917;p42"/>
          <p:cNvSpPr txBox="1">
            <a:spLocks noGrp="1"/>
          </p:cNvSpPr>
          <p:nvPr>
            <p:ph type="subTitle" idx="1"/>
          </p:nvPr>
        </p:nvSpPr>
        <p:spPr>
          <a:xfrm>
            <a:off x="713225" y="1139225"/>
            <a:ext cx="3526800" cy="32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18" name="Google Shape;918;p42"/>
          <p:cNvSpPr>
            <a:spLocks noGrp="1"/>
          </p:cNvSpPr>
          <p:nvPr>
            <p:ph type="pic" idx="2"/>
          </p:nvPr>
        </p:nvSpPr>
        <p:spPr>
          <a:xfrm>
            <a:off x="4847700" y="1001375"/>
            <a:ext cx="3526800" cy="35694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919" name="Google Shape;919;p42"/>
          <p:cNvGrpSpPr/>
          <p:nvPr/>
        </p:nvGrpSpPr>
        <p:grpSpPr>
          <a:xfrm>
            <a:off x="7762798" y="141418"/>
            <a:ext cx="1270802" cy="4926007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08444" y="3841536"/>
            <a:ext cx="511083" cy="655001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74" name="Google Shape;974;p43"/>
          <p:cNvSpPr txBox="1">
            <a:spLocks noGrp="1"/>
          </p:cNvSpPr>
          <p:nvPr>
            <p:ph type="subTitle" idx="1"/>
          </p:nvPr>
        </p:nvSpPr>
        <p:spPr>
          <a:xfrm>
            <a:off x="5017188" y="2229600"/>
            <a:ext cx="2695800" cy="17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5" name="Google Shape;975;p43"/>
          <p:cNvSpPr txBox="1">
            <a:spLocks noGrp="1"/>
          </p:cNvSpPr>
          <p:nvPr>
            <p:ph type="subTitle" idx="2"/>
          </p:nvPr>
        </p:nvSpPr>
        <p:spPr>
          <a:xfrm>
            <a:off x="1431012" y="2229606"/>
            <a:ext cx="2695800" cy="17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6" name="Google Shape;976;p43"/>
          <p:cNvSpPr txBox="1">
            <a:spLocks noGrp="1"/>
          </p:cNvSpPr>
          <p:nvPr>
            <p:ph type="subTitle" idx="3"/>
          </p:nvPr>
        </p:nvSpPr>
        <p:spPr>
          <a:xfrm>
            <a:off x="1431012" y="1392000"/>
            <a:ext cx="26958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77" name="Google Shape;977;p43"/>
          <p:cNvSpPr txBox="1">
            <a:spLocks noGrp="1"/>
          </p:cNvSpPr>
          <p:nvPr>
            <p:ph type="subTitle" idx="4"/>
          </p:nvPr>
        </p:nvSpPr>
        <p:spPr>
          <a:xfrm>
            <a:off x="5017187" y="1392000"/>
            <a:ext cx="26958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978" name="Google Shape;978;p43"/>
          <p:cNvGrpSpPr/>
          <p:nvPr/>
        </p:nvGrpSpPr>
        <p:grpSpPr>
          <a:xfrm flipH="1">
            <a:off x="-21" y="-16675"/>
            <a:ext cx="9144021" cy="5160300"/>
            <a:chOff x="0" y="-16675"/>
            <a:chExt cx="9144021" cy="5160300"/>
          </a:xfrm>
        </p:grpSpPr>
        <p:sp>
          <p:nvSpPr>
            <p:cNvPr id="979" name="Google Shape;979;p43"/>
            <p:cNvSpPr/>
            <p:nvPr/>
          </p:nvSpPr>
          <p:spPr>
            <a:xfrm>
              <a:off x="8546100" y="-1667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0" name="Google Shape;980;p43"/>
            <p:cNvSpPr/>
            <p:nvPr/>
          </p:nvSpPr>
          <p:spPr>
            <a:xfrm>
              <a:off x="8546121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1" name="Google Shape;981;p43"/>
            <p:cNvSpPr/>
            <p:nvPr/>
          </p:nvSpPr>
          <p:spPr>
            <a:xfrm>
              <a:off x="8546121" y="3335550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2" name="Google Shape;982;p43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83" name="Google Shape;983;p43"/>
          <p:cNvGrpSpPr/>
          <p:nvPr/>
        </p:nvGrpSpPr>
        <p:grpSpPr>
          <a:xfrm flipH="1">
            <a:off x="84863" y="2576650"/>
            <a:ext cx="1980111" cy="2513285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5" name="Google Shape;1095;p45"/>
          <p:cNvGrpSpPr/>
          <p:nvPr/>
        </p:nvGrpSpPr>
        <p:grpSpPr>
          <a:xfrm flipH="1">
            <a:off x="-21" y="-16675"/>
            <a:ext cx="9144021" cy="5160300"/>
            <a:chOff x="0" y="-16675"/>
            <a:chExt cx="9144021" cy="5160300"/>
          </a:xfrm>
        </p:grpSpPr>
        <p:sp>
          <p:nvSpPr>
            <p:cNvPr id="1096" name="Google Shape;1096;p45"/>
            <p:cNvSpPr/>
            <p:nvPr/>
          </p:nvSpPr>
          <p:spPr>
            <a:xfrm>
              <a:off x="8546100" y="-1667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7" name="Google Shape;1097;p45"/>
            <p:cNvSpPr/>
            <p:nvPr/>
          </p:nvSpPr>
          <p:spPr>
            <a:xfrm>
              <a:off x="8546121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8" name="Google Shape;1098;p45"/>
            <p:cNvSpPr/>
            <p:nvPr/>
          </p:nvSpPr>
          <p:spPr>
            <a:xfrm>
              <a:off x="8546121" y="3335550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9" name="Google Shape;1099;p45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100" name="Google Shape;1100;p45"/>
          <p:cNvGrpSpPr/>
          <p:nvPr/>
        </p:nvGrpSpPr>
        <p:grpSpPr>
          <a:xfrm>
            <a:off x="794174" y="-152902"/>
            <a:ext cx="7367927" cy="5242837"/>
            <a:chOff x="794173" y="-152902"/>
            <a:chExt cx="7367927" cy="5242837"/>
          </a:xfrm>
        </p:grpSpPr>
        <p:grpSp>
          <p:nvGrpSpPr>
            <p:cNvPr id="1101" name="Google Shape;1101;p45"/>
            <p:cNvGrpSpPr/>
            <p:nvPr/>
          </p:nvGrpSpPr>
          <p:grpSpPr>
            <a:xfrm flipH="1">
              <a:off x="794173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1102" name="Google Shape;1102;p45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03" name="Google Shape;110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4" name="Google Shape;110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5" name="Google Shape;110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06" name="Google Shape;1106;p45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07" name="Google Shape;1107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8" name="Google Shape;1108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9" name="Google Shape;1109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0" name="Google Shape;1110;p45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1" name="Google Shape;1111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2" name="Google Shape;1112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3" name="Google Shape;1113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4" name="Google Shape;1114;p45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5" name="Google Shape;1115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6" name="Google Shape;1116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7" name="Google Shape;1117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8" name="Google Shape;1118;p45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9" name="Google Shape;1119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0" name="Google Shape;1120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1" name="Google Shape;1121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22" name="Google Shape;1122;p45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23" name="Google Shape;112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4" name="Google Shape;112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5" name="Google Shape;112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26" name="Google Shape;1126;p45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27" name="Google Shape;1127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8" name="Google Shape;1128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9" name="Google Shape;1129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0" name="Google Shape;1130;p45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1" name="Google Shape;1131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2" name="Google Shape;1132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3" name="Google Shape;1133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4" name="Google Shape;1134;p45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5" name="Google Shape;1135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6" name="Google Shape;1136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7" name="Google Shape;1137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8" name="Google Shape;1138;p45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9" name="Google Shape;1139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0" name="Google Shape;1140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1" name="Google Shape;1141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42" name="Google Shape;1142;p45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43" name="Google Shape;114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4" name="Google Shape;114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5" name="Google Shape;114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46" name="Google Shape;1146;p45"/>
            <p:cNvGrpSpPr/>
            <p:nvPr/>
          </p:nvGrpSpPr>
          <p:grpSpPr>
            <a:xfrm>
              <a:off x="7469701" y="-152902"/>
              <a:ext cx="692400" cy="692400"/>
              <a:chOff x="-2469274" y="1499023"/>
              <a:chExt cx="692400" cy="692400"/>
            </a:xfrm>
          </p:grpSpPr>
          <p:sp>
            <p:nvSpPr>
              <p:cNvPr id="1147" name="Google Shape;1147;p45"/>
              <p:cNvSpPr/>
              <p:nvPr/>
            </p:nvSpPr>
            <p:spPr>
              <a:xfrm>
                <a:off x="-2277425" y="1690875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8" name="Google Shape;1148;p45"/>
              <p:cNvSpPr/>
              <p:nvPr/>
            </p:nvSpPr>
            <p:spPr>
              <a:xfrm rot="10800000">
                <a:off x="-2469274" y="1499023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55"/>
          <p:cNvSpPr txBox="1">
            <a:spLocks noGrp="1"/>
          </p:cNvSpPr>
          <p:nvPr>
            <p:ph type="title" hasCustomPrompt="1"/>
          </p:nvPr>
        </p:nvSpPr>
        <p:spPr>
          <a:xfrm>
            <a:off x="1746300" y="1383550"/>
            <a:ext cx="56514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13" name="Google Shape;1313;p55"/>
          <p:cNvSpPr txBox="1">
            <a:spLocks noGrp="1"/>
          </p:cNvSpPr>
          <p:nvPr>
            <p:ph type="subTitle" idx="1"/>
          </p:nvPr>
        </p:nvSpPr>
        <p:spPr>
          <a:xfrm>
            <a:off x="1746300" y="2957650"/>
            <a:ext cx="5651400" cy="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14" name="Google Shape;1314;p55"/>
          <p:cNvGrpSpPr/>
          <p:nvPr/>
        </p:nvGrpSpPr>
        <p:grpSpPr>
          <a:xfrm flipH="1">
            <a:off x="-75" y="-60750"/>
            <a:ext cx="9144075" cy="5208675"/>
            <a:chOff x="0" y="-60750"/>
            <a:chExt cx="9144075" cy="5208675"/>
          </a:xfrm>
        </p:grpSpPr>
        <p:sp>
          <p:nvSpPr>
            <p:cNvPr id="1315" name="Google Shape;1315;p55"/>
            <p:cNvSpPr/>
            <p:nvPr/>
          </p:nvSpPr>
          <p:spPr>
            <a:xfrm rot="10800000" flipH="1">
              <a:off x="0" y="-60750"/>
              <a:ext cx="599100" cy="8331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6" name="Google Shape;1316;p55"/>
            <p:cNvSpPr/>
            <p:nvPr/>
          </p:nvSpPr>
          <p:spPr>
            <a:xfrm rot="10800000" flipH="1">
              <a:off x="0" y="749925"/>
              <a:ext cx="599100" cy="4398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7" name="Google Shape;1317;p55"/>
            <p:cNvSpPr/>
            <p:nvPr/>
          </p:nvSpPr>
          <p:spPr>
            <a:xfrm rot="10800000" flipH="1">
              <a:off x="8544975" y="-4400"/>
              <a:ext cx="599100" cy="2610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8" name="Google Shape;1318;p55"/>
            <p:cNvSpPr/>
            <p:nvPr/>
          </p:nvSpPr>
          <p:spPr>
            <a:xfrm rot="10800000" flipH="1">
              <a:off x="8544975" y="2537925"/>
              <a:ext cx="599100" cy="2610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319" name="Google Shape;1319;p55"/>
          <p:cNvGrpSpPr/>
          <p:nvPr/>
        </p:nvGrpSpPr>
        <p:grpSpPr>
          <a:xfrm flipH="1">
            <a:off x="713221" y="-411451"/>
            <a:ext cx="8360130" cy="5492386"/>
            <a:chOff x="70650" y="-411451"/>
            <a:chExt cx="8360130" cy="5492386"/>
          </a:xfrm>
        </p:grpSpPr>
        <p:sp>
          <p:nvSpPr>
            <p:cNvPr id="1320" name="Google Shape;1320;p55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321" name="Google Shape;1321;p55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1322" name="Google Shape;1322;p55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323" name="Google Shape;132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4" name="Google Shape;132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5" name="Google Shape;132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26" name="Google Shape;1326;p55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327" name="Google Shape;132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8" name="Google Shape;132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9" name="Google Shape;132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0" name="Google Shape;1330;p55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331" name="Google Shape;133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2" name="Google Shape;133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3" name="Google Shape;133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4" name="Google Shape;1334;p55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335" name="Google Shape;133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6" name="Google Shape;133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7" name="Google Shape;133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8" name="Google Shape;1338;p55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339" name="Google Shape;133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0" name="Google Shape;134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1" name="Google Shape;134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2" name="Google Shape;1342;p55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343" name="Google Shape;134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4" name="Google Shape;134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5" name="Google Shape;134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6" name="Google Shape;1346;p55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347" name="Google Shape;134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8" name="Google Shape;134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9" name="Google Shape;134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0" name="Google Shape;1350;p55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351" name="Google Shape;135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2" name="Google Shape;135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3" name="Google Shape;135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4" name="Google Shape;1354;p55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355" name="Google Shape;135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6" name="Google Shape;135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7" name="Google Shape;135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8" name="Google Shape;1358;p55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359" name="Google Shape;135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0" name="Google Shape;136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1" name="Google Shape;136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2" name="Google Shape;1362;p55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363" name="Google Shape;136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4" name="Google Shape;136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5" name="Google Shape;136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6" name="Google Shape;1366;p55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367" name="Google Shape;136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8" name="Google Shape;136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9" name="Google Shape;136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0" name="Google Shape;1370;p55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371" name="Google Shape;137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2" name="Google Shape;137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3" name="Google Shape;137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4" name="Google Shape;1374;p55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375" name="Google Shape;137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6" name="Google Shape;137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7" name="Google Shape;137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8" name="Google Shape;1378;p55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379" name="Google Shape;137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0" name="Google Shape;138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1" name="Google Shape;138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2" name="Google Shape;1382;p55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383" name="Google Shape;138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4" name="Google Shape;138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5" name="Google Shape;138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6" name="Google Shape;1386;p55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387" name="Google Shape;138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8" name="Google Shape;138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9" name="Google Shape;138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0" name="Google Shape;1390;p55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391" name="Google Shape;139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2" name="Google Shape;139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3" name="Google Shape;139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4" name="Google Shape;1394;p55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395" name="Google Shape;139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6" name="Google Shape;139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7" name="Google Shape;139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8" name="Google Shape;1398;p55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399" name="Google Shape;139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0" name="Google Shape;140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1" name="Google Shape;140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02" name="Google Shape;1402;p55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403" name="Google Shape;140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4" name="Google Shape;140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5" name="Google Shape;140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06" name="Google Shape;1406;p55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407" name="Google Shape;140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8" name="Google Shape;140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9" name="Google Shape;140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0" name="Google Shape;1410;p55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411" name="Google Shape;141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2" name="Google Shape;141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3" name="Google Shape;141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4" name="Google Shape;1414;p55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415" name="Google Shape;141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6" name="Google Shape;141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7" name="Google Shape;141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8" name="Google Shape;1418;p55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419" name="Google Shape;141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0" name="Google Shape;142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1" name="Google Shape;142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2" name="Google Shape;1422;p55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423" name="Google Shape;142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4" name="Google Shape;142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5" name="Google Shape;142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6" name="Google Shape;1426;p55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427" name="Google Shape;142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8" name="Google Shape;142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9" name="Google Shape;142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0" name="Google Shape;1430;p55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431" name="Google Shape;143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2" name="Google Shape;143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3" name="Google Shape;143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4" name="Google Shape;1434;p55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435" name="Google Shape;143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6" name="Google Shape;143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7" name="Google Shape;143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8" name="Google Shape;1438;p55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439" name="Google Shape;143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0" name="Google Shape;144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1" name="Google Shape;144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42" name="Google Shape;1442;p55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443" name="Google Shape;144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4" name="Google Shape;144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5" name="Google Shape;144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46" name="Google Shape;1446;p55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447" name="Google Shape;144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8" name="Google Shape;144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9" name="Google Shape;144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450" name="Google Shape;1450;p55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451" name="Google Shape;1451;p55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452" name="Google Shape;145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3" name="Google Shape;145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4" name="Google Shape;145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55" name="Google Shape;1455;p55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456" name="Google Shape;145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7" name="Google Shape;145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8" name="Google Shape;145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59" name="Google Shape;1459;p55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460" name="Google Shape;146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1" name="Google Shape;146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2" name="Google Shape;146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3" name="Google Shape;1463;p55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464" name="Google Shape;146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5" name="Google Shape;146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6" name="Google Shape;146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7" name="Google Shape;1467;p55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468" name="Google Shape;146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9" name="Google Shape;146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0" name="Google Shape;147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1" name="Google Shape;1471;p55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472" name="Google Shape;147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3" name="Google Shape;147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4" name="Google Shape;147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5" name="Google Shape;1475;p55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476" name="Google Shape;147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7" name="Google Shape;147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8" name="Google Shape;147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9" name="Google Shape;1479;p55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480" name="Google Shape;148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1" name="Google Shape;148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2" name="Google Shape;148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83" name="Google Shape;1483;p55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484" name="Google Shape;148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5" name="Google Shape;148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6" name="Google Shape;148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87" name="Google Shape;1487;p55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488" name="Google Shape;148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9" name="Google Shape;148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0" name="Google Shape;149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1" name="Google Shape;1491;p55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492" name="Google Shape;149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3" name="Google Shape;149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4" name="Google Shape;149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5" name="Google Shape;1495;p55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496" name="Google Shape;149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7" name="Google Shape;149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8" name="Google Shape;149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9" name="Google Shape;1499;p55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500" name="Google Shape;150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1" name="Google Shape;150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2" name="Google Shape;150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3" name="Google Shape;1503;p55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504" name="Google Shape;150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5" name="Google Shape;150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6" name="Google Shape;150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7" name="Google Shape;1507;p55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508" name="Google Shape;150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9" name="Google Shape;150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0" name="Google Shape;151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1" name="Google Shape;1511;p55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512" name="Google Shape;151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3" name="Google Shape;151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4" name="Google Shape;151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5" name="Google Shape;1515;p55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516" name="Google Shape;151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7" name="Google Shape;151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8" name="Google Shape;151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9" name="Google Shape;1519;p55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520" name="Google Shape;152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1" name="Google Shape;152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2" name="Google Shape;152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23" name="Google Shape;1523;p55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524" name="Google Shape;152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5" name="Google Shape;152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6" name="Google Shape;152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27" name="Google Shape;1527;p55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528" name="Google Shape;152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9" name="Google Shape;152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0" name="Google Shape;153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1" name="Google Shape;1531;p55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532" name="Google Shape;153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3" name="Google Shape;153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4" name="Google Shape;153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5" name="Google Shape;1535;p55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536" name="Google Shape;153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7" name="Google Shape;153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8" name="Google Shape;153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9" name="Google Shape;1539;p55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540" name="Google Shape;154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1" name="Google Shape;154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2" name="Google Shape;154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3" name="Google Shape;1543;p55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544" name="Google Shape;154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5" name="Google Shape;154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6" name="Google Shape;154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7" name="Google Shape;1547;p55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548" name="Google Shape;154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9" name="Google Shape;154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0" name="Google Shape;155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1" name="Google Shape;1551;p55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552" name="Google Shape;155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3" name="Google Shape;155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4" name="Google Shape;155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5" name="Google Shape;1555;p55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556" name="Google Shape;155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7" name="Google Shape;155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8" name="Google Shape;155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9" name="Google Shape;1559;p55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560" name="Google Shape;156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1" name="Google Shape;156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2" name="Google Shape;156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63" name="Google Shape;1563;p55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564" name="Google Shape;156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5" name="Google Shape;156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6" name="Google Shape;156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67" name="Google Shape;1567;p55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568" name="Google Shape;156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9" name="Google Shape;156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0" name="Google Shape;157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71" name="Google Shape;1571;p55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572" name="Google Shape;157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3" name="Google Shape;157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4" name="Google Shape;157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75" name="Google Shape;1575;p55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576" name="Google Shape;157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7" name="Google Shape;157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8" name="Google Shape;157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p63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581" name="Google Shape;1581;p6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582" name="Google Shape;1582;p63"/>
            <p:cNvSpPr/>
            <p:nvPr/>
          </p:nvSpPr>
          <p:spPr>
            <a:xfrm>
              <a:off x="8546100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583" name="Google Shape;1583;p63"/>
            <p:cNvSpPr/>
            <p:nvPr/>
          </p:nvSpPr>
          <p:spPr>
            <a:xfrm>
              <a:off x="8546100" y="0"/>
              <a:ext cx="597900" cy="424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584" name="Google Shape;1584;p63"/>
            <p:cNvSpPr/>
            <p:nvPr/>
          </p:nvSpPr>
          <p:spPr>
            <a:xfrm>
              <a:off x="0" y="12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585" name="Google Shape;1585;p63"/>
          <p:cNvGrpSpPr/>
          <p:nvPr/>
        </p:nvGrpSpPr>
        <p:grpSpPr>
          <a:xfrm>
            <a:off x="57850" y="621475"/>
            <a:ext cx="8288302" cy="4620860"/>
            <a:chOff x="57850" y="469075"/>
            <a:chExt cx="8288302" cy="4620860"/>
          </a:xfrm>
        </p:grpSpPr>
        <p:grpSp>
          <p:nvGrpSpPr>
            <p:cNvPr id="1586" name="Google Shape;1586;p63"/>
            <p:cNvGrpSpPr/>
            <p:nvPr/>
          </p:nvGrpSpPr>
          <p:grpSpPr>
            <a:xfrm>
              <a:off x="7075351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1587" name="Google Shape;1587;p6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88" name="Google Shape;158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89" name="Google Shape;158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0" name="Google Shape;159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1" name="Google Shape;1591;p6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92" name="Google Shape;1592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3" name="Google Shape;1593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4" name="Google Shape;1594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5" name="Google Shape;1595;p6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96" name="Google Shape;1596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7" name="Google Shape;1597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8" name="Google Shape;1598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9" name="Google Shape;1599;p6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0" name="Google Shape;1600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1" name="Google Shape;1601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2" name="Google Shape;1602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03" name="Google Shape;1603;p6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4" name="Google Shape;1604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5" name="Google Shape;1605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6" name="Google Shape;1606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07" name="Google Shape;1607;p6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8" name="Google Shape;160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9" name="Google Shape;160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0" name="Google Shape;161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1" name="Google Shape;1611;p6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12" name="Google Shape;1612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3" name="Google Shape;1613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4" name="Google Shape;1614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5" name="Google Shape;1615;p6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16" name="Google Shape;1616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7" name="Google Shape;1617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8" name="Google Shape;1618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9" name="Google Shape;1619;p6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0" name="Google Shape;1620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1" name="Google Shape;1621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2" name="Google Shape;1622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3" name="Google Shape;1623;p6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4" name="Google Shape;1624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5" name="Google Shape;1625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6" name="Google Shape;1626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7" name="Google Shape;1627;p6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8" name="Google Shape;162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9" name="Google Shape;162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30" name="Google Shape;163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631" name="Google Shape;1631;p63"/>
            <p:cNvSpPr/>
            <p:nvPr/>
          </p:nvSpPr>
          <p:spPr>
            <a:xfrm>
              <a:off x="57850" y="469075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1632" name="Google Shape;1632;p63"/>
          <p:cNvSpPr/>
          <p:nvPr/>
        </p:nvSpPr>
        <p:spPr>
          <a:xfrm rot="5400000">
            <a:off x="7442790" y="-412493"/>
            <a:ext cx="786695" cy="857829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33" name="Google Shape;1633;p63"/>
          <p:cNvGrpSpPr/>
          <p:nvPr/>
        </p:nvGrpSpPr>
        <p:grpSpPr>
          <a:xfrm>
            <a:off x="22573" y="3119228"/>
            <a:ext cx="597824" cy="2024284"/>
            <a:chOff x="6444250" y="1082400"/>
            <a:chExt cx="655150" cy="2218150"/>
          </a:xfrm>
        </p:grpSpPr>
        <p:sp>
          <p:nvSpPr>
            <p:cNvPr id="1634" name="Google Shape;1634;p63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5" name="Google Shape;1635;p63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6" name="Google Shape;1636;p63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7" name="Google Shape;1637;p63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8" name="Google Shape;1638;p63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9" name="Google Shape;1639;p63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0" name="Google Shape;1640;p63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1" name="Google Shape;1641;p63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2" name="Google Shape;1642;p63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3" name="Google Shape;1643;p63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4" name="Google Shape;1644;p63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5" name="Google Shape;1645;p63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6" name="Google Shape;1646;p63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7" name="Google Shape;1647;p63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8" name="Google Shape;1648;p63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9" name="Google Shape;1649;p63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0" name="Google Shape;1650;p63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1" name="Google Shape;1651;p63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2" name="Google Shape;1652;p63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3" name="Google Shape;1653;p63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4" name="Google Shape;1654;p63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5" name="Google Shape;1655;p63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6" name="Google Shape;1656;p63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7" name="Google Shape;1657;p63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8" name="Google Shape;1658;p63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9" name="Google Shape;1659;p63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0" name="Google Shape;1660;p63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1" name="Google Shape;1661;p63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Google Shape;1663;p64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64" name="Google Shape;1664;p64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1665" name="Google Shape;1665;p64"/>
          <p:cNvGrpSpPr/>
          <p:nvPr/>
        </p:nvGrpSpPr>
        <p:grpSpPr>
          <a:xfrm>
            <a:off x="0" y="-4425"/>
            <a:ext cx="9144125" cy="5152350"/>
            <a:chOff x="0" y="-4425"/>
            <a:chExt cx="9144125" cy="5152350"/>
          </a:xfrm>
        </p:grpSpPr>
        <p:sp>
          <p:nvSpPr>
            <p:cNvPr id="1666" name="Google Shape;1666;p64"/>
            <p:cNvSpPr/>
            <p:nvPr/>
          </p:nvSpPr>
          <p:spPr>
            <a:xfrm rot="10800000" flipH="1">
              <a:off x="0" y="-4400"/>
              <a:ext cx="6126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7" name="Google Shape;1667;p64"/>
            <p:cNvSpPr/>
            <p:nvPr/>
          </p:nvSpPr>
          <p:spPr>
            <a:xfrm rot="10800000" flipH="1">
              <a:off x="0" y="2537925"/>
              <a:ext cx="6126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8" name="Google Shape;1668;p64"/>
            <p:cNvSpPr/>
            <p:nvPr/>
          </p:nvSpPr>
          <p:spPr>
            <a:xfrm rot="10800000" flipH="1">
              <a:off x="8529125" y="-4425"/>
              <a:ext cx="615000" cy="1693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669" name="Google Shape;1669;p64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1670" name="Google Shape;1670;p64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671" name="Google Shape;1671;p64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1672" name="Google Shape;1672;p64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673" name="Google Shape;167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4" name="Google Shape;167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5" name="Google Shape;167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76" name="Google Shape;1676;p64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677" name="Google Shape;167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8" name="Google Shape;167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9" name="Google Shape;167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0" name="Google Shape;1680;p64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681" name="Google Shape;168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2" name="Google Shape;168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3" name="Google Shape;168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4" name="Google Shape;1684;p64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685" name="Google Shape;168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6" name="Google Shape;168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7" name="Google Shape;168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8" name="Google Shape;1688;p64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689" name="Google Shape;168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0" name="Google Shape;169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1" name="Google Shape;169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92" name="Google Shape;1692;p64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693" name="Google Shape;169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4" name="Google Shape;169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5" name="Google Shape;169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96" name="Google Shape;1696;p64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697" name="Google Shape;169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8" name="Google Shape;169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9" name="Google Shape;169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0" name="Google Shape;1700;p64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701" name="Google Shape;170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2" name="Google Shape;170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3" name="Google Shape;170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4" name="Google Shape;1704;p64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705" name="Google Shape;170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6" name="Google Shape;170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7" name="Google Shape;170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8" name="Google Shape;1708;p64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709" name="Google Shape;170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0" name="Google Shape;171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1" name="Google Shape;171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12" name="Google Shape;1712;p64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713" name="Google Shape;171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4" name="Google Shape;171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5" name="Google Shape;171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16" name="Google Shape;1716;p64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717" name="Google Shape;171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8" name="Google Shape;171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9" name="Google Shape;171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0" name="Google Shape;1720;p64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721" name="Google Shape;172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2" name="Google Shape;172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3" name="Google Shape;172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4" name="Google Shape;1724;p64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725" name="Google Shape;172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6" name="Google Shape;172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7" name="Google Shape;172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8" name="Google Shape;1728;p64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729" name="Google Shape;172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0" name="Google Shape;173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1" name="Google Shape;173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32" name="Google Shape;1732;p64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733" name="Google Shape;173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4" name="Google Shape;173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5" name="Google Shape;173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36" name="Google Shape;1736;p64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737" name="Google Shape;173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8" name="Google Shape;173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9" name="Google Shape;173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0" name="Google Shape;1740;p64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741" name="Google Shape;174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2" name="Google Shape;174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3" name="Google Shape;174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4" name="Google Shape;1744;p64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745" name="Google Shape;174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6" name="Google Shape;174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7" name="Google Shape;174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8" name="Google Shape;1748;p64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749" name="Google Shape;174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0" name="Google Shape;175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1" name="Google Shape;175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2" name="Google Shape;1752;p64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753" name="Google Shape;175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4" name="Google Shape;175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5" name="Google Shape;175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6" name="Google Shape;1756;p64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757" name="Google Shape;175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8" name="Google Shape;175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9" name="Google Shape;175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0" name="Google Shape;1760;p64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761" name="Google Shape;176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2" name="Google Shape;176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3" name="Google Shape;176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4" name="Google Shape;1764;p64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765" name="Google Shape;176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6" name="Google Shape;176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7" name="Google Shape;176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8" name="Google Shape;1768;p64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769" name="Google Shape;176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0" name="Google Shape;177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1" name="Google Shape;177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72" name="Google Shape;1772;p64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773" name="Google Shape;177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4" name="Google Shape;177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5" name="Google Shape;177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76" name="Google Shape;1776;p64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777" name="Google Shape;177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8" name="Google Shape;177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9" name="Google Shape;177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0" name="Google Shape;1780;p64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781" name="Google Shape;178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2" name="Google Shape;178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3" name="Google Shape;178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4" name="Google Shape;1784;p64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785" name="Google Shape;178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6" name="Google Shape;178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7" name="Google Shape;178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8" name="Google Shape;1788;p64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789" name="Google Shape;178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0" name="Google Shape;179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1" name="Google Shape;179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92" name="Google Shape;1792;p64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793" name="Google Shape;179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4" name="Google Shape;179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5" name="Google Shape;179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96" name="Google Shape;1796;p64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797" name="Google Shape;179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8" name="Google Shape;179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9" name="Google Shape;179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00" name="Google Shape;1800;p64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801" name="Google Shape;1801;p64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802" name="Google Shape;180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3" name="Google Shape;180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4" name="Google Shape;180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05" name="Google Shape;1805;p64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806" name="Google Shape;180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7" name="Google Shape;180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8" name="Google Shape;180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09" name="Google Shape;1809;p64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810" name="Google Shape;181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1" name="Google Shape;181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2" name="Google Shape;181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13" name="Google Shape;1813;p64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814" name="Google Shape;181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5" name="Google Shape;181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6" name="Google Shape;181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17" name="Google Shape;1817;p64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818" name="Google Shape;181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9" name="Google Shape;181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0" name="Google Shape;182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1" name="Google Shape;1821;p64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822" name="Google Shape;182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3" name="Google Shape;182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4" name="Google Shape;182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5" name="Google Shape;1825;p64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826" name="Google Shape;182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7" name="Google Shape;182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8" name="Google Shape;182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9" name="Google Shape;1829;p64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830" name="Google Shape;183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1" name="Google Shape;183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2" name="Google Shape;183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33" name="Google Shape;1833;p64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834" name="Google Shape;183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5" name="Google Shape;183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6" name="Google Shape;183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37" name="Google Shape;1837;p64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838" name="Google Shape;183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9" name="Google Shape;183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0" name="Google Shape;184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1" name="Google Shape;1841;p64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842" name="Google Shape;184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3" name="Google Shape;184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4" name="Google Shape;184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5" name="Google Shape;1845;p64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846" name="Google Shape;184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7" name="Google Shape;184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8" name="Google Shape;184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9" name="Google Shape;1849;p64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850" name="Google Shape;185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1" name="Google Shape;185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2" name="Google Shape;185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53" name="Google Shape;1853;p64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854" name="Google Shape;185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5" name="Google Shape;185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6" name="Google Shape;185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57" name="Google Shape;1857;p64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858" name="Google Shape;185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9" name="Google Shape;185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0" name="Google Shape;186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1" name="Google Shape;1861;p64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862" name="Google Shape;186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3" name="Google Shape;186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4" name="Google Shape;186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5" name="Google Shape;1865;p64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866" name="Google Shape;186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7" name="Google Shape;186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8" name="Google Shape;186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9" name="Google Shape;1869;p64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870" name="Google Shape;187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1" name="Google Shape;187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2" name="Google Shape;187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73" name="Google Shape;1873;p64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874" name="Google Shape;187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5" name="Google Shape;187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6" name="Google Shape;187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77" name="Google Shape;1877;p64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878" name="Google Shape;187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9" name="Google Shape;187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0" name="Google Shape;188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1" name="Google Shape;1881;p64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882" name="Google Shape;188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3" name="Google Shape;188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4" name="Google Shape;188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5" name="Google Shape;1885;p64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886" name="Google Shape;188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7" name="Google Shape;188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8" name="Google Shape;188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9" name="Google Shape;1889;p64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890" name="Google Shape;189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1" name="Google Shape;189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2" name="Google Shape;189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93" name="Google Shape;1893;p64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894" name="Google Shape;189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5" name="Google Shape;189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6" name="Google Shape;189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97" name="Google Shape;1897;p64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898" name="Google Shape;189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9" name="Google Shape;189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0" name="Google Shape;190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1" name="Google Shape;1901;p64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902" name="Google Shape;190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3" name="Google Shape;190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4" name="Google Shape;190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5" name="Google Shape;1905;p64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906" name="Google Shape;190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7" name="Google Shape;190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8" name="Google Shape;190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9" name="Google Shape;1909;p64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910" name="Google Shape;191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1" name="Google Shape;191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2" name="Google Shape;191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13" name="Google Shape;1913;p64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914" name="Google Shape;191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5" name="Google Shape;191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6" name="Google Shape;191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17" name="Google Shape;1917;p64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918" name="Google Shape;191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9" name="Google Shape;191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0" name="Google Shape;192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21" name="Google Shape;1921;p64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922" name="Google Shape;192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3" name="Google Shape;192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4" name="Google Shape;192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25" name="Google Shape;1925;p64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926" name="Google Shape;192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7" name="Google Shape;192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8" name="Google Shape;192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1929" name="Google Shape;1929;p64"/>
          <p:cNvGrpSpPr/>
          <p:nvPr/>
        </p:nvGrpSpPr>
        <p:grpSpPr>
          <a:xfrm flipH="1">
            <a:off x="8015925" y="3892263"/>
            <a:ext cx="929900" cy="1251225"/>
            <a:chOff x="5104500" y="3125125"/>
            <a:chExt cx="929900" cy="1251225"/>
          </a:xfrm>
        </p:grpSpPr>
        <p:sp>
          <p:nvSpPr>
            <p:cNvPr id="1930" name="Google Shape;1930;p64"/>
            <p:cNvSpPr/>
            <p:nvPr/>
          </p:nvSpPr>
          <p:spPr>
            <a:xfrm>
              <a:off x="5269100" y="3455625"/>
              <a:ext cx="225950" cy="316125"/>
            </a:xfrm>
            <a:custGeom>
              <a:avLst/>
              <a:gdLst/>
              <a:ahLst/>
              <a:cxnLst/>
              <a:rect l="l" t="t" r="r" b="b"/>
              <a:pathLst>
                <a:path w="9038" h="12645" extrusionOk="0">
                  <a:moveTo>
                    <a:pt x="108" y="0"/>
                  </a:moveTo>
                  <a:cubicBezTo>
                    <a:pt x="108" y="2465"/>
                    <a:pt x="0" y="4894"/>
                    <a:pt x="0" y="7358"/>
                  </a:cubicBezTo>
                  <a:cubicBezTo>
                    <a:pt x="0" y="7680"/>
                    <a:pt x="298" y="7811"/>
                    <a:pt x="643" y="7846"/>
                  </a:cubicBezTo>
                  <a:cubicBezTo>
                    <a:pt x="1417" y="7894"/>
                    <a:pt x="1786" y="8287"/>
                    <a:pt x="1941" y="9061"/>
                  </a:cubicBezTo>
                  <a:cubicBezTo>
                    <a:pt x="2072" y="9739"/>
                    <a:pt x="1870" y="10370"/>
                    <a:pt x="1655" y="11013"/>
                  </a:cubicBezTo>
                  <a:cubicBezTo>
                    <a:pt x="1560" y="11311"/>
                    <a:pt x="1060" y="11537"/>
                    <a:pt x="1393" y="11882"/>
                  </a:cubicBezTo>
                  <a:cubicBezTo>
                    <a:pt x="1620" y="12121"/>
                    <a:pt x="2001" y="12180"/>
                    <a:pt x="2346" y="12252"/>
                  </a:cubicBezTo>
                  <a:cubicBezTo>
                    <a:pt x="2501" y="12283"/>
                    <a:pt x="2658" y="12299"/>
                    <a:pt x="2816" y="12299"/>
                  </a:cubicBezTo>
                  <a:cubicBezTo>
                    <a:pt x="3130" y="12299"/>
                    <a:pt x="3445" y="12236"/>
                    <a:pt x="3739" y="12109"/>
                  </a:cubicBezTo>
                  <a:cubicBezTo>
                    <a:pt x="4191" y="12002"/>
                    <a:pt x="4644" y="11942"/>
                    <a:pt x="5108" y="11942"/>
                  </a:cubicBezTo>
                  <a:cubicBezTo>
                    <a:pt x="5370" y="11942"/>
                    <a:pt x="5882" y="12240"/>
                    <a:pt x="6120" y="12311"/>
                  </a:cubicBezTo>
                  <a:cubicBezTo>
                    <a:pt x="6865" y="12575"/>
                    <a:pt x="7810" y="12645"/>
                    <a:pt x="8332" y="12645"/>
                  </a:cubicBezTo>
                  <a:cubicBezTo>
                    <a:pt x="8469" y="12645"/>
                    <a:pt x="8577" y="12640"/>
                    <a:pt x="8644" y="12633"/>
                  </a:cubicBezTo>
                  <a:cubicBezTo>
                    <a:pt x="9025" y="12609"/>
                    <a:pt x="8990" y="12335"/>
                    <a:pt x="8990" y="12073"/>
                  </a:cubicBezTo>
                  <a:cubicBezTo>
                    <a:pt x="8978" y="10751"/>
                    <a:pt x="8954" y="9442"/>
                    <a:pt x="8978" y="8120"/>
                  </a:cubicBezTo>
                  <a:cubicBezTo>
                    <a:pt x="9037" y="5417"/>
                    <a:pt x="9013" y="2703"/>
                    <a:pt x="90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1" name="Google Shape;1931;p64"/>
            <p:cNvSpPr/>
            <p:nvPr/>
          </p:nvSpPr>
          <p:spPr>
            <a:xfrm>
              <a:off x="5742075" y="4122950"/>
              <a:ext cx="250350" cy="253350"/>
            </a:xfrm>
            <a:custGeom>
              <a:avLst/>
              <a:gdLst/>
              <a:ahLst/>
              <a:cxnLst/>
              <a:rect l="l" t="t" r="r" b="b"/>
              <a:pathLst>
                <a:path w="10014" h="10134" extrusionOk="0">
                  <a:moveTo>
                    <a:pt x="9978" y="1"/>
                  </a:moveTo>
                  <a:lnTo>
                    <a:pt x="0" y="13"/>
                  </a:lnTo>
                  <a:lnTo>
                    <a:pt x="0" y="8835"/>
                  </a:lnTo>
                  <a:cubicBezTo>
                    <a:pt x="0" y="9276"/>
                    <a:pt x="72" y="9716"/>
                    <a:pt x="203" y="10133"/>
                  </a:cubicBezTo>
                  <a:lnTo>
                    <a:pt x="9799" y="10121"/>
                  </a:lnTo>
                  <a:cubicBezTo>
                    <a:pt x="9965" y="9811"/>
                    <a:pt x="9834" y="9761"/>
                    <a:pt x="9618" y="9761"/>
                  </a:cubicBezTo>
                  <a:cubicBezTo>
                    <a:pt x="9585" y="9761"/>
                    <a:pt x="9550" y="9762"/>
                    <a:pt x="9514" y="9764"/>
                  </a:cubicBezTo>
                  <a:lnTo>
                    <a:pt x="5311" y="9764"/>
                  </a:lnTo>
                  <a:cubicBezTo>
                    <a:pt x="4906" y="9764"/>
                    <a:pt x="4501" y="9740"/>
                    <a:pt x="4513" y="9216"/>
                  </a:cubicBezTo>
                  <a:cubicBezTo>
                    <a:pt x="4513" y="8740"/>
                    <a:pt x="4918" y="8728"/>
                    <a:pt x="5299" y="8728"/>
                  </a:cubicBezTo>
                  <a:lnTo>
                    <a:pt x="9549" y="8728"/>
                  </a:lnTo>
                  <a:cubicBezTo>
                    <a:pt x="9835" y="8728"/>
                    <a:pt x="10014" y="8716"/>
                    <a:pt x="10014" y="8335"/>
                  </a:cubicBezTo>
                  <a:cubicBezTo>
                    <a:pt x="9990" y="5561"/>
                    <a:pt x="9990" y="2787"/>
                    <a:pt x="9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2" name="Google Shape;1932;p64"/>
            <p:cNvSpPr/>
            <p:nvPr/>
          </p:nvSpPr>
          <p:spPr>
            <a:xfrm>
              <a:off x="5915025" y="3780775"/>
              <a:ext cx="119375" cy="120175"/>
            </a:xfrm>
            <a:custGeom>
              <a:avLst/>
              <a:gdLst/>
              <a:ahLst/>
              <a:cxnLst/>
              <a:rect l="l" t="t" r="r" b="b"/>
              <a:pathLst>
                <a:path w="4775" h="4807" extrusionOk="0">
                  <a:moveTo>
                    <a:pt x="2353" y="1"/>
                  </a:moveTo>
                  <a:cubicBezTo>
                    <a:pt x="2228" y="1"/>
                    <a:pt x="2098" y="7"/>
                    <a:pt x="1965" y="19"/>
                  </a:cubicBezTo>
                  <a:cubicBezTo>
                    <a:pt x="929" y="115"/>
                    <a:pt x="0" y="1258"/>
                    <a:pt x="0" y="2413"/>
                  </a:cubicBezTo>
                  <a:cubicBezTo>
                    <a:pt x="0" y="3568"/>
                    <a:pt x="988" y="4699"/>
                    <a:pt x="2084" y="4794"/>
                  </a:cubicBezTo>
                  <a:cubicBezTo>
                    <a:pt x="2178" y="4802"/>
                    <a:pt x="2271" y="4806"/>
                    <a:pt x="2362" y="4806"/>
                  </a:cubicBezTo>
                  <a:cubicBezTo>
                    <a:pt x="3586" y="4806"/>
                    <a:pt x="4531" y="4076"/>
                    <a:pt x="4774" y="2913"/>
                  </a:cubicBezTo>
                  <a:lnTo>
                    <a:pt x="4774" y="1901"/>
                  </a:lnTo>
                  <a:cubicBezTo>
                    <a:pt x="4525" y="673"/>
                    <a:pt x="3660" y="1"/>
                    <a:pt x="23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3" name="Google Shape;1933;p64"/>
            <p:cNvSpPr/>
            <p:nvPr/>
          </p:nvSpPr>
          <p:spPr>
            <a:xfrm>
              <a:off x="5892100" y="3712175"/>
              <a:ext cx="44975" cy="44100"/>
            </a:xfrm>
            <a:custGeom>
              <a:avLst/>
              <a:gdLst/>
              <a:ahLst/>
              <a:cxnLst/>
              <a:rect l="l" t="t" r="r" b="b"/>
              <a:pathLst>
                <a:path w="1799" h="1764" extrusionOk="0">
                  <a:moveTo>
                    <a:pt x="923" y="0"/>
                  </a:moveTo>
                  <a:cubicBezTo>
                    <a:pt x="905" y="0"/>
                    <a:pt x="887" y="0"/>
                    <a:pt x="869" y="1"/>
                  </a:cubicBezTo>
                  <a:cubicBezTo>
                    <a:pt x="334" y="13"/>
                    <a:pt x="0" y="382"/>
                    <a:pt x="24" y="930"/>
                  </a:cubicBezTo>
                  <a:cubicBezTo>
                    <a:pt x="48" y="1454"/>
                    <a:pt x="369" y="1763"/>
                    <a:pt x="917" y="1763"/>
                  </a:cubicBezTo>
                  <a:cubicBezTo>
                    <a:pt x="1465" y="1763"/>
                    <a:pt x="1798" y="1406"/>
                    <a:pt x="1786" y="858"/>
                  </a:cubicBezTo>
                  <a:cubicBezTo>
                    <a:pt x="1786" y="329"/>
                    <a:pt x="1430" y="0"/>
                    <a:pt x="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4" name="Google Shape;1934;p64"/>
            <p:cNvSpPr/>
            <p:nvPr/>
          </p:nvSpPr>
          <p:spPr>
            <a:xfrm>
              <a:off x="5826300" y="3655650"/>
              <a:ext cx="31875" cy="30975"/>
            </a:xfrm>
            <a:custGeom>
              <a:avLst/>
              <a:gdLst/>
              <a:ahLst/>
              <a:cxnLst/>
              <a:rect l="l" t="t" r="r" b="b"/>
              <a:pathLst>
                <a:path w="1275" h="1239" extrusionOk="0">
                  <a:moveTo>
                    <a:pt x="680" y="0"/>
                  </a:moveTo>
                  <a:cubicBezTo>
                    <a:pt x="299" y="24"/>
                    <a:pt x="49" y="226"/>
                    <a:pt x="37" y="619"/>
                  </a:cubicBezTo>
                  <a:cubicBezTo>
                    <a:pt x="1" y="953"/>
                    <a:pt x="263" y="1238"/>
                    <a:pt x="608" y="1238"/>
                  </a:cubicBezTo>
                  <a:cubicBezTo>
                    <a:pt x="622" y="1239"/>
                    <a:pt x="635" y="1239"/>
                    <a:pt x="648" y="1239"/>
                  </a:cubicBezTo>
                  <a:cubicBezTo>
                    <a:pt x="988" y="1239"/>
                    <a:pt x="1275" y="1091"/>
                    <a:pt x="1275" y="667"/>
                  </a:cubicBezTo>
                  <a:cubicBezTo>
                    <a:pt x="1275" y="286"/>
                    <a:pt x="1073" y="6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5" name="Google Shape;1935;p64"/>
            <p:cNvSpPr/>
            <p:nvPr/>
          </p:nvSpPr>
          <p:spPr>
            <a:xfrm>
              <a:off x="5269400" y="3762125"/>
              <a:ext cx="213925" cy="612075"/>
            </a:xfrm>
            <a:custGeom>
              <a:avLst/>
              <a:gdLst/>
              <a:ahLst/>
              <a:cxnLst/>
              <a:rect l="l" t="t" r="r" b="b"/>
              <a:pathLst>
                <a:path w="8557" h="24483" extrusionOk="0">
                  <a:moveTo>
                    <a:pt x="227" y="0"/>
                  </a:moveTo>
                  <a:cubicBezTo>
                    <a:pt x="102" y="0"/>
                    <a:pt x="49" y="116"/>
                    <a:pt x="24" y="289"/>
                  </a:cubicBezTo>
                  <a:cubicBezTo>
                    <a:pt x="12" y="456"/>
                    <a:pt x="12" y="623"/>
                    <a:pt x="24" y="801"/>
                  </a:cubicBezTo>
                  <a:lnTo>
                    <a:pt x="24" y="23733"/>
                  </a:lnTo>
                  <a:cubicBezTo>
                    <a:pt x="24" y="23971"/>
                    <a:pt x="12" y="24221"/>
                    <a:pt x="0" y="24471"/>
                  </a:cubicBezTo>
                  <a:lnTo>
                    <a:pt x="8537" y="24483"/>
                  </a:lnTo>
                  <a:cubicBezTo>
                    <a:pt x="8525" y="23602"/>
                    <a:pt x="8513" y="22721"/>
                    <a:pt x="8513" y="21839"/>
                  </a:cubicBezTo>
                  <a:lnTo>
                    <a:pt x="8513" y="1670"/>
                  </a:lnTo>
                  <a:cubicBezTo>
                    <a:pt x="8513" y="1355"/>
                    <a:pt x="8557" y="1074"/>
                    <a:pt x="8204" y="1074"/>
                  </a:cubicBezTo>
                  <a:cubicBezTo>
                    <a:pt x="8145" y="1074"/>
                    <a:pt x="8074" y="1082"/>
                    <a:pt x="7989" y="1099"/>
                  </a:cubicBezTo>
                  <a:cubicBezTo>
                    <a:pt x="7755" y="1145"/>
                    <a:pt x="7523" y="1167"/>
                    <a:pt x="7293" y="1167"/>
                  </a:cubicBezTo>
                  <a:cubicBezTo>
                    <a:pt x="6635" y="1167"/>
                    <a:pt x="5996" y="991"/>
                    <a:pt x="5370" y="718"/>
                  </a:cubicBezTo>
                  <a:cubicBezTo>
                    <a:pt x="5022" y="571"/>
                    <a:pt x="4596" y="425"/>
                    <a:pt x="4228" y="425"/>
                  </a:cubicBezTo>
                  <a:cubicBezTo>
                    <a:pt x="4118" y="425"/>
                    <a:pt x="4013" y="438"/>
                    <a:pt x="3918" y="468"/>
                  </a:cubicBezTo>
                  <a:cubicBezTo>
                    <a:pt x="3441" y="622"/>
                    <a:pt x="2981" y="700"/>
                    <a:pt x="2534" y="700"/>
                  </a:cubicBezTo>
                  <a:cubicBezTo>
                    <a:pt x="1810" y="700"/>
                    <a:pt x="1118" y="495"/>
                    <a:pt x="441" y="75"/>
                  </a:cubicBezTo>
                  <a:cubicBezTo>
                    <a:pt x="353" y="23"/>
                    <a:pt x="283" y="0"/>
                    <a:pt x="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6" name="Google Shape;1936;p64"/>
            <p:cNvSpPr/>
            <p:nvPr/>
          </p:nvSpPr>
          <p:spPr>
            <a:xfrm>
              <a:off x="5788550" y="3803250"/>
              <a:ext cx="38675" cy="37275"/>
            </a:xfrm>
            <a:custGeom>
              <a:avLst/>
              <a:gdLst/>
              <a:ahLst/>
              <a:cxnLst/>
              <a:rect l="l" t="t" r="r" b="b"/>
              <a:pathLst>
                <a:path w="1547" h="1491" extrusionOk="0">
                  <a:moveTo>
                    <a:pt x="769" y="0"/>
                  </a:moveTo>
                  <a:cubicBezTo>
                    <a:pt x="304" y="0"/>
                    <a:pt x="81" y="314"/>
                    <a:pt x="46" y="728"/>
                  </a:cubicBezTo>
                  <a:cubicBezTo>
                    <a:pt x="0" y="1132"/>
                    <a:pt x="323" y="1491"/>
                    <a:pt x="734" y="1491"/>
                  </a:cubicBezTo>
                  <a:cubicBezTo>
                    <a:pt x="747" y="1491"/>
                    <a:pt x="760" y="1491"/>
                    <a:pt x="773" y="1490"/>
                  </a:cubicBezTo>
                  <a:cubicBezTo>
                    <a:pt x="1201" y="1490"/>
                    <a:pt x="1523" y="1264"/>
                    <a:pt x="1547" y="692"/>
                  </a:cubicBezTo>
                  <a:cubicBezTo>
                    <a:pt x="1535" y="307"/>
                    <a:pt x="1225" y="1"/>
                    <a:pt x="842" y="1"/>
                  </a:cubicBezTo>
                  <a:cubicBezTo>
                    <a:pt x="835" y="1"/>
                    <a:pt x="828" y="1"/>
                    <a:pt x="820" y="2"/>
                  </a:cubicBezTo>
                  <a:cubicBezTo>
                    <a:pt x="803" y="1"/>
                    <a:pt x="786" y="0"/>
                    <a:pt x="7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7" name="Google Shape;1937;p64"/>
            <p:cNvSpPr/>
            <p:nvPr/>
          </p:nvSpPr>
          <p:spPr>
            <a:xfrm>
              <a:off x="5104500" y="3125125"/>
              <a:ext cx="923650" cy="1251225"/>
            </a:xfrm>
            <a:custGeom>
              <a:avLst/>
              <a:gdLst/>
              <a:ahLst/>
              <a:cxnLst/>
              <a:rect l="l" t="t" r="r" b="b"/>
              <a:pathLst>
                <a:path w="36946" h="50049" extrusionOk="0">
                  <a:moveTo>
                    <a:pt x="7049" y="1064"/>
                  </a:moveTo>
                  <a:cubicBezTo>
                    <a:pt x="8118" y="1073"/>
                    <a:pt x="9185" y="1075"/>
                    <a:pt x="10251" y="1075"/>
                  </a:cubicBezTo>
                  <a:cubicBezTo>
                    <a:pt x="11418" y="1075"/>
                    <a:pt x="12584" y="1072"/>
                    <a:pt x="13752" y="1072"/>
                  </a:cubicBezTo>
                  <a:cubicBezTo>
                    <a:pt x="14406" y="1072"/>
                    <a:pt x="15061" y="1073"/>
                    <a:pt x="15717" y="1076"/>
                  </a:cubicBezTo>
                  <a:cubicBezTo>
                    <a:pt x="15776" y="1076"/>
                    <a:pt x="15895" y="1135"/>
                    <a:pt x="15824" y="1230"/>
                  </a:cubicBezTo>
                  <a:lnTo>
                    <a:pt x="15824" y="1242"/>
                  </a:lnTo>
                  <a:lnTo>
                    <a:pt x="15074" y="2409"/>
                  </a:lnTo>
                  <a:cubicBezTo>
                    <a:pt x="15074" y="2409"/>
                    <a:pt x="15050" y="4874"/>
                    <a:pt x="15038" y="6112"/>
                  </a:cubicBezTo>
                  <a:cubicBezTo>
                    <a:pt x="15026" y="8136"/>
                    <a:pt x="15062" y="12672"/>
                    <a:pt x="15062" y="12672"/>
                  </a:cubicBezTo>
                  <a:lnTo>
                    <a:pt x="6620" y="12672"/>
                  </a:lnTo>
                  <a:cubicBezTo>
                    <a:pt x="6620" y="12672"/>
                    <a:pt x="6632" y="5148"/>
                    <a:pt x="6632" y="1635"/>
                  </a:cubicBezTo>
                  <a:cubicBezTo>
                    <a:pt x="6632" y="1338"/>
                    <a:pt x="6584" y="1064"/>
                    <a:pt x="7049" y="1064"/>
                  </a:cubicBezTo>
                  <a:close/>
                  <a:moveTo>
                    <a:pt x="2745" y="22060"/>
                  </a:moveTo>
                  <a:cubicBezTo>
                    <a:pt x="2800" y="22060"/>
                    <a:pt x="2858" y="22072"/>
                    <a:pt x="2917" y="22102"/>
                  </a:cubicBezTo>
                  <a:cubicBezTo>
                    <a:pt x="3144" y="22209"/>
                    <a:pt x="3060" y="22483"/>
                    <a:pt x="3013" y="22662"/>
                  </a:cubicBezTo>
                  <a:cubicBezTo>
                    <a:pt x="2905" y="23305"/>
                    <a:pt x="2596" y="23900"/>
                    <a:pt x="2132" y="24352"/>
                  </a:cubicBezTo>
                  <a:cubicBezTo>
                    <a:pt x="1679" y="23578"/>
                    <a:pt x="1762" y="22745"/>
                    <a:pt x="2298" y="22281"/>
                  </a:cubicBezTo>
                  <a:cubicBezTo>
                    <a:pt x="2432" y="22174"/>
                    <a:pt x="2579" y="22060"/>
                    <a:pt x="2745" y="22060"/>
                  </a:cubicBezTo>
                  <a:close/>
                  <a:moveTo>
                    <a:pt x="21679" y="21910"/>
                  </a:moveTo>
                  <a:cubicBezTo>
                    <a:pt x="21974" y="21910"/>
                    <a:pt x="22066" y="22218"/>
                    <a:pt x="22146" y="22459"/>
                  </a:cubicBezTo>
                  <a:cubicBezTo>
                    <a:pt x="22384" y="23186"/>
                    <a:pt x="22158" y="23829"/>
                    <a:pt x="21753" y="24543"/>
                  </a:cubicBezTo>
                  <a:cubicBezTo>
                    <a:pt x="21348" y="23959"/>
                    <a:pt x="21170" y="23245"/>
                    <a:pt x="21253" y="22543"/>
                  </a:cubicBezTo>
                  <a:cubicBezTo>
                    <a:pt x="21277" y="22269"/>
                    <a:pt x="21324" y="21947"/>
                    <a:pt x="21646" y="21912"/>
                  </a:cubicBezTo>
                  <a:cubicBezTo>
                    <a:pt x="21657" y="21911"/>
                    <a:pt x="21668" y="21910"/>
                    <a:pt x="21679" y="21910"/>
                  </a:cubicBezTo>
                  <a:close/>
                  <a:moveTo>
                    <a:pt x="16472" y="21979"/>
                  </a:moveTo>
                  <a:cubicBezTo>
                    <a:pt x="16580" y="21979"/>
                    <a:pt x="16703" y="22024"/>
                    <a:pt x="16824" y="22114"/>
                  </a:cubicBezTo>
                  <a:cubicBezTo>
                    <a:pt x="17288" y="22447"/>
                    <a:pt x="17431" y="22924"/>
                    <a:pt x="17276" y="23483"/>
                  </a:cubicBezTo>
                  <a:cubicBezTo>
                    <a:pt x="17157" y="23912"/>
                    <a:pt x="16907" y="24293"/>
                    <a:pt x="16562" y="24567"/>
                  </a:cubicBezTo>
                  <a:cubicBezTo>
                    <a:pt x="15967" y="23900"/>
                    <a:pt x="16074" y="23114"/>
                    <a:pt x="16133" y="22364"/>
                  </a:cubicBezTo>
                  <a:cubicBezTo>
                    <a:pt x="16156" y="22104"/>
                    <a:pt x="16294" y="21979"/>
                    <a:pt x="16472" y="21979"/>
                  </a:cubicBezTo>
                  <a:close/>
                  <a:moveTo>
                    <a:pt x="11615" y="21921"/>
                  </a:moveTo>
                  <a:cubicBezTo>
                    <a:pt x="11633" y="21921"/>
                    <a:pt x="11651" y="21922"/>
                    <a:pt x="11668" y="21924"/>
                  </a:cubicBezTo>
                  <a:cubicBezTo>
                    <a:pt x="12288" y="21959"/>
                    <a:pt x="12216" y="22340"/>
                    <a:pt x="12204" y="22816"/>
                  </a:cubicBezTo>
                  <a:cubicBezTo>
                    <a:pt x="12264" y="23424"/>
                    <a:pt x="11918" y="24650"/>
                    <a:pt x="11526" y="24650"/>
                  </a:cubicBezTo>
                  <a:cubicBezTo>
                    <a:pt x="11192" y="24626"/>
                    <a:pt x="10787" y="23757"/>
                    <a:pt x="10883" y="23019"/>
                  </a:cubicBezTo>
                  <a:cubicBezTo>
                    <a:pt x="10962" y="22301"/>
                    <a:pt x="11228" y="21921"/>
                    <a:pt x="11615" y="21921"/>
                  </a:cubicBezTo>
                  <a:close/>
                  <a:moveTo>
                    <a:pt x="15133" y="13411"/>
                  </a:moveTo>
                  <a:cubicBezTo>
                    <a:pt x="15133" y="16042"/>
                    <a:pt x="15121" y="23840"/>
                    <a:pt x="15074" y="25102"/>
                  </a:cubicBezTo>
                  <a:cubicBezTo>
                    <a:pt x="15062" y="25360"/>
                    <a:pt x="15073" y="25710"/>
                    <a:pt x="14677" y="25710"/>
                  </a:cubicBezTo>
                  <a:cubicBezTo>
                    <a:pt x="14670" y="25710"/>
                    <a:pt x="14664" y="25710"/>
                    <a:pt x="14657" y="25710"/>
                  </a:cubicBezTo>
                  <a:cubicBezTo>
                    <a:pt x="13978" y="25698"/>
                    <a:pt x="13300" y="25579"/>
                    <a:pt x="12657" y="25353"/>
                  </a:cubicBezTo>
                  <a:cubicBezTo>
                    <a:pt x="12419" y="25269"/>
                    <a:pt x="12204" y="25102"/>
                    <a:pt x="12407" y="24817"/>
                  </a:cubicBezTo>
                  <a:cubicBezTo>
                    <a:pt x="12657" y="24507"/>
                    <a:pt x="12835" y="24150"/>
                    <a:pt x="12954" y="23769"/>
                  </a:cubicBezTo>
                  <a:cubicBezTo>
                    <a:pt x="13050" y="23459"/>
                    <a:pt x="13157" y="22352"/>
                    <a:pt x="13109" y="22102"/>
                  </a:cubicBezTo>
                  <a:cubicBezTo>
                    <a:pt x="13002" y="21554"/>
                    <a:pt x="12704" y="21173"/>
                    <a:pt x="12145" y="21090"/>
                  </a:cubicBezTo>
                  <a:cubicBezTo>
                    <a:pt x="12048" y="21069"/>
                    <a:pt x="11950" y="21058"/>
                    <a:pt x="11854" y="21058"/>
                  </a:cubicBezTo>
                  <a:cubicBezTo>
                    <a:pt x="11360" y="21058"/>
                    <a:pt x="10896" y="21330"/>
                    <a:pt x="10656" y="21769"/>
                  </a:cubicBezTo>
                  <a:cubicBezTo>
                    <a:pt x="10121" y="22686"/>
                    <a:pt x="10204" y="23626"/>
                    <a:pt x="10621" y="24543"/>
                  </a:cubicBezTo>
                  <a:cubicBezTo>
                    <a:pt x="10811" y="24936"/>
                    <a:pt x="10680" y="25043"/>
                    <a:pt x="10359" y="25162"/>
                  </a:cubicBezTo>
                  <a:cubicBezTo>
                    <a:pt x="10069" y="25275"/>
                    <a:pt x="9756" y="25333"/>
                    <a:pt x="9445" y="25333"/>
                  </a:cubicBezTo>
                  <a:cubicBezTo>
                    <a:pt x="9296" y="25333"/>
                    <a:pt x="9148" y="25320"/>
                    <a:pt x="9001" y="25293"/>
                  </a:cubicBezTo>
                  <a:cubicBezTo>
                    <a:pt x="8668" y="25222"/>
                    <a:pt x="8299" y="25162"/>
                    <a:pt x="8085" y="24924"/>
                  </a:cubicBezTo>
                  <a:cubicBezTo>
                    <a:pt x="7763" y="24591"/>
                    <a:pt x="8239" y="24376"/>
                    <a:pt x="8335" y="24090"/>
                  </a:cubicBezTo>
                  <a:cubicBezTo>
                    <a:pt x="8537" y="23471"/>
                    <a:pt x="8739" y="22852"/>
                    <a:pt x="8609" y="22197"/>
                  </a:cubicBezTo>
                  <a:cubicBezTo>
                    <a:pt x="8454" y="21447"/>
                    <a:pt x="8108" y="21066"/>
                    <a:pt x="7358" y="21019"/>
                  </a:cubicBezTo>
                  <a:cubicBezTo>
                    <a:pt x="7013" y="20995"/>
                    <a:pt x="6763" y="20864"/>
                    <a:pt x="6763" y="20542"/>
                  </a:cubicBezTo>
                  <a:lnTo>
                    <a:pt x="6763" y="13411"/>
                  </a:lnTo>
                  <a:close/>
                  <a:moveTo>
                    <a:pt x="6446" y="1"/>
                  </a:moveTo>
                  <a:cubicBezTo>
                    <a:pt x="5945" y="1"/>
                    <a:pt x="5538" y="424"/>
                    <a:pt x="5572" y="933"/>
                  </a:cubicBezTo>
                  <a:lnTo>
                    <a:pt x="5572" y="21114"/>
                  </a:lnTo>
                  <a:cubicBezTo>
                    <a:pt x="5572" y="21376"/>
                    <a:pt x="5596" y="21650"/>
                    <a:pt x="5477" y="21912"/>
                  </a:cubicBezTo>
                  <a:cubicBezTo>
                    <a:pt x="5239" y="22447"/>
                    <a:pt x="5299" y="23007"/>
                    <a:pt x="5430" y="23567"/>
                  </a:cubicBezTo>
                  <a:cubicBezTo>
                    <a:pt x="5794" y="25150"/>
                    <a:pt x="5657" y="25426"/>
                    <a:pt x="4049" y="25426"/>
                  </a:cubicBezTo>
                  <a:cubicBezTo>
                    <a:pt x="3977" y="25426"/>
                    <a:pt x="3901" y="25425"/>
                    <a:pt x="3822" y="25424"/>
                  </a:cubicBezTo>
                  <a:cubicBezTo>
                    <a:pt x="3501" y="25412"/>
                    <a:pt x="3191" y="25293"/>
                    <a:pt x="2929" y="25102"/>
                  </a:cubicBezTo>
                  <a:cubicBezTo>
                    <a:pt x="3560" y="24269"/>
                    <a:pt x="4084" y="23400"/>
                    <a:pt x="4072" y="22316"/>
                  </a:cubicBezTo>
                  <a:cubicBezTo>
                    <a:pt x="4062" y="21519"/>
                    <a:pt x="3552" y="21012"/>
                    <a:pt x="2836" y="21012"/>
                  </a:cubicBezTo>
                  <a:cubicBezTo>
                    <a:pt x="2717" y="21012"/>
                    <a:pt x="2593" y="21026"/>
                    <a:pt x="2465" y="21054"/>
                  </a:cubicBezTo>
                  <a:cubicBezTo>
                    <a:pt x="1108" y="21364"/>
                    <a:pt x="346" y="23102"/>
                    <a:pt x="1048" y="24507"/>
                  </a:cubicBezTo>
                  <a:cubicBezTo>
                    <a:pt x="1346" y="25091"/>
                    <a:pt x="1298" y="25424"/>
                    <a:pt x="762" y="25698"/>
                  </a:cubicBezTo>
                  <a:cubicBezTo>
                    <a:pt x="0" y="26091"/>
                    <a:pt x="131" y="26734"/>
                    <a:pt x="203" y="27448"/>
                  </a:cubicBezTo>
                  <a:cubicBezTo>
                    <a:pt x="631" y="27115"/>
                    <a:pt x="1036" y="26877"/>
                    <a:pt x="1358" y="26555"/>
                  </a:cubicBezTo>
                  <a:cubicBezTo>
                    <a:pt x="1668" y="26237"/>
                    <a:pt x="1961" y="26052"/>
                    <a:pt x="2303" y="26052"/>
                  </a:cubicBezTo>
                  <a:cubicBezTo>
                    <a:pt x="2512" y="26052"/>
                    <a:pt x="2739" y="26121"/>
                    <a:pt x="3001" y="26269"/>
                  </a:cubicBezTo>
                  <a:cubicBezTo>
                    <a:pt x="3341" y="26460"/>
                    <a:pt x="3703" y="26530"/>
                    <a:pt x="4076" y="26530"/>
                  </a:cubicBezTo>
                  <a:cubicBezTo>
                    <a:pt x="4565" y="26530"/>
                    <a:pt x="5073" y="26410"/>
                    <a:pt x="5572" y="26281"/>
                  </a:cubicBezTo>
                  <a:lnTo>
                    <a:pt x="5572" y="49094"/>
                  </a:lnTo>
                  <a:cubicBezTo>
                    <a:pt x="5572" y="49961"/>
                    <a:pt x="5572" y="50048"/>
                    <a:pt x="6302" y="50048"/>
                  </a:cubicBezTo>
                  <a:cubicBezTo>
                    <a:pt x="6383" y="50048"/>
                    <a:pt x="6473" y="50047"/>
                    <a:pt x="6573" y="50046"/>
                  </a:cubicBezTo>
                  <a:cubicBezTo>
                    <a:pt x="6834" y="49713"/>
                    <a:pt x="6763" y="49320"/>
                    <a:pt x="6763" y="48951"/>
                  </a:cubicBezTo>
                  <a:cubicBezTo>
                    <a:pt x="6763" y="43652"/>
                    <a:pt x="6763" y="38354"/>
                    <a:pt x="6763" y="33056"/>
                  </a:cubicBezTo>
                  <a:lnTo>
                    <a:pt x="6763" y="26710"/>
                  </a:lnTo>
                  <a:cubicBezTo>
                    <a:pt x="6763" y="26179"/>
                    <a:pt x="6778" y="25982"/>
                    <a:pt x="6978" y="25982"/>
                  </a:cubicBezTo>
                  <a:cubicBezTo>
                    <a:pt x="7093" y="25982"/>
                    <a:pt x="7269" y="26046"/>
                    <a:pt x="7537" y="26150"/>
                  </a:cubicBezTo>
                  <a:cubicBezTo>
                    <a:pt x="8031" y="26339"/>
                    <a:pt x="8541" y="26483"/>
                    <a:pt x="9058" y="26483"/>
                  </a:cubicBezTo>
                  <a:cubicBezTo>
                    <a:pt x="9288" y="26483"/>
                    <a:pt x="9520" y="26455"/>
                    <a:pt x="9752" y="26388"/>
                  </a:cubicBezTo>
                  <a:cubicBezTo>
                    <a:pt x="10039" y="26306"/>
                    <a:pt x="10318" y="26271"/>
                    <a:pt x="10594" y="26271"/>
                  </a:cubicBezTo>
                  <a:cubicBezTo>
                    <a:pt x="11118" y="26271"/>
                    <a:pt x="11625" y="26399"/>
                    <a:pt x="12133" y="26579"/>
                  </a:cubicBezTo>
                  <a:cubicBezTo>
                    <a:pt x="12701" y="26793"/>
                    <a:pt x="13299" y="26892"/>
                    <a:pt x="13899" y="26892"/>
                  </a:cubicBezTo>
                  <a:cubicBezTo>
                    <a:pt x="13965" y="26892"/>
                    <a:pt x="14031" y="26891"/>
                    <a:pt x="14097" y="26888"/>
                  </a:cubicBezTo>
                  <a:cubicBezTo>
                    <a:pt x="14173" y="26886"/>
                    <a:pt x="14242" y="26884"/>
                    <a:pt x="14304" y="26884"/>
                  </a:cubicBezTo>
                  <a:cubicBezTo>
                    <a:pt x="14836" y="26884"/>
                    <a:pt x="14884" y="27000"/>
                    <a:pt x="14895" y="27650"/>
                  </a:cubicBezTo>
                  <a:lnTo>
                    <a:pt x="14895" y="28281"/>
                  </a:lnTo>
                  <a:lnTo>
                    <a:pt x="14895" y="48951"/>
                  </a:lnTo>
                  <a:cubicBezTo>
                    <a:pt x="14895" y="49320"/>
                    <a:pt x="14812" y="49713"/>
                    <a:pt x="15086" y="50034"/>
                  </a:cubicBezTo>
                  <a:cubicBezTo>
                    <a:pt x="15218" y="50037"/>
                    <a:pt x="15333" y="50040"/>
                    <a:pt x="15432" y="50040"/>
                  </a:cubicBezTo>
                  <a:cubicBezTo>
                    <a:pt x="16086" y="50040"/>
                    <a:pt x="16086" y="49922"/>
                    <a:pt x="16086" y="49034"/>
                  </a:cubicBezTo>
                  <a:lnTo>
                    <a:pt x="16086" y="26722"/>
                  </a:lnTo>
                  <a:cubicBezTo>
                    <a:pt x="16086" y="26507"/>
                    <a:pt x="15967" y="26234"/>
                    <a:pt x="16240" y="26103"/>
                  </a:cubicBezTo>
                  <a:cubicBezTo>
                    <a:pt x="16287" y="26078"/>
                    <a:pt x="16329" y="26068"/>
                    <a:pt x="16366" y="26068"/>
                  </a:cubicBezTo>
                  <a:cubicBezTo>
                    <a:pt x="16532" y="26068"/>
                    <a:pt x="16626" y="26265"/>
                    <a:pt x="16752" y="26353"/>
                  </a:cubicBezTo>
                  <a:cubicBezTo>
                    <a:pt x="17494" y="26883"/>
                    <a:pt x="18312" y="27158"/>
                    <a:pt x="19124" y="27158"/>
                  </a:cubicBezTo>
                  <a:cubicBezTo>
                    <a:pt x="19862" y="27158"/>
                    <a:pt x="20596" y="26930"/>
                    <a:pt x="21265" y="26460"/>
                  </a:cubicBezTo>
                  <a:cubicBezTo>
                    <a:pt x="21601" y="26222"/>
                    <a:pt x="21898" y="26097"/>
                    <a:pt x="22237" y="26097"/>
                  </a:cubicBezTo>
                  <a:cubicBezTo>
                    <a:pt x="22390" y="26097"/>
                    <a:pt x="22552" y="26122"/>
                    <a:pt x="22729" y="26174"/>
                  </a:cubicBezTo>
                  <a:cubicBezTo>
                    <a:pt x="23065" y="26265"/>
                    <a:pt x="23400" y="26300"/>
                    <a:pt x="23735" y="26300"/>
                  </a:cubicBezTo>
                  <a:cubicBezTo>
                    <a:pt x="24542" y="26300"/>
                    <a:pt x="25347" y="26094"/>
                    <a:pt x="26146" y="25960"/>
                  </a:cubicBezTo>
                  <a:cubicBezTo>
                    <a:pt x="26512" y="25893"/>
                    <a:pt x="26852" y="25860"/>
                    <a:pt x="27167" y="25860"/>
                  </a:cubicBezTo>
                  <a:cubicBezTo>
                    <a:pt x="28827" y="25860"/>
                    <a:pt x="29775" y="26792"/>
                    <a:pt x="30075" y="28734"/>
                  </a:cubicBezTo>
                  <a:cubicBezTo>
                    <a:pt x="30254" y="29829"/>
                    <a:pt x="30159" y="31008"/>
                    <a:pt x="30123" y="32127"/>
                  </a:cubicBezTo>
                  <a:cubicBezTo>
                    <a:pt x="29332" y="32149"/>
                    <a:pt x="28597" y="32159"/>
                    <a:pt x="27845" y="32159"/>
                  </a:cubicBezTo>
                  <a:cubicBezTo>
                    <a:pt x="26978" y="32159"/>
                    <a:pt x="26089" y="32146"/>
                    <a:pt x="25063" y="32127"/>
                  </a:cubicBezTo>
                  <a:cubicBezTo>
                    <a:pt x="24480" y="32151"/>
                    <a:pt x="24182" y="32687"/>
                    <a:pt x="24182" y="33199"/>
                  </a:cubicBezTo>
                  <a:lnTo>
                    <a:pt x="24182" y="48498"/>
                  </a:lnTo>
                  <a:cubicBezTo>
                    <a:pt x="24182" y="49864"/>
                    <a:pt x="24182" y="50043"/>
                    <a:pt x="25205" y="50043"/>
                  </a:cubicBezTo>
                  <a:cubicBezTo>
                    <a:pt x="25360" y="50043"/>
                    <a:pt x="25537" y="50039"/>
                    <a:pt x="25742" y="50034"/>
                  </a:cubicBezTo>
                  <a:cubicBezTo>
                    <a:pt x="25646" y="49534"/>
                    <a:pt x="25682" y="48927"/>
                    <a:pt x="25694" y="48367"/>
                  </a:cubicBezTo>
                  <a:cubicBezTo>
                    <a:pt x="25730" y="43795"/>
                    <a:pt x="25682" y="39223"/>
                    <a:pt x="25682" y="34639"/>
                  </a:cubicBezTo>
                  <a:cubicBezTo>
                    <a:pt x="25682" y="34401"/>
                    <a:pt x="25634" y="34139"/>
                    <a:pt x="25789" y="33913"/>
                  </a:cubicBezTo>
                  <a:cubicBezTo>
                    <a:pt x="25992" y="33711"/>
                    <a:pt x="26242" y="33758"/>
                    <a:pt x="26480" y="33746"/>
                  </a:cubicBezTo>
                  <a:cubicBezTo>
                    <a:pt x="26754" y="33761"/>
                    <a:pt x="27027" y="33766"/>
                    <a:pt x="27301" y="33766"/>
                  </a:cubicBezTo>
                  <a:cubicBezTo>
                    <a:pt x="27712" y="33766"/>
                    <a:pt x="28122" y="33756"/>
                    <a:pt x="28531" y="33756"/>
                  </a:cubicBezTo>
                  <a:cubicBezTo>
                    <a:pt x="28940" y="33756"/>
                    <a:pt x="29348" y="33766"/>
                    <a:pt x="29754" y="33806"/>
                  </a:cubicBezTo>
                  <a:cubicBezTo>
                    <a:pt x="30016" y="34032"/>
                    <a:pt x="29945" y="34342"/>
                    <a:pt x="29945" y="34627"/>
                  </a:cubicBezTo>
                  <a:cubicBezTo>
                    <a:pt x="29956" y="35997"/>
                    <a:pt x="29945" y="37378"/>
                    <a:pt x="29945" y="38747"/>
                  </a:cubicBezTo>
                  <a:cubicBezTo>
                    <a:pt x="29945" y="39057"/>
                    <a:pt x="29909" y="39378"/>
                    <a:pt x="30123" y="39640"/>
                  </a:cubicBezTo>
                  <a:cubicBezTo>
                    <a:pt x="30376" y="39725"/>
                    <a:pt x="30581" y="39771"/>
                    <a:pt x="30744" y="39771"/>
                  </a:cubicBezTo>
                  <a:cubicBezTo>
                    <a:pt x="31151" y="39771"/>
                    <a:pt x="31305" y="39491"/>
                    <a:pt x="31314" y="38854"/>
                  </a:cubicBezTo>
                  <a:cubicBezTo>
                    <a:pt x="31326" y="37425"/>
                    <a:pt x="31314" y="36009"/>
                    <a:pt x="31314" y="34580"/>
                  </a:cubicBezTo>
                  <a:cubicBezTo>
                    <a:pt x="31314" y="34342"/>
                    <a:pt x="31266" y="34068"/>
                    <a:pt x="31492" y="33877"/>
                  </a:cubicBezTo>
                  <a:cubicBezTo>
                    <a:pt x="31664" y="33767"/>
                    <a:pt x="31860" y="33758"/>
                    <a:pt x="32054" y="33758"/>
                  </a:cubicBezTo>
                  <a:cubicBezTo>
                    <a:pt x="32089" y="33758"/>
                    <a:pt x="32124" y="33758"/>
                    <a:pt x="32159" y="33758"/>
                  </a:cubicBezTo>
                  <a:lnTo>
                    <a:pt x="33528" y="33758"/>
                  </a:lnTo>
                  <a:cubicBezTo>
                    <a:pt x="35338" y="33758"/>
                    <a:pt x="35338" y="33758"/>
                    <a:pt x="35338" y="35544"/>
                  </a:cubicBezTo>
                  <a:cubicBezTo>
                    <a:pt x="35338" y="36902"/>
                    <a:pt x="35326" y="38247"/>
                    <a:pt x="35350" y="39604"/>
                  </a:cubicBezTo>
                  <a:cubicBezTo>
                    <a:pt x="35314" y="42307"/>
                    <a:pt x="35350" y="44998"/>
                    <a:pt x="35338" y="47700"/>
                  </a:cubicBezTo>
                  <a:cubicBezTo>
                    <a:pt x="35338" y="48379"/>
                    <a:pt x="35267" y="48439"/>
                    <a:pt x="34576" y="48451"/>
                  </a:cubicBezTo>
                  <a:cubicBezTo>
                    <a:pt x="34231" y="48455"/>
                    <a:pt x="33884" y="48456"/>
                    <a:pt x="33537" y="48456"/>
                  </a:cubicBezTo>
                  <a:cubicBezTo>
                    <a:pt x="32843" y="48456"/>
                    <a:pt x="32147" y="48451"/>
                    <a:pt x="31457" y="48451"/>
                  </a:cubicBezTo>
                  <a:cubicBezTo>
                    <a:pt x="31242" y="48451"/>
                    <a:pt x="31028" y="48451"/>
                    <a:pt x="30826" y="48462"/>
                  </a:cubicBezTo>
                  <a:cubicBezTo>
                    <a:pt x="30230" y="48498"/>
                    <a:pt x="29885" y="48760"/>
                    <a:pt x="29897" y="49177"/>
                  </a:cubicBezTo>
                  <a:cubicBezTo>
                    <a:pt x="29921" y="49594"/>
                    <a:pt x="30242" y="49808"/>
                    <a:pt x="30814" y="49844"/>
                  </a:cubicBezTo>
                  <a:lnTo>
                    <a:pt x="34636" y="49844"/>
                  </a:lnTo>
                  <a:cubicBezTo>
                    <a:pt x="34718" y="49844"/>
                    <a:pt x="34803" y="49837"/>
                    <a:pt x="34887" y="49837"/>
                  </a:cubicBezTo>
                  <a:cubicBezTo>
                    <a:pt x="35047" y="49837"/>
                    <a:pt x="35205" y="49862"/>
                    <a:pt x="35338" y="50010"/>
                  </a:cubicBezTo>
                  <a:cubicBezTo>
                    <a:pt x="35576" y="50010"/>
                    <a:pt x="36922" y="50022"/>
                    <a:pt x="36922" y="50022"/>
                  </a:cubicBezTo>
                  <a:cubicBezTo>
                    <a:pt x="36922" y="50022"/>
                    <a:pt x="36933" y="34175"/>
                    <a:pt x="36945" y="32996"/>
                  </a:cubicBezTo>
                  <a:cubicBezTo>
                    <a:pt x="36945" y="32482"/>
                    <a:pt x="36383" y="32174"/>
                    <a:pt x="35980" y="32174"/>
                  </a:cubicBezTo>
                  <a:cubicBezTo>
                    <a:pt x="35972" y="32174"/>
                    <a:pt x="35965" y="32175"/>
                    <a:pt x="35957" y="32175"/>
                  </a:cubicBezTo>
                  <a:cubicBezTo>
                    <a:pt x="35455" y="32183"/>
                    <a:pt x="34889" y="32187"/>
                    <a:pt x="34303" y="32187"/>
                  </a:cubicBezTo>
                  <a:cubicBezTo>
                    <a:pt x="33235" y="32187"/>
                    <a:pt x="32101" y="32174"/>
                    <a:pt x="31171" y="32151"/>
                  </a:cubicBezTo>
                  <a:cubicBezTo>
                    <a:pt x="31171" y="32151"/>
                    <a:pt x="31171" y="32103"/>
                    <a:pt x="31195" y="31710"/>
                  </a:cubicBezTo>
                  <a:cubicBezTo>
                    <a:pt x="31218" y="30782"/>
                    <a:pt x="31218" y="29865"/>
                    <a:pt x="31159" y="28936"/>
                  </a:cubicBezTo>
                  <a:cubicBezTo>
                    <a:pt x="31028" y="26507"/>
                    <a:pt x="29540" y="24900"/>
                    <a:pt x="27361" y="24829"/>
                  </a:cubicBezTo>
                  <a:cubicBezTo>
                    <a:pt x="26849" y="24841"/>
                    <a:pt x="26325" y="24888"/>
                    <a:pt x="25813" y="24972"/>
                  </a:cubicBezTo>
                  <a:cubicBezTo>
                    <a:pt x="25108" y="25069"/>
                    <a:pt x="24409" y="25249"/>
                    <a:pt x="23696" y="25249"/>
                  </a:cubicBezTo>
                  <a:cubicBezTo>
                    <a:pt x="23362" y="25249"/>
                    <a:pt x="23024" y="25209"/>
                    <a:pt x="22682" y="25102"/>
                  </a:cubicBezTo>
                  <a:cubicBezTo>
                    <a:pt x="22777" y="24888"/>
                    <a:pt x="22884" y="24686"/>
                    <a:pt x="22956" y="24471"/>
                  </a:cubicBezTo>
                  <a:cubicBezTo>
                    <a:pt x="23277" y="23626"/>
                    <a:pt x="23432" y="22781"/>
                    <a:pt x="23051" y="21912"/>
                  </a:cubicBezTo>
                  <a:cubicBezTo>
                    <a:pt x="22752" y="21225"/>
                    <a:pt x="22247" y="20858"/>
                    <a:pt x="21641" y="20858"/>
                  </a:cubicBezTo>
                  <a:cubicBezTo>
                    <a:pt x="21596" y="20858"/>
                    <a:pt x="21550" y="20860"/>
                    <a:pt x="21503" y="20864"/>
                  </a:cubicBezTo>
                  <a:cubicBezTo>
                    <a:pt x="20872" y="20935"/>
                    <a:pt x="20360" y="21459"/>
                    <a:pt x="20253" y="22245"/>
                  </a:cubicBezTo>
                  <a:cubicBezTo>
                    <a:pt x="20110" y="23257"/>
                    <a:pt x="20265" y="24210"/>
                    <a:pt x="20860" y="25055"/>
                  </a:cubicBezTo>
                  <a:cubicBezTo>
                    <a:pt x="21015" y="25269"/>
                    <a:pt x="21051" y="25376"/>
                    <a:pt x="20812" y="25555"/>
                  </a:cubicBezTo>
                  <a:cubicBezTo>
                    <a:pt x="20350" y="25912"/>
                    <a:pt x="19725" y="26094"/>
                    <a:pt x="19106" y="26094"/>
                  </a:cubicBezTo>
                  <a:cubicBezTo>
                    <a:pt x="18529" y="26094"/>
                    <a:pt x="17957" y="25936"/>
                    <a:pt x="17526" y="25614"/>
                  </a:cubicBezTo>
                  <a:cubicBezTo>
                    <a:pt x="17312" y="25460"/>
                    <a:pt x="17252" y="25353"/>
                    <a:pt x="17467" y="25138"/>
                  </a:cubicBezTo>
                  <a:cubicBezTo>
                    <a:pt x="17895" y="24721"/>
                    <a:pt x="18193" y="24198"/>
                    <a:pt x="18324" y="23626"/>
                  </a:cubicBezTo>
                  <a:cubicBezTo>
                    <a:pt x="18622" y="22388"/>
                    <a:pt x="17800" y="21031"/>
                    <a:pt x="16657" y="20995"/>
                  </a:cubicBezTo>
                  <a:cubicBezTo>
                    <a:pt x="16086" y="20983"/>
                    <a:pt x="16098" y="20745"/>
                    <a:pt x="16098" y="20340"/>
                  </a:cubicBezTo>
                  <a:cubicBezTo>
                    <a:pt x="16098" y="15161"/>
                    <a:pt x="16157" y="9982"/>
                    <a:pt x="16074" y="4814"/>
                  </a:cubicBezTo>
                  <a:cubicBezTo>
                    <a:pt x="16050" y="3362"/>
                    <a:pt x="16264" y="2100"/>
                    <a:pt x="17288" y="1028"/>
                  </a:cubicBezTo>
                  <a:cubicBezTo>
                    <a:pt x="17610" y="683"/>
                    <a:pt x="17622" y="4"/>
                    <a:pt x="16812" y="4"/>
                  </a:cubicBezTo>
                  <a:lnTo>
                    <a:pt x="6525" y="4"/>
                  </a:lnTo>
                  <a:cubicBezTo>
                    <a:pt x="6498" y="2"/>
                    <a:pt x="6472" y="1"/>
                    <a:pt x="64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8" name="Google Shape;1938;p64"/>
            <p:cNvSpPr/>
            <p:nvPr/>
          </p:nvSpPr>
          <p:spPr>
            <a:xfrm>
              <a:off x="5274450" y="3676400"/>
              <a:ext cx="21750" cy="50700"/>
            </a:xfrm>
            <a:custGeom>
              <a:avLst/>
              <a:gdLst/>
              <a:ahLst/>
              <a:cxnLst/>
              <a:rect l="l" t="t" r="r" b="b"/>
              <a:pathLst>
                <a:path w="870" h="2028" extrusionOk="0">
                  <a:moveTo>
                    <a:pt x="496" y="0"/>
                  </a:moveTo>
                  <a:cubicBezTo>
                    <a:pt x="482" y="0"/>
                    <a:pt x="468" y="1"/>
                    <a:pt x="453" y="3"/>
                  </a:cubicBezTo>
                  <a:cubicBezTo>
                    <a:pt x="310" y="3"/>
                    <a:pt x="179" y="111"/>
                    <a:pt x="156" y="254"/>
                  </a:cubicBezTo>
                  <a:cubicBezTo>
                    <a:pt x="1" y="837"/>
                    <a:pt x="48" y="1468"/>
                    <a:pt x="310" y="2028"/>
                  </a:cubicBezTo>
                  <a:cubicBezTo>
                    <a:pt x="715" y="1527"/>
                    <a:pt x="870" y="873"/>
                    <a:pt x="751" y="242"/>
                  </a:cubicBezTo>
                  <a:cubicBezTo>
                    <a:pt x="740" y="101"/>
                    <a:pt x="631" y="0"/>
                    <a:pt x="4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9" name="Google Shape;1939;p64"/>
            <p:cNvSpPr/>
            <p:nvPr/>
          </p:nvSpPr>
          <p:spPr>
            <a:xfrm>
              <a:off x="5775700" y="419857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72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0" name="Google Shape;1940;p64"/>
            <p:cNvSpPr/>
            <p:nvPr/>
          </p:nvSpPr>
          <p:spPr>
            <a:xfrm>
              <a:off x="5775700" y="41479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1" name="Google Shape;1941;p64"/>
            <p:cNvSpPr/>
            <p:nvPr/>
          </p:nvSpPr>
          <p:spPr>
            <a:xfrm>
              <a:off x="5775700" y="4097350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80"/>
                    <a:pt x="465" y="680"/>
                  </a:cubicBezTo>
                  <a:lnTo>
                    <a:pt x="1573" y="680"/>
                  </a:lnTo>
                  <a:cubicBezTo>
                    <a:pt x="1799" y="680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2" name="Google Shape;1942;p64"/>
            <p:cNvSpPr/>
            <p:nvPr/>
          </p:nvSpPr>
          <p:spPr>
            <a:xfrm>
              <a:off x="5775700" y="40467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3" name="Google Shape;1943;p64"/>
            <p:cNvSpPr/>
            <p:nvPr/>
          </p:nvSpPr>
          <p:spPr>
            <a:xfrm>
              <a:off x="5775700" y="39961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6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4" name="Google Shape;1944;p64"/>
            <p:cNvSpPr/>
            <p:nvPr/>
          </p:nvSpPr>
          <p:spPr>
            <a:xfrm>
              <a:off x="5775700" y="4241125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48"/>
                    <a:pt x="13" y="358"/>
                  </a:cubicBezTo>
                  <a:cubicBezTo>
                    <a:pt x="25" y="632"/>
                    <a:pt x="239" y="679"/>
                    <a:pt x="465" y="679"/>
                  </a:cubicBezTo>
                  <a:lnTo>
                    <a:pt x="1573" y="679"/>
                  </a:lnTo>
                  <a:cubicBezTo>
                    <a:pt x="1799" y="679"/>
                    <a:pt x="1942" y="584"/>
                    <a:pt x="1954" y="358"/>
                  </a:cubicBezTo>
                  <a:cubicBezTo>
                    <a:pt x="1954" y="120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5" name="Google Shape;1945;p64"/>
            <p:cNvSpPr/>
            <p:nvPr/>
          </p:nvSpPr>
          <p:spPr>
            <a:xfrm>
              <a:off x="5775700" y="429322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84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6" name="Google Shape;1946;p64"/>
            <p:cNvSpPr/>
            <p:nvPr/>
          </p:nvSpPr>
          <p:spPr>
            <a:xfrm>
              <a:off x="5395300" y="35987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8"/>
                  </a:cubicBezTo>
                  <a:cubicBezTo>
                    <a:pt x="2299" y="180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7" name="Google Shape;1947;p64"/>
            <p:cNvSpPr/>
            <p:nvPr/>
          </p:nvSpPr>
          <p:spPr>
            <a:xfrm>
              <a:off x="5395300" y="35106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8" name="Google Shape;1948;p64"/>
            <p:cNvSpPr/>
            <p:nvPr/>
          </p:nvSpPr>
          <p:spPr>
            <a:xfrm>
              <a:off x="5395300" y="34225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9" name="Google Shape;1949;p64"/>
            <p:cNvSpPr/>
            <p:nvPr/>
          </p:nvSpPr>
          <p:spPr>
            <a:xfrm>
              <a:off x="5395300" y="33347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0" name="Google Shape;1950;p64"/>
            <p:cNvSpPr/>
            <p:nvPr/>
          </p:nvSpPr>
          <p:spPr>
            <a:xfrm>
              <a:off x="5395300" y="32466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1" name="Google Shape;1951;p64"/>
            <p:cNvSpPr/>
            <p:nvPr/>
          </p:nvSpPr>
          <p:spPr>
            <a:xfrm>
              <a:off x="5395300" y="42143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lnTo>
                    <a:pt x="1882" y="833"/>
                  </a:lnTo>
                  <a:cubicBezTo>
                    <a:pt x="2120" y="833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2" name="Google Shape;1952;p64"/>
            <p:cNvSpPr/>
            <p:nvPr/>
          </p:nvSpPr>
          <p:spPr>
            <a:xfrm>
              <a:off x="5395300" y="41265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79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3" name="Google Shape;1953;p64"/>
            <p:cNvSpPr/>
            <p:nvPr/>
          </p:nvSpPr>
          <p:spPr>
            <a:xfrm>
              <a:off x="5395300" y="40384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4" name="Google Shape;1954;p64"/>
            <p:cNvSpPr/>
            <p:nvPr/>
          </p:nvSpPr>
          <p:spPr>
            <a:xfrm>
              <a:off x="5395300" y="39506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5" name="Google Shape;1955;p64"/>
            <p:cNvSpPr/>
            <p:nvPr/>
          </p:nvSpPr>
          <p:spPr>
            <a:xfrm>
              <a:off x="5395300" y="38625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6" name="Google Shape;1956;p64"/>
            <p:cNvSpPr/>
            <p:nvPr/>
          </p:nvSpPr>
          <p:spPr>
            <a:xfrm>
              <a:off x="5395300" y="43024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9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9" name="Google Shape;1959;p66"/>
          <p:cNvGrpSpPr/>
          <p:nvPr/>
        </p:nvGrpSpPr>
        <p:grpSpPr>
          <a:xfrm flipH="1">
            <a:off x="0" y="0"/>
            <a:ext cx="9144000" cy="5143500"/>
            <a:chOff x="0" y="0"/>
            <a:chExt cx="9144000" cy="5143500"/>
          </a:xfrm>
        </p:grpSpPr>
        <p:sp>
          <p:nvSpPr>
            <p:cNvPr id="1960" name="Google Shape;1960;p66"/>
            <p:cNvSpPr/>
            <p:nvPr/>
          </p:nvSpPr>
          <p:spPr>
            <a:xfrm>
              <a:off x="8546100" y="0"/>
              <a:ext cx="597900" cy="558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1" name="Google Shape;1961;p66"/>
            <p:cNvSpPr/>
            <p:nvPr/>
          </p:nvSpPr>
          <p:spPr>
            <a:xfrm>
              <a:off x="8546100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2" name="Google Shape;1962;p66"/>
            <p:cNvSpPr/>
            <p:nvPr/>
          </p:nvSpPr>
          <p:spPr>
            <a:xfrm>
              <a:off x="8546100" y="3871950"/>
              <a:ext cx="597900" cy="372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3" name="Google Shape;1963;p66"/>
            <p:cNvSpPr/>
            <p:nvPr/>
          </p:nvSpPr>
          <p:spPr>
            <a:xfrm>
              <a:off x="0" y="0"/>
              <a:ext cx="597900" cy="202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4" name="Google Shape;1964;p66"/>
          <p:cNvGrpSpPr/>
          <p:nvPr/>
        </p:nvGrpSpPr>
        <p:grpSpPr>
          <a:xfrm flipH="1">
            <a:off x="820373" y="4696505"/>
            <a:ext cx="1270801" cy="365754"/>
            <a:chOff x="720000" y="-118744"/>
            <a:chExt cx="1270801" cy="365754"/>
          </a:xfrm>
        </p:grpSpPr>
        <p:grpSp>
          <p:nvGrpSpPr>
            <p:cNvPr id="1965" name="Google Shape;1965;p66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966" name="Google Shape;196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7" name="Google Shape;196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8" name="Google Shape;196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69" name="Google Shape;1969;p66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970" name="Google Shape;1970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1" name="Google Shape;1971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2" name="Google Shape;1972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3" name="Google Shape;1973;p66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974" name="Google Shape;1974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5" name="Google Shape;1975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6" name="Google Shape;1976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7" name="Google Shape;1977;p66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978" name="Google Shape;1978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9" name="Google Shape;1979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0" name="Google Shape;1980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1" name="Google Shape;1981;p66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982" name="Google Shape;1982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3" name="Google Shape;1983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4" name="Google Shape;1984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5" name="Google Shape;1985;p66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986" name="Google Shape;198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7" name="Google Shape;198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8" name="Google Shape;198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9" name="Google Shape;1989;p66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990" name="Google Shape;1990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1" name="Google Shape;1991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2" name="Google Shape;1992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3" name="Google Shape;1993;p66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994" name="Google Shape;1994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5" name="Google Shape;1995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6" name="Google Shape;1996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7" name="Google Shape;1997;p66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998" name="Google Shape;1998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9" name="Google Shape;1999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0" name="Google Shape;2000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1" name="Google Shape;2001;p66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02" name="Google Shape;2002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3" name="Google Shape;2003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4" name="Google Shape;2004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5" name="Google Shape;2005;p66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06" name="Google Shape;200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7" name="Google Shape;200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8" name="Google Shape;200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009" name="Google Shape;2009;p66"/>
          <p:cNvSpPr/>
          <p:nvPr/>
        </p:nvSpPr>
        <p:spPr>
          <a:xfrm rot="5400000" flipH="1">
            <a:off x="793113" y="-1350"/>
            <a:ext cx="535212" cy="585488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10" name="Google Shape;2010;p66"/>
          <p:cNvGrpSpPr/>
          <p:nvPr/>
        </p:nvGrpSpPr>
        <p:grpSpPr>
          <a:xfrm flipH="1">
            <a:off x="8492778" y="3119228"/>
            <a:ext cx="597824" cy="2024284"/>
            <a:chOff x="6444250" y="1082400"/>
            <a:chExt cx="655150" cy="2218150"/>
          </a:xfrm>
        </p:grpSpPr>
        <p:sp>
          <p:nvSpPr>
            <p:cNvPr id="2011" name="Google Shape;2011;p66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p66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p66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p66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5" name="Google Shape;2015;p66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66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p66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p66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p66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p66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p66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p66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p66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p66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p66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p66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p66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p66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p66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p66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p66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p66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p66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4" name="Google Shape;2034;p66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5" name="Google Shape;2035;p66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6" name="Google Shape;2036;p66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7" name="Google Shape;2037;p66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8" name="Google Shape;2038;p66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0" name="Google Shape;2040;p67"/>
          <p:cNvGrpSpPr/>
          <p:nvPr/>
        </p:nvGrpSpPr>
        <p:grpSpPr>
          <a:xfrm>
            <a:off x="0" y="-4400"/>
            <a:ext cx="9144175" cy="5152325"/>
            <a:chOff x="0" y="-4400"/>
            <a:chExt cx="9144175" cy="5152325"/>
          </a:xfrm>
        </p:grpSpPr>
        <p:sp>
          <p:nvSpPr>
            <p:cNvPr id="2041" name="Google Shape;2041;p67"/>
            <p:cNvSpPr/>
            <p:nvPr/>
          </p:nvSpPr>
          <p:spPr>
            <a:xfrm rot="10800000" flipH="1">
              <a:off x="0" y="-4400"/>
              <a:ext cx="11166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2" name="Google Shape;2042;p67"/>
            <p:cNvSpPr/>
            <p:nvPr/>
          </p:nvSpPr>
          <p:spPr>
            <a:xfrm rot="10800000" flipH="1">
              <a:off x="0" y="2537925"/>
              <a:ext cx="11166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3" name="Google Shape;2043;p67"/>
            <p:cNvSpPr/>
            <p:nvPr/>
          </p:nvSpPr>
          <p:spPr>
            <a:xfrm rot="10800000" flipH="1">
              <a:off x="8543875" y="-4275"/>
              <a:ext cx="600300" cy="1096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4" name="Google Shape;2044;p67"/>
            <p:cNvSpPr/>
            <p:nvPr/>
          </p:nvSpPr>
          <p:spPr>
            <a:xfrm rot="10800000" flipH="1">
              <a:off x="8543875" y="1092225"/>
              <a:ext cx="600300" cy="40557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45" name="Google Shape;2045;p67"/>
          <p:cNvGrpSpPr/>
          <p:nvPr/>
        </p:nvGrpSpPr>
        <p:grpSpPr>
          <a:xfrm>
            <a:off x="103299" y="-400201"/>
            <a:ext cx="8237990" cy="5487987"/>
            <a:chOff x="103299" y="-400201"/>
            <a:chExt cx="8237990" cy="5487987"/>
          </a:xfrm>
        </p:grpSpPr>
        <p:sp>
          <p:nvSpPr>
            <p:cNvPr id="2046" name="Google Shape;2046;p67"/>
            <p:cNvSpPr/>
            <p:nvPr/>
          </p:nvSpPr>
          <p:spPr>
            <a:xfrm rot="5400000">
              <a:off x="2289415" y="-43576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47" name="Google Shape;2047;p67"/>
            <p:cNvGrpSpPr/>
            <p:nvPr/>
          </p:nvGrpSpPr>
          <p:grpSpPr>
            <a:xfrm>
              <a:off x="7648888" y="4395386"/>
              <a:ext cx="692400" cy="692400"/>
              <a:chOff x="-2671862" y="1494536"/>
              <a:chExt cx="692400" cy="692400"/>
            </a:xfrm>
          </p:grpSpPr>
          <p:sp>
            <p:nvSpPr>
              <p:cNvPr id="2048" name="Google Shape;2048;p67"/>
              <p:cNvSpPr/>
              <p:nvPr/>
            </p:nvSpPr>
            <p:spPr>
              <a:xfrm>
                <a:off x="-2480012" y="1686388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9" name="Google Shape;2049;p67"/>
              <p:cNvSpPr/>
              <p:nvPr/>
            </p:nvSpPr>
            <p:spPr>
              <a:xfrm rot="10800000">
                <a:off x="-2671862" y="1494536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0" name="Google Shape;2050;p67"/>
            <p:cNvGrpSpPr/>
            <p:nvPr/>
          </p:nvGrpSpPr>
          <p:grpSpPr>
            <a:xfrm rot="5400000">
              <a:off x="-349225" y="4195205"/>
              <a:ext cx="1270801" cy="365754"/>
              <a:chOff x="720000" y="-118744"/>
              <a:chExt cx="1270801" cy="365754"/>
            </a:xfrm>
          </p:grpSpPr>
          <p:grpSp>
            <p:nvGrpSpPr>
              <p:cNvPr id="2051" name="Google Shape;2051;p67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52" name="Google Shape;205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3" name="Google Shape;205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4" name="Google Shape;205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55" name="Google Shape;2055;p67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56" name="Google Shape;2056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7" name="Google Shape;2057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8" name="Google Shape;2058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59" name="Google Shape;2059;p67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0" name="Google Shape;2060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1" name="Google Shape;2061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2" name="Google Shape;2062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63" name="Google Shape;2063;p67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4" name="Google Shape;2064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5" name="Google Shape;2065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6" name="Google Shape;2066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67" name="Google Shape;2067;p67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8" name="Google Shape;2068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9" name="Google Shape;2069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0" name="Google Shape;2070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1" name="Google Shape;2071;p67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72" name="Google Shape;207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3" name="Google Shape;207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4" name="Google Shape;207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5" name="Google Shape;2075;p67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76" name="Google Shape;2076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7" name="Google Shape;2077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8" name="Google Shape;2078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9" name="Google Shape;2079;p67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0" name="Google Shape;2080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1" name="Google Shape;2081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2" name="Google Shape;2082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83" name="Google Shape;2083;p67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4" name="Google Shape;2084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5" name="Google Shape;2085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6" name="Google Shape;2086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87" name="Google Shape;2087;p67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8" name="Google Shape;2088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9" name="Google Shape;2089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0" name="Google Shape;2090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91" name="Google Shape;2091;p67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92" name="Google Shape;209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3" name="Google Shape;209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4" name="Google Shape;209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endParaRPr/>
          </a:p>
        </p:txBody>
      </p:sp>
      <p:sp>
        <p:nvSpPr>
          <p:cNvPr id="7" name="Google Shape;7;p35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9" name="Google Shape;4329;p1"/>
          <p:cNvSpPr txBox="1">
            <a:spLocks noGrp="1"/>
          </p:cNvSpPr>
          <p:nvPr>
            <p:ph type="ctrTitle"/>
          </p:nvPr>
        </p:nvSpPr>
        <p:spPr>
          <a:xfrm>
            <a:off x="1396950" y="597363"/>
            <a:ext cx="6350100" cy="102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ja-JP" sz="4800" b="1" dirty="0">
                <a:latin typeface="Meiryo"/>
                <a:ea typeface="Meiryo"/>
                <a:cs typeface="Meiryo"/>
                <a:sym typeface="Meiryo"/>
              </a:rPr>
              <a:t>生命化学</a:t>
            </a:r>
            <a:r>
              <a:rPr lang="en-US" altLang="ja-JP" sz="4800" b="1" dirty="0">
                <a:latin typeface="Meiryo"/>
                <a:ea typeface="Meiryo"/>
                <a:cs typeface="Meiryo"/>
                <a:sym typeface="Meiryo"/>
              </a:rPr>
              <a:t> </a:t>
            </a:r>
            <a:r>
              <a:rPr lang="ja-JP" sz="4800" b="1" dirty="0">
                <a:latin typeface="Meiryo"/>
                <a:ea typeface="Meiryo"/>
                <a:cs typeface="Meiryo"/>
                <a:sym typeface="Meiryo"/>
              </a:rPr>
              <a:t>学術研究会</a:t>
            </a:r>
            <a:endParaRPr sz="4800" b="1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30" name="Google Shape;4330;p1"/>
          <p:cNvSpPr txBox="1">
            <a:spLocks noGrp="1"/>
          </p:cNvSpPr>
          <p:nvPr>
            <p:ph type="subTitle" idx="1"/>
          </p:nvPr>
        </p:nvSpPr>
        <p:spPr>
          <a:xfrm>
            <a:off x="2307598" y="1598192"/>
            <a:ext cx="4528800" cy="45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050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ja-JP" altLang="en-US" sz="2400" dirty="0">
                <a:latin typeface="Meiryo"/>
                <a:ea typeface="Meiryo"/>
                <a:cs typeface="Meiryo"/>
                <a:sym typeface="Meiryo"/>
              </a:rPr>
              <a:t>名前</a:t>
            </a:r>
            <a:endParaRPr sz="24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31" name="Google Shape;4331;p1"/>
          <p:cNvGrpSpPr/>
          <p:nvPr/>
        </p:nvGrpSpPr>
        <p:grpSpPr>
          <a:xfrm>
            <a:off x="7555731" y="1070099"/>
            <a:ext cx="748106" cy="737411"/>
            <a:chOff x="7538675" y="946750"/>
            <a:chExt cx="1000275" cy="985975"/>
          </a:xfrm>
        </p:grpSpPr>
        <p:sp>
          <p:nvSpPr>
            <p:cNvPr id="4332" name="Google Shape;4332;p1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33" name="Google Shape;4333;p1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2" name="Google Shape;4329;p1">
            <a:extLst>
              <a:ext uri="{FF2B5EF4-FFF2-40B4-BE49-F238E27FC236}">
                <a16:creationId xmlns:a16="http://schemas.microsoft.com/office/drawing/2014/main" id="{D1CF36BE-590E-745A-EE4B-4C33C3013177}"/>
              </a:ext>
            </a:extLst>
          </p:cNvPr>
          <p:cNvSpPr txBox="1">
            <a:spLocks/>
          </p:cNvSpPr>
          <p:nvPr/>
        </p:nvSpPr>
        <p:spPr>
          <a:xfrm>
            <a:off x="1396950" y="4498447"/>
            <a:ext cx="6350100" cy="645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6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r>
              <a:rPr lang="ja-JP" altLang="en-US" sz="2400" dirty="0">
                <a:latin typeface="Meiryo"/>
                <a:ea typeface="Meiryo"/>
                <a:cs typeface="Meiryo"/>
                <a:sym typeface="Meiryo"/>
              </a:rPr>
              <a:t>サークル説明 </a:t>
            </a:r>
            <a:r>
              <a:rPr lang="en-US" altLang="ja-JP" sz="2400" dirty="0">
                <a:latin typeface="Meiryo"/>
                <a:ea typeface="Meiryo"/>
                <a:cs typeface="Meiryo"/>
                <a:sym typeface="Meiryo"/>
              </a:rPr>
              <a:t>2025.04.00</a:t>
            </a:r>
            <a:endParaRPr lang="ja-JP" altLang="en-US" sz="2400" dirty="0"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DC0B420E-6E9E-1276-041A-C38DE8D1D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436" y="2196276"/>
            <a:ext cx="2143125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8" name="Google Shape;4358;p3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 dirty="0"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59" name="Google Shape;4359;p3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01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60" name="Google Shape;4360;p3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361" name="Google Shape;4361;p3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62" name="Google Shape;4362;p3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7" name="Google Shape;4367;p4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 dirty="0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dirty="0"/>
          </a:p>
        </p:txBody>
      </p:sp>
      <p:graphicFrame>
        <p:nvGraphicFramePr>
          <p:cNvPr id="4368" name="Google Shape;4368;p4"/>
          <p:cNvGraphicFramePr/>
          <p:nvPr>
            <p:extLst>
              <p:ext uri="{D42A27DB-BD31-4B8C-83A1-F6EECF244321}">
                <p14:modId xmlns:p14="http://schemas.microsoft.com/office/powerpoint/2010/main" val="3019101797"/>
              </p:ext>
            </p:extLst>
          </p:nvPr>
        </p:nvGraphicFramePr>
        <p:xfrm>
          <a:off x="796882" y="1427940"/>
          <a:ext cx="8175075" cy="3200470"/>
        </p:xfrm>
        <a:graphic>
          <a:graphicData uri="http://schemas.openxmlformats.org/drawingml/2006/table">
            <a:tbl>
              <a:tblPr firstRow="1" bandRow="1">
                <a:noFill/>
                <a:tableStyleId>{82D26668-817D-456F-9A36-F68131A2A8B9}</a:tableStyleId>
              </a:tblPr>
              <a:tblGrid>
                <a:gridCol w="18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内容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4月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新入生向け説明会</a:t>
                      </a:r>
                      <a:r>
                        <a:rPr lang="ja-JP" altLang="en-US" sz="2400" u="none" strike="noStrike" cap="none" dirty="0"/>
                        <a:t>（←今ココ！）</a:t>
                      </a:r>
                      <a:endParaRPr sz="24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5～6月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新入生向け実験体験会</a:t>
                      </a:r>
                      <a:endParaRPr sz="2400" b="1" u="none" strike="noStrike" cap="none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8～9月</a:t>
                      </a:r>
                      <a:endParaRPr sz="2400" u="none" strike="noStrike" cap="none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夏季実験</a:t>
                      </a:r>
                      <a:endParaRPr sz="2400" b="1" u="none" strike="noStrike" cap="none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9月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研究発表</a:t>
                      </a:r>
                      <a:r>
                        <a:rPr lang="ja-JP" sz="2400" u="none" strike="noStrike" cap="none" dirty="0"/>
                        <a:t>（準備），学部祭飲食店（準備）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381402545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10月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学部祭：</a:t>
                      </a: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研究発表</a:t>
                      </a:r>
                      <a:r>
                        <a:rPr lang="ja-JP" sz="2400" u="none" strike="noStrike" cap="none" dirty="0"/>
                        <a:t>・飲食店</a:t>
                      </a:r>
                      <a:endParaRPr sz="24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383411307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12月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2400" u="none" strike="noStrike" cap="none" dirty="0"/>
                        <a:t>学術部連盟発表会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3731886689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3" name="Google Shape;4373;p5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 dirty="0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dirty="0"/>
          </a:p>
        </p:txBody>
      </p:sp>
      <p:sp>
        <p:nvSpPr>
          <p:cNvPr id="2" name="Google Shape;4358;p3">
            <a:extLst>
              <a:ext uri="{FF2B5EF4-FFF2-40B4-BE49-F238E27FC236}">
                <a16:creationId xmlns:a16="http://schemas.microsoft.com/office/drawing/2014/main" id="{2BD1B38B-917A-C9D3-D62F-D1E39E032D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258" y="2401849"/>
            <a:ext cx="7657484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altLang="en-US" sz="3200" dirty="0">
                <a:latin typeface="Meiryo"/>
                <a:ea typeface="Meiryo"/>
                <a:cs typeface="Meiryo"/>
                <a:sym typeface="Meiryo"/>
              </a:rPr>
              <a:t>これから皆さんと作っていきましょう！</a:t>
            </a:r>
            <a:endParaRPr sz="3200" dirty="0"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9" name="Google Shape;4379;p6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>
                <a:latin typeface="Meiryo"/>
                <a:ea typeface="Meiryo"/>
                <a:cs typeface="Meiryo"/>
                <a:sym typeface="Meiryo"/>
              </a:rPr>
              <a:t>活動内容とメリット</a:t>
            </a:r>
            <a:endParaRPr sz="40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80" name="Google Shape;4380;p6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02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81" name="Google Shape;4381;p6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382" name="Google Shape;4382;p6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83" name="Google Shape;4383;p6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8" name="Google Shape;4388;p7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１／４</a:t>
            </a:r>
            <a:endParaRPr/>
          </a:p>
        </p:txBody>
      </p:sp>
      <p:sp>
        <p:nvSpPr>
          <p:cNvPr id="4389" name="Google Shape;4389;p7"/>
          <p:cNvSpPr txBox="1"/>
          <p:nvPr/>
        </p:nvSpPr>
        <p:spPr>
          <a:xfrm>
            <a:off x="213360" y="1439523"/>
            <a:ext cx="4640580" cy="277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marR="0" lvl="0" indent="-45720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1" i="0" u="none" strike="noStrike" cap="none" dirty="0">
                <a:solidFill>
                  <a:srgbClr val="FF0000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春季実験</a:t>
            </a:r>
            <a:r>
              <a:rPr lang="ja-JP" sz="28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（実験体験会）</a:t>
            </a:r>
            <a:endParaRPr sz="28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→ 新入生に向けた，実験を行います．</a:t>
            </a:r>
            <a:endParaRPr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 昨年は「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チーズ・ヨーグルト</a:t>
            </a: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」を</a:t>
            </a:r>
            <a:endParaRPr lang="en-US" altLang="ja-JP"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000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 作りました！</a:t>
            </a:r>
            <a:endParaRPr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</p:txBody>
      </p:sp>
      <p:pic>
        <p:nvPicPr>
          <p:cNvPr id="4390" name="Google Shape;4390;p7"/>
          <p:cNvPicPr preferRelativeResize="0"/>
          <p:nvPr/>
        </p:nvPicPr>
        <p:blipFill rotWithShape="1">
          <a:blip r:embed="rId3">
            <a:alphaModFix/>
          </a:blip>
          <a:srcRect l="18174" t="4416" r="17578"/>
          <a:stretch/>
        </p:blipFill>
        <p:spPr>
          <a:xfrm>
            <a:off x="4796790" y="1454972"/>
            <a:ext cx="3733800" cy="2777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95" name="Google Shape;4395;p8"/>
          <p:cNvGrpSpPr/>
          <p:nvPr/>
        </p:nvGrpSpPr>
        <p:grpSpPr>
          <a:xfrm>
            <a:off x="7832154" y="-94268"/>
            <a:ext cx="692400" cy="692400"/>
            <a:chOff x="-2469274" y="1499023"/>
            <a:chExt cx="692400" cy="692400"/>
          </a:xfrm>
        </p:grpSpPr>
        <p:sp>
          <p:nvSpPr>
            <p:cNvPr id="4396" name="Google Shape;4396;p8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97" name="Google Shape;4397;p8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4398" name="Google Shape;4398;p8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２／４</a:t>
            </a:r>
            <a:endParaRPr/>
          </a:p>
        </p:txBody>
      </p:sp>
      <p:sp>
        <p:nvSpPr>
          <p:cNvPr id="4399" name="Google Shape;4399;p8"/>
          <p:cNvSpPr txBox="1"/>
          <p:nvPr/>
        </p:nvSpPr>
        <p:spPr>
          <a:xfrm>
            <a:off x="4411287" y="1570479"/>
            <a:ext cx="4732713" cy="2615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1" i="0" u="none" strike="noStrike" cap="none" dirty="0">
                <a:solidFill>
                  <a:srgbClr val="FF0000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夏季実験</a:t>
            </a:r>
            <a:endParaRPr sz="2800" b="1" i="0" u="none" strike="noStrike" cap="none" dirty="0">
              <a:solidFill>
                <a:srgbClr val="FF0000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→ 実験体験会で行った内容を，</a:t>
            </a:r>
            <a:endParaRPr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　 進展させて行う予定です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！</a:t>
            </a:r>
            <a:endParaRPr sz="28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</p:txBody>
      </p:sp>
      <p:pic>
        <p:nvPicPr>
          <p:cNvPr id="4400" name="Google Shape;4400;p8"/>
          <p:cNvPicPr preferRelativeResize="0"/>
          <p:nvPr/>
        </p:nvPicPr>
        <p:blipFill rotWithShape="1">
          <a:blip r:embed="rId3">
            <a:alphaModFix/>
          </a:blip>
          <a:srcRect t="1225"/>
          <a:stretch/>
        </p:blipFill>
        <p:spPr>
          <a:xfrm>
            <a:off x="590550" y="1495336"/>
            <a:ext cx="3733800" cy="276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5" name="Google Shape;4405;p9"/>
          <p:cNvSpPr txBox="1"/>
          <p:nvPr/>
        </p:nvSpPr>
        <p:spPr>
          <a:xfrm>
            <a:off x="137160" y="1370995"/>
            <a:ext cx="5029893" cy="2766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1" i="0" u="none" strike="noStrike" cap="none" dirty="0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学部祭での展示・発表</a:t>
            </a:r>
            <a:endParaRPr sz="2800" b="1" i="0" u="none" strike="noStrike" cap="none" dirty="0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→ 夏季実験の研究内容をまとめ，</a:t>
            </a:r>
            <a:endParaRPr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　 </a:t>
            </a:r>
            <a:r>
              <a:rPr lang="ja-JP" sz="2000" b="0" i="0" u="none" strike="noStrike" cap="none" dirty="0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学部祭で展示・発表</a:t>
            </a: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を行います！</a:t>
            </a:r>
            <a:endParaRPr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昨年「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市販のヨーグルト中の乳酸菌の</a:t>
            </a:r>
            <a:endParaRPr lang="en-US" altLang="ja-JP"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0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　　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簡易同定とヨーグルト化試験</a:t>
            </a: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」</a:t>
            </a:r>
            <a:endParaRPr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06" name="Google Shape;4406;p9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３／４</a:t>
            </a:r>
            <a:endParaRPr/>
          </a:p>
        </p:txBody>
      </p:sp>
      <p:pic>
        <p:nvPicPr>
          <p:cNvPr id="4407" name="Google Shape;4407;p9"/>
          <p:cNvPicPr preferRelativeResize="0"/>
          <p:nvPr/>
        </p:nvPicPr>
        <p:blipFill rotWithShape="1">
          <a:blip r:embed="rId3">
            <a:alphaModFix/>
          </a:blip>
          <a:srcRect l="2660" t="4656" r="6054" b="5197"/>
          <a:stretch/>
        </p:blipFill>
        <p:spPr>
          <a:xfrm>
            <a:off x="5029893" y="1370996"/>
            <a:ext cx="3733800" cy="276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2" name="Google Shape;4412;p10"/>
          <p:cNvGrpSpPr/>
          <p:nvPr/>
        </p:nvGrpSpPr>
        <p:grpSpPr>
          <a:xfrm>
            <a:off x="7766275" y="232060"/>
            <a:ext cx="748106" cy="737411"/>
            <a:chOff x="7538675" y="946750"/>
            <a:chExt cx="1000275" cy="985975"/>
          </a:xfrm>
        </p:grpSpPr>
        <p:sp>
          <p:nvSpPr>
            <p:cNvPr id="4413" name="Google Shape;4413;p10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4" name="Google Shape;4414;p10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415" name="Google Shape;4415;p10"/>
          <p:cNvGrpSpPr/>
          <p:nvPr/>
        </p:nvGrpSpPr>
        <p:grpSpPr>
          <a:xfrm flipH="1">
            <a:off x="7972690" y="3566565"/>
            <a:ext cx="1054250" cy="1523353"/>
            <a:chOff x="3042625" y="2926050"/>
            <a:chExt cx="1077525" cy="1556825"/>
          </a:xfrm>
        </p:grpSpPr>
        <p:sp>
          <p:nvSpPr>
            <p:cNvPr id="4416" name="Google Shape;4416;p10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7" name="Google Shape;4417;p10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8" name="Google Shape;4418;p10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9" name="Google Shape;4419;p10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0" name="Google Shape;4420;p10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1" name="Google Shape;4421;p10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2" name="Google Shape;4422;p10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3" name="Google Shape;4423;p10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4" name="Google Shape;4424;p10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5" name="Google Shape;4425;p10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6" name="Google Shape;4426;p10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7" name="Google Shape;4427;p10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8" name="Google Shape;4428;p10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9" name="Google Shape;4429;p10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4430" name="Google Shape;4430;p10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４／４</a:t>
            </a:r>
            <a:endParaRPr/>
          </a:p>
        </p:txBody>
      </p:sp>
      <p:sp>
        <p:nvSpPr>
          <p:cNvPr id="4431" name="Google Shape;4431;p10"/>
          <p:cNvSpPr txBox="1"/>
          <p:nvPr/>
        </p:nvSpPr>
        <p:spPr>
          <a:xfrm>
            <a:off x="921327" y="1233232"/>
            <a:ext cx="8222673" cy="3320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講義内容を実験を通して理解できる．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相談できる先輩を見つける．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実験や試験，講義についての詳細を知れる．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MS-Officeが使えるようになる．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先取りして器具を使える．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32" name="Google Shape;4432;p10"/>
          <p:cNvSpPr/>
          <p:nvPr/>
        </p:nvSpPr>
        <p:spPr>
          <a:xfrm>
            <a:off x="767846" y="2310390"/>
            <a:ext cx="7608308" cy="1165860"/>
          </a:xfrm>
          <a:prstGeom prst="rect">
            <a:avLst/>
          </a:prstGeom>
          <a:solidFill>
            <a:srgbClr val="C4DBF1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0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活動に参加するとメリットがある！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44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44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3" name="Google Shape;4693;p23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 dirty="0">
                <a:latin typeface="Meiryo"/>
                <a:ea typeface="Meiryo"/>
                <a:cs typeface="Meiryo"/>
                <a:sym typeface="Meiryo"/>
              </a:rPr>
              <a:t>入部について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94" name="Google Shape;4694;p23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altLang="ja-JP" sz="8000" dirty="0">
                <a:latin typeface="Meiryo"/>
                <a:ea typeface="Meiryo"/>
                <a:cs typeface="Meiryo"/>
                <a:sym typeface="Meiryo"/>
              </a:rPr>
              <a:t>03</a:t>
            </a:r>
            <a:endParaRPr sz="80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695" name="Google Shape;4695;p23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696" name="Google Shape;4696;p23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697" name="Google Shape;4697;p23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90D306F-6011-E1D3-5892-F5EB399C2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149" y="1107888"/>
            <a:ext cx="3968772" cy="3968772"/>
          </a:xfrm>
          <a:prstGeom prst="rect">
            <a:avLst/>
          </a:prstGeom>
        </p:spPr>
      </p:pic>
      <p:grpSp>
        <p:nvGrpSpPr>
          <p:cNvPr id="4702" name="Google Shape;4702;p24"/>
          <p:cNvGrpSpPr/>
          <p:nvPr/>
        </p:nvGrpSpPr>
        <p:grpSpPr>
          <a:xfrm>
            <a:off x="298673" y="3366169"/>
            <a:ext cx="1168684" cy="1688532"/>
            <a:chOff x="3042625" y="2926050"/>
            <a:chExt cx="1077525" cy="1556825"/>
          </a:xfrm>
        </p:grpSpPr>
        <p:sp>
          <p:nvSpPr>
            <p:cNvPr id="4703" name="Google Shape;4703;p2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4" name="Google Shape;4704;p2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5" name="Google Shape;4705;p2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6" name="Google Shape;4706;p2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7" name="Google Shape;4707;p2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8" name="Google Shape;4708;p2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9" name="Google Shape;4709;p2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0" name="Google Shape;4710;p2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1" name="Google Shape;4711;p2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2" name="Google Shape;4712;p2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3" name="Google Shape;4713;p2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4" name="Google Shape;4714;p2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5" name="Google Shape;4715;p2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6" name="Google Shape;4716;p2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717" name="Google Shape;4717;p24"/>
          <p:cNvGrpSpPr/>
          <p:nvPr/>
        </p:nvGrpSpPr>
        <p:grpSpPr>
          <a:xfrm rot="-1393521">
            <a:off x="8136733" y="345399"/>
            <a:ext cx="511083" cy="655001"/>
            <a:chOff x="-5220725" y="1178629"/>
            <a:chExt cx="413256" cy="529626"/>
          </a:xfrm>
        </p:grpSpPr>
        <p:sp>
          <p:nvSpPr>
            <p:cNvPr id="4718" name="Google Shape;4718;p24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9" name="Google Shape;4719;p24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20" name="Google Shape;4720;p24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cxnSp>
          <p:nvCxnSpPr>
            <p:cNvPr id="4721" name="Google Shape;4721;p24"/>
            <p:cNvCxnSpPr>
              <a:stCxn id="4720" idx="0"/>
              <a:endCxn id="4718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722" name="Google Shape;4722;p24"/>
            <p:cNvCxnSpPr>
              <a:stCxn id="4719" idx="2"/>
              <a:endCxn id="4718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723" name="Google Shape;4723;p24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本入部について</a:t>
            </a:r>
            <a:endParaRPr/>
          </a:p>
        </p:txBody>
      </p:sp>
      <p:sp>
        <p:nvSpPr>
          <p:cNvPr id="4725" name="Google Shape;4725;p24"/>
          <p:cNvSpPr txBox="1"/>
          <p:nvPr/>
        </p:nvSpPr>
        <p:spPr>
          <a:xfrm>
            <a:off x="597358" y="2165881"/>
            <a:ext cx="3955824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QRコードを読み込み，</a:t>
            </a:r>
            <a:endParaRPr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Formに回答してください．</a:t>
            </a:r>
            <a:endParaRPr lang="ja-JP" altLang="en-US"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2">
          <a:extLst>
            <a:ext uri="{FF2B5EF4-FFF2-40B4-BE49-F238E27FC236}">
              <a16:creationId xmlns:a16="http://schemas.microsoft.com/office/drawing/2014/main" id="{7569C454-067B-50C1-87FA-9F1D1613B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3" name="Google Shape;4693;p23">
            <a:extLst>
              <a:ext uri="{FF2B5EF4-FFF2-40B4-BE49-F238E27FC236}">
                <a16:creationId xmlns:a16="http://schemas.microsoft.com/office/drawing/2014/main" id="{BBD604FC-970A-1355-1432-FA3475E0BA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altLang="en-US" sz="4000" dirty="0">
                <a:latin typeface="Meiryo"/>
                <a:ea typeface="Meiryo"/>
                <a:cs typeface="Meiryo"/>
                <a:sym typeface="Meiryo"/>
              </a:rPr>
              <a:t>顧問 荻原先生からのお話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94" name="Google Shape;4694;p23">
            <a:extLst>
              <a:ext uri="{FF2B5EF4-FFF2-40B4-BE49-F238E27FC236}">
                <a16:creationId xmlns:a16="http://schemas.microsoft.com/office/drawing/2014/main" id="{93CC02E0-74F9-3CC4-E3C6-058C6A33897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sz="8000" dirty="0">
                <a:latin typeface="Meiryo"/>
                <a:ea typeface="Meiryo"/>
                <a:cs typeface="Meiryo"/>
                <a:sym typeface="Meiryo"/>
              </a:rPr>
              <a:t>04</a:t>
            </a:r>
            <a:endParaRPr sz="80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695" name="Google Shape;4695;p23">
            <a:extLst>
              <a:ext uri="{FF2B5EF4-FFF2-40B4-BE49-F238E27FC236}">
                <a16:creationId xmlns:a16="http://schemas.microsoft.com/office/drawing/2014/main" id="{AD868F16-E9DE-9AA3-FD30-ACB6A23822A9}"/>
              </a:ext>
            </a:extLst>
          </p:cNvPr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696" name="Google Shape;4696;p23">
              <a:extLst>
                <a:ext uri="{FF2B5EF4-FFF2-40B4-BE49-F238E27FC236}">
                  <a16:creationId xmlns:a16="http://schemas.microsoft.com/office/drawing/2014/main" id="{42761E1E-8BC7-767C-A1C2-2E144259892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697" name="Google Shape;4697;p23">
              <a:extLst>
                <a:ext uri="{FF2B5EF4-FFF2-40B4-BE49-F238E27FC236}">
                  <a16:creationId xmlns:a16="http://schemas.microsoft.com/office/drawing/2014/main" id="{F65937EF-943D-263B-6577-35AD2C8CB7AB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6818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2">
          <a:extLst>
            <a:ext uri="{FF2B5EF4-FFF2-40B4-BE49-F238E27FC236}">
              <a16:creationId xmlns:a16="http://schemas.microsoft.com/office/drawing/2014/main" id="{B8DC65C0-9764-83D3-A8D9-E9F597430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3" name="Google Shape;4693;p23">
            <a:extLst>
              <a:ext uri="{FF2B5EF4-FFF2-40B4-BE49-F238E27FC236}">
                <a16:creationId xmlns:a16="http://schemas.microsoft.com/office/drawing/2014/main" id="{1644806A-A94F-7319-5195-68B918B727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altLang="en-US" sz="4000" dirty="0">
                <a:latin typeface="Meiryo"/>
                <a:ea typeface="Meiryo"/>
                <a:cs typeface="Meiryo"/>
                <a:sym typeface="Meiryo"/>
              </a:rPr>
              <a:t>質問があればどうぞ！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94" name="Google Shape;4694;p23">
            <a:extLst>
              <a:ext uri="{FF2B5EF4-FFF2-40B4-BE49-F238E27FC236}">
                <a16:creationId xmlns:a16="http://schemas.microsoft.com/office/drawing/2014/main" id="{F65E3540-5204-592B-8108-C3A7151411E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sz="8000" dirty="0">
                <a:latin typeface="Meiryo"/>
                <a:ea typeface="Meiryo"/>
                <a:cs typeface="Meiryo"/>
                <a:sym typeface="Meiryo"/>
              </a:rPr>
              <a:t>05</a:t>
            </a:r>
            <a:endParaRPr sz="80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695" name="Google Shape;4695;p23">
            <a:extLst>
              <a:ext uri="{FF2B5EF4-FFF2-40B4-BE49-F238E27FC236}">
                <a16:creationId xmlns:a16="http://schemas.microsoft.com/office/drawing/2014/main" id="{D8C1C1EF-8D0A-82E8-EB96-03FED9B3E1F0}"/>
              </a:ext>
            </a:extLst>
          </p:cNvPr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696" name="Google Shape;4696;p23">
              <a:extLst>
                <a:ext uri="{FF2B5EF4-FFF2-40B4-BE49-F238E27FC236}">
                  <a16:creationId xmlns:a16="http://schemas.microsoft.com/office/drawing/2014/main" id="{A3322EEC-7479-B015-322C-ED4FBCF375F0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697" name="Google Shape;4697;p23">
              <a:extLst>
                <a:ext uri="{FF2B5EF4-FFF2-40B4-BE49-F238E27FC236}">
                  <a16:creationId xmlns:a16="http://schemas.microsoft.com/office/drawing/2014/main" id="{9790425E-210B-861D-BA78-B66978357C20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48199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3" name="Google Shape;4743;p34"/>
          <p:cNvSpPr txBox="1">
            <a:spLocks noGrp="1"/>
          </p:cNvSpPr>
          <p:nvPr>
            <p:ph type="title"/>
          </p:nvPr>
        </p:nvSpPr>
        <p:spPr>
          <a:xfrm>
            <a:off x="2347950" y="1896927"/>
            <a:ext cx="4448100" cy="10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 sz="6000" b="1" dirty="0">
                <a:latin typeface="Meiryo"/>
                <a:ea typeface="Meiryo"/>
                <a:cs typeface="Meiryo"/>
                <a:sym typeface="Meiryo"/>
              </a:rPr>
              <a:t>Thanks!</a:t>
            </a:r>
            <a:endParaRPr sz="6000" b="1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44" name="Google Shape;4744;p34"/>
          <p:cNvSpPr txBox="1"/>
          <p:nvPr/>
        </p:nvSpPr>
        <p:spPr>
          <a:xfrm>
            <a:off x="2496150" y="2825427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ja-JP" sz="11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Please keep this slide for attribution</a:t>
            </a:r>
            <a:endParaRPr sz="11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903737" y="3085827"/>
            <a:ext cx="1082266" cy="1563831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emical Engineering Portfolio by Slidesgo">
  <a:themeElements>
    <a:clrScheme name="Simple Light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FFFF"/>
      </a:accent5>
      <a:accent6>
        <a:srgbClr val="FFFFFF"/>
      </a:accent6>
      <a:hlink>
        <a:srgbClr val="041F3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286</Words>
  <Application>Microsoft Office PowerPoint</Application>
  <PresentationFormat>画面に合わせる (16:9)</PresentationFormat>
  <Paragraphs>57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4" baseType="lpstr">
      <vt:lpstr>Anaheim</vt:lpstr>
      <vt:lpstr>ＭＳ ゴシック</vt:lpstr>
      <vt:lpstr>Noto Sans Symbols</vt:lpstr>
      <vt:lpstr>メイリオ</vt:lpstr>
      <vt:lpstr>メイリオ</vt:lpstr>
      <vt:lpstr>Arial</vt:lpstr>
      <vt:lpstr>Nunito Light</vt:lpstr>
      <vt:lpstr>Raleway</vt:lpstr>
      <vt:lpstr>Raleway Medium</vt:lpstr>
      <vt:lpstr>Chemical Engineering Portfolio by Slidesgo</vt:lpstr>
      <vt:lpstr>生命化学 学術研究会</vt:lpstr>
      <vt:lpstr>年間予定について</vt:lpstr>
      <vt:lpstr>PowerPoint プレゼンテーション</vt:lpstr>
      <vt:lpstr>これから皆さんと作っていきましょう！</vt:lpstr>
      <vt:lpstr>活動内容とメリット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入部について</vt:lpstr>
      <vt:lpstr>PowerPoint プレゼンテーション</vt:lpstr>
      <vt:lpstr>顧問 荻原先生からのお話</vt:lpstr>
      <vt:lpstr>質問があればどうぞ！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寺谷優輝</dc:creator>
  <cp:lastModifiedBy>Hojicya</cp:lastModifiedBy>
  <cp:revision>11</cp:revision>
  <dcterms:modified xsi:type="dcterms:W3CDTF">2025-03-16T19:41:00Z</dcterms:modified>
</cp:coreProperties>
</file>