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16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92" r:id="rId12"/>
    <p:sldId id="289" r:id="rId13"/>
    <p:sldId id="290" r:id="rId14"/>
    <p:sldId id="294" r:id="rId15"/>
  </p:sldIdLst>
  <p:sldSz cx="12192000" cy="6858000"/>
  <p:notesSz cx="6858000" cy="9144000"/>
  <p:embeddedFontLst>
    <p:embeddedFont>
      <p:font typeface="Nunito Light" pitchFamily="2" charset="0"/>
      <p:regular r:id="rId17"/>
      <p:italic r:id="rId18"/>
    </p:embeddedFont>
    <p:embeddedFont>
      <p:font typeface="メイリオ" panose="020B0604030504040204" pitchFamily="50" charset="-128"/>
      <p:regular r:id="rId19"/>
      <p:bold r:id="rId20"/>
      <p:italic r:id="rId21"/>
      <p:boldItalic r:id="rId22"/>
    </p:embeddedFont>
    <p:embeddedFont>
      <p:font typeface="メイリオ" panose="020B0604030504040204" pitchFamily="50" charset="-128"/>
      <p:regular r:id="rId19"/>
      <p:bold r:id="rId20"/>
      <p:italic r:id="rId21"/>
      <p:boldItalic r:id="rId22"/>
    </p:embeddedFont>
    <p:embeddedFont>
      <p:font typeface="游ゴシック" panose="020B0400000000000000" pitchFamily="50" charset="-128"/>
      <p:regular r:id="rId23"/>
      <p:bold r:id="rId24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114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2025/3/18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3" name="Google Shape;15;p36">
            <a:extLst>
              <a:ext uri="{FF2B5EF4-FFF2-40B4-BE49-F238E27FC236}">
                <a16:creationId xmlns:a16="http://schemas.microsoft.com/office/drawing/2014/main" id="{68C1456E-9FB1-B344-CC08-151B76420672}"/>
              </a:ext>
            </a:extLst>
          </p:cNvPr>
          <p:cNvSpPr/>
          <p:nvPr userDrawn="1"/>
        </p:nvSpPr>
        <p:spPr>
          <a:xfrm>
            <a:off x="9481140" y="5855544"/>
            <a:ext cx="1929564" cy="997400"/>
          </a:xfrm>
          <a:custGeom>
            <a:avLst/>
            <a:gdLst/>
            <a:ahLst/>
            <a:cxnLst/>
            <a:rect l="l" t="t" r="r" b="b"/>
            <a:pathLst>
              <a:path w="66961" h="34648" extrusionOk="0">
                <a:moveTo>
                  <a:pt x="28277" y="1322"/>
                </a:moveTo>
                <a:cubicBezTo>
                  <a:pt x="28575" y="1322"/>
                  <a:pt x="28718" y="1358"/>
                  <a:pt x="28718" y="1715"/>
                </a:cubicBezTo>
                <a:cubicBezTo>
                  <a:pt x="28694" y="5680"/>
                  <a:pt x="28670" y="9645"/>
                  <a:pt x="28670" y="13610"/>
                </a:cubicBezTo>
                <a:cubicBezTo>
                  <a:pt x="28432" y="13848"/>
                  <a:pt x="28135" y="13848"/>
                  <a:pt x="27849" y="13860"/>
                </a:cubicBezTo>
                <a:lnTo>
                  <a:pt x="23574" y="13860"/>
                </a:lnTo>
                <a:cubicBezTo>
                  <a:pt x="23277" y="13860"/>
                  <a:pt x="22979" y="13836"/>
                  <a:pt x="22753" y="13610"/>
                </a:cubicBezTo>
                <a:cubicBezTo>
                  <a:pt x="22741" y="9645"/>
                  <a:pt x="22741" y="5680"/>
                  <a:pt x="22717" y="1715"/>
                </a:cubicBezTo>
                <a:cubicBezTo>
                  <a:pt x="22717" y="1358"/>
                  <a:pt x="22860" y="1322"/>
                  <a:pt x="23158" y="1322"/>
                </a:cubicBezTo>
                <a:cubicBezTo>
                  <a:pt x="24009" y="1328"/>
                  <a:pt x="24860" y="1331"/>
                  <a:pt x="25713" y="1331"/>
                </a:cubicBezTo>
                <a:cubicBezTo>
                  <a:pt x="26566" y="1331"/>
                  <a:pt x="27420" y="1328"/>
                  <a:pt x="28277" y="1322"/>
                </a:cubicBezTo>
                <a:close/>
                <a:moveTo>
                  <a:pt x="58412" y="1322"/>
                </a:moveTo>
                <a:cubicBezTo>
                  <a:pt x="58710" y="1322"/>
                  <a:pt x="58853" y="1358"/>
                  <a:pt x="58853" y="1715"/>
                </a:cubicBezTo>
                <a:cubicBezTo>
                  <a:pt x="58829" y="5680"/>
                  <a:pt x="58817" y="9645"/>
                  <a:pt x="58805" y="13610"/>
                </a:cubicBezTo>
                <a:cubicBezTo>
                  <a:pt x="58579" y="13848"/>
                  <a:pt x="58281" y="13848"/>
                  <a:pt x="57984" y="13860"/>
                </a:cubicBezTo>
                <a:lnTo>
                  <a:pt x="53721" y="13860"/>
                </a:lnTo>
                <a:cubicBezTo>
                  <a:pt x="53423" y="13860"/>
                  <a:pt x="53126" y="13836"/>
                  <a:pt x="52900" y="13610"/>
                </a:cubicBezTo>
                <a:cubicBezTo>
                  <a:pt x="52888" y="9645"/>
                  <a:pt x="52876" y="5680"/>
                  <a:pt x="52852" y="1715"/>
                </a:cubicBezTo>
                <a:cubicBezTo>
                  <a:pt x="52852" y="1358"/>
                  <a:pt x="52995" y="1322"/>
                  <a:pt x="53292" y="1322"/>
                </a:cubicBezTo>
                <a:cubicBezTo>
                  <a:pt x="54150" y="1328"/>
                  <a:pt x="55004" y="1331"/>
                  <a:pt x="55857" y="1331"/>
                </a:cubicBezTo>
                <a:cubicBezTo>
                  <a:pt x="56710" y="1331"/>
                  <a:pt x="57561" y="1328"/>
                  <a:pt x="58412" y="1322"/>
                </a:cubicBezTo>
                <a:close/>
                <a:moveTo>
                  <a:pt x="13537" y="1370"/>
                </a:moveTo>
                <a:cubicBezTo>
                  <a:pt x="13657" y="1608"/>
                  <a:pt x="13597" y="1858"/>
                  <a:pt x="13597" y="2096"/>
                </a:cubicBezTo>
                <a:cubicBezTo>
                  <a:pt x="13609" y="5692"/>
                  <a:pt x="13621" y="9288"/>
                  <a:pt x="13609" y="12883"/>
                </a:cubicBezTo>
                <a:cubicBezTo>
                  <a:pt x="13609" y="13752"/>
                  <a:pt x="13549" y="13836"/>
                  <a:pt x="12716" y="13860"/>
                </a:cubicBezTo>
                <a:cubicBezTo>
                  <a:pt x="12025" y="13871"/>
                  <a:pt x="11335" y="13877"/>
                  <a:pt x="10644" y="13877"/>
                </a:cubicBezTo>
                <a:cubicBezTo>
                  <a:pt x="9954" y="13877"/>
                  <a:pt x="9263" y="13871"/>
                  <a:pt x="8573" y="13860"/>
                </a:cubicBezTo>
                <a:cubicBezTo>
                  <a:pt x="7763" y="13836"/>
                  <a:pt x="7680" y="13741"/>
                  <a:pt x="7680" y="12967"/>
                </a:cubicBezTo>
                <a:lnTo>
                  <a:pt x="7680" y="1953"/>
                </a:lnTo>
                <a:cubicBezTo>
                  <a:pt x="7680" y="1751"/>
                  <a:pt x="7632" y="1549"/>
                  <a:pt x="7739" y="1370"/>
                </a:cubicBezTo>
                <a:close/>
                <a:moveTo>
                  <a:pt x="43684" y="1370"/>
                </a:moveTo>
                <a:cubicBezTo>
                  <a:pt x="43791" y="1608"/>
                  <a:pt x="43744" y="1858"/>
                  <a:pt x="43744" y="2096"/>
                </a:cubicBezTo>
                <a:cubicBezTo>
                  <a:pt x="43744" y="5692"/>
                  <a:pt x="43756" y="9288"/>
                  <a:pt x="43756" y="12883"/>
                </a:cubicBezTo>
                <a:cubicBezTo>
                  <a:pt x="43756" y="13752"/>
                  <a:pt x="43684" y="13836"/>
                  <a:pt x="42863" y="13860"/>
                </a:cubicBezTo>
                <a:cubicBezTo>
                  <a:pt x="42166" y="13871"/>
                  <a:pt x="41473" y="13877"/>
                  <a:pt x="40780" y="13877"/>
                </a:cubicBezTo>
                <a:cubicBezTo>
                  <a:pt x="40088" y="13877"/>
                  <a:pt x="39398" y="13871"/>
                  <a:pt x="38707" y="13860"/>
                </a:cubicBezTo>
                <a:cubicBezTo>
                  <a:pt x="37898" y="13836"/>
                  <a:pt x="37814" y="13741"/>
                  <a:pt x="37814" y="12967"/>
                </a:cubicBezTo>
                <a:lnTo>
                  <a:pt x="37814" y="1953"/>
                </a:lnTo>
                <a:cubicBezTo>
                  <a:pt x="37814" y="1751"/>
                  <a:pt x="37779" y="1549"/>
                  <a:pt x="37874" y="1370"/>
                </a:cubicBezTo>
                <a:close/>
                <a:moveTo>
                  <a:pt x="45536" y="22062"/>
                </a:moveTo>
                <a:cubicBezTo>
                  <a:pt x="45553" y="22062"/>
                  <a:pt x="45571" y="22062"/>
                  <a:pt x="45589" y="22063"/>
                </a:cubicBezTo>
                <a:cubicBezTo>
                  <a:pt x="46047" y="22075"/>
                  <a:pt x="46506" y="22078"/>
                  <a:pt x="46964" y="22078"/>
                </a:cubicBezTo>
                <a:cubicBezTo>
                  <a:pt x="47423" y="22078"/>
                  <a:pt x="47881" y="22075"/>
                  <a:pt x="48339" y="22075"/>
                </a:cubicBezTo>
                <a:cubicBezTo>
                  <a:pt x="48792" y="22075"/>
                  <a:pt x="49247" y="22078"/>
                  <a:pt x="49704" y="22078"/>
                </a:cubicBezTo>
                <a:cubicBezTo>
                  <a:pt x="50161" y="22078"/>
                  <a:pt x="50619" y="22075"/>
                  <a:pt x="51078" y="22063"/>
                </a:cubicBezTo>
                <a:cubicBezTo>
                  <a:pt x="51094" y="22062"/>
                  <a:pt x="51109" y="22062"/>
                  <a:pt x="51124" y="22062"/>
                </a:cubicBezTo>
                <a:cubicBezTo>
                  <a:pt x="51444" y="22062"/>
                  <a:pt x="51542" y="22186"/>
                  <a:pt x="51542" y="22527"/>
                </a:cubicBezTo>
                <a:cubicBezTo>
                  <a:pt x="51518" y="23658"/>
                  <a:pt x="51518" y="24789"/>
                  <a:pt x="51542" y="25921"/>
                </a:cubicBezTo>
                <a:cubicBezTo>
                  <a:pt x="51542" y="26268"/>
                  <a:pt x="51416" y="26362"/>
                  <a:pt x="51113" y="26362"/>
                </a:cubicBezTo>
                <a:cubicBezTo>
                  <a:pt x="51094" y="26362"/>
                  <a:pt x="51074" y="26362"/>
                  <a:pt x="51054" y="26361"/>
                </a:cubicBezTo>
                <a:cubicBezTo>
                  <a:pt x="50143" y="26355"/>
                  <a:pt x="49229" y="26352"/>
                  <a:pt x="48316" y="26352"/>
                </a:cubicBezTo>
                <a:cubicBezTo>
                  <a:pt x="47402" y="26352"/>
                  <a:pt x="46488" y="26355"/>
                  <a:pt x="45577" y="26361"/>
                </a:cubicBezTo>
                <a:cubicBezTo>
                  <a:pt x="45220" y="26361"/>
                  <a:pt x="45113" y="26266"/>
                  <a:pt x="45125" y="25909"/>
                </a:cubicBezTo>
                <a:cubicBezTo>
                  <a:pt x="45149" y="24778"/>
                  <a:pt x="45149" y="23646"/>
                  <a:pt x="45125" y="22503"/>
                </a:cubicBezTo>
                <a:cubicBezTo>
                  <a:pt x="45125" y="22165"/>
                  <a:pt x="45231" y="22062"/>
                  <a:pt x="45536" y="22062"/>
                </a:cubicBezTo>
                <a:close/>
                <a:moveTo>
                  <a:pt x="20931" y="22063"/>
                </a:moveTo>
                <a:cubicBezTo>
                  <a:pt x="21288" y="22063"/>
                  <a:pt x="21396" y="22170"/>
                  <a:pt x="21384" y="22527"/>
                </a:cubicBezTo>
                <a:cubicBezTo>
                  <a:pt x="21372" y="23658"/>
                  <a:pt x="21360" y="24789"/>
                  <a:pt x="21384" y="25921"/>
                </a:cubicBezTo>
                <a:cubicBezTo>
                  <a:pt x="21395" y="26277"/>
                  <a:pt x="21260" y="26362"/>
                  <a:pt x="20971" y="26362"/>
                </a:cubicBezTo>
                <a:cubicBezTo>
                  <a:pt x="20950" y="26362"/>
                  <a:pt x="20929" y="26362"/>
                  <a:pt x="20907" y="26361"/>
                </a:cubicBezTo>
                <a:cubicBezTo>
                  <a:pt x="20606" y="26357"/>
                  <a:pt x="20303" y="26356"/>
                  <a:pt x="19999" y="26356"/>
                </a:cubicBezTo>
                <a:cubicBezTo>
                  <a:pt x="19391" y="26356"/>
                  <a:pt x="18780" y="26361"/>
                  <a:pt x="18169" y="26361"/>
                </a:cubicBezTo>
                <a:lnTo>
                  <a:pt x="15502" y="26361"/>
                </a:lnTo>
                <a:cubicBezTo>
                  <a:pt x="15169" y="26361"/>
                  <a:pt x="14966" y="26337"/>
                  <a:pt x="14978" y="25909"/>
                </a:cubicBezTo>
                <a:cubicBezTo>
                  <a:pt x="15014" y="24766"/>
                  <a:pt x="15002" y="23635"/>
                  <a:pt x="14978" y="22503"/>
                </a:cubicBezTo>
                <a:cubicBezTo>
                  <a:pt x="14978" y="22134"/>
                  <a:pt x="15109" y="22063"/>
                  <a:pt x="15442" y="22063"/>
                </a:cubicBezTo>
                <a:cubicBezTo>
                  <a:pt x="16359" y="22069"/>
                  <a:pt x="17276" y="22072"/>
                  <a:pt x="18191" y="22072"/>
                </a:cubicBezTo>
                <a:cubicBezTo>
                  <a:pt x="19107" y="22072"/>
                  <a:pt x="20020" y="22069"/>
                  <a:pt x="20931" y="22063"/>
                </a:cubicBezTo>
                <a:close/>
                <a:moveTo>
                  <a:pt x="35969" y="22063"/>
                </a:moveTo>
                <a:cubicBezTo>
                  <a:pt x="36314" y="22063"/>
                  <a:pt x="36445" y="22146"/>
                  <a:pt x="36433" y="22515"/>
                </a:cubicBezTo>
                <a:cubicBezTo>
                  <a:pt x="36409" y="23646"/>
                  <a:pt x="36397" y="24778"/>
                  <a:pt x="36433" y="25909"/>
                </a:cubicBezTo>
                <a:cubicBezTo>
                  <a:pt x="36454" y="26302"/>
                  <a:pt x="36295" y="26363"/>
                  <a:pt x="36015" y="26363"/>
                </a:cubicBezTo>
                <a:cubicBezTo>
                  <a:pt x="35981" y="26363"/>
                  <a:pt x="35946" y="26362"/>
                  <a:pt x="35909" y="26361"/>
                </a:cubicBezTo>
                <a:cubicBezTo>
                  <a:pt x="35612" y="26357"/>
                  <a:pt x="35314" y="26356"/>
                  <a:pt x="35017" y="26356"/>
                </a:cubicBezTo>
                <a:cubicBezTo>
                  <a:pt x="34422" y="26356"/>
                  <a:pt x="33830" y="26361"/>
                  <a:pt x="33242" y="26361"/>
                </a:cubicBezTo>
                <a:cubicBezTo>
                  <a:pt x="32802" y="26361"/>
                  <a:pt x="32355" y="26358"/>
                  <a:pt x="31909" y="26358"/>
                </a:cubicBezTo>
                <a:cubicBezTo>
                  <a:pt x="31462" y="26358"/>
                  <a:pt x="31016" y="26361"/>
                  <a:pt x="30575" y="26373"/>
                </a:cubicBezTo>
                <a:cubicBezTo>
                  <a:pt x="30552" y="26374"/>
                  <a:pt x="30529" y="26374"/>
                  <a:pt x="30508" y="26374"/>
                </a:cubicBezTo>
                <a:cubicBezTo>
                  <a:pt x="30153" y="26374"/>
                  <a:pt x="30016" y="26275"/>
                  <a:pt x="30028" y="25849"/>
                </a:cubicBezTo>
                <a:cubicBezTo>
                  <a:pt x="30063" y="24742"/>
                  <a:pt x="30051" y="23635"/>
                  <a:pt x="30028" y="22527"/>
                </a:cubicBezTo>
                <a:cubicBezTo>
                  <a:pt x="30028" y="22182"/>
                  <a:pt x="30123" y="22063"/>
                  <a:pt x="30480" y="22063"/>
                </a:cubicBezTo>
                <a:cubicBezTo>
                  <a:pt x="31397" y="22069"/>
                  <a:pt x="32311" y="22072"/>
                  <a:pt x="33224" y="22072"/>
                </a:cubicBezTo>
                <a:cubicBezTo>
                  <a:pt x="34138" y="22072"/>
                  <a:pt x="35052" y="22069"/>
                  <a:pt x="35969" y="22063"/>
                </a:cubicBezTo>
                <a:close/>
                <a:moveTo>
                  <a:pt x="60982" y="22049"/>
                </a:moveTo>
                <a:cubicBezTo>
                  <a:pt x="61032" y="22049"/>
                  <a:pt x="61084" y="22050"/>
                  <a:pt x="61139" y="22051"/>
                </a:cubicBezTo>
                <a:cubicBezTo>
                  <a:pt x="61889" y="22051"/>
                  <a:pt x="62055" y="22265"/>
                  <a:pt x="62055" y="22968"/>
                </a:cubicBezTo>
                <a:cubicBezTo>
                  <a:pt x="62032" y="24075"/>
                  <a:pt x="62055" y="24694"/>
                  <a:pt x="62008" y="25647"/>
                </a:cubicBezTo>
                <a:cubicBezTo>
                  <a:pt x="61996" y="26040"/>
                  <a:pt x="62032" y="26373"/>
                  <a:pt x="61567" y="26373"/>
                </a:cubicBezTo>
                <a:cubicBezTo>
                  <a:pt x="61386" y="26376"/>
                  <a:pt x="61228" y="26379"/>
                  <a:pt x="61090" y="26379"/>
                </a:cubicBezTo>
                <a:cubicBezTo>
                  <a:pt x="60162" y="26379"/>
                  <a:pt x="60162" y="26239"/>
                  <a:pt x="60162" y="25016"/>
                </a:cubicBezTo>
                <a:lnTo>
                  <a:pt x="60162" y="23027"/>
                </a:lnTo>
                <a:cubicBezTo>
                  <a:pt x="60162" y="22142"/>
                  <a:pt x="60423" y="22049"/>
                  <a:pt x="60982" y="22049"/>
                </a:cubicBezTo>
                <a:close/>
                <a:moveTo>
                  <a:pt x="5539" y="22048"/>
                </a:moveTo>
                <a:cubicBezTo>
                  <a:pt x="6287" y="22048"/>
                  <a:pt x="6287" y="22137"/>
                  <a:pt x="6287" y="23063"/>
                </a:cubicBezTo>
                <a:cubicBezTo>
                  <a:pt x="6287" y="23980"/>
                  <a:pt x="6263" y="24885"/>
                  <a:pt x="6298" y="25802"/>
                </a:cubicBezTo>
                <a:cubicBezTo>
                  <a:pt x="6319" y="26177"/>
                  <a:pt x="6244" y="26379"/>
                  <a:pt x="5926" y="26379"/>
                </a:cubicBezTo>
                <a:cubicBezTo>
                  <a:pt x="5871" y="26379"/>
                  <a:pt x="5809" y="26373"/>
                  <a:pt x="5739" y="26361"/>
                </a:cubicBezTo>
                <a:cubicBezTo>
                  <a:pt x="5638" y="26349"/>
                  <a:pt x="5536" y="26343"/>
                  <a:pt x="5437" y="26343"/>
                </a:cubicBezTo>
                <a:cubicBezTo>
                  <a:pt x="5337" y="26343"/>
                  <a:pt x="5239" y="26349"/>
                  <a:pt x="5144" y="26361"/>
                </a:cubicBezTo>
                <a:cubicBezTo>
                  <a:pt x="5100" y="26365"/>
                  <a:pt x="5060" y="26368"/>
                  <a:pt x="5022" y="26368"/>
                </a:cubicBezTo>
                <a:cubicBezTo>
                  <a:pt x="4741" y="26368"/>
                  <a:pt x="4624" y="26242"/>
                  <a:pt x="4655" y="25885"/>
                </a:cubicBezTo>
                <a:cubicBezTo>
                  <a:pt x="4691" y="25337"/>
                  <a:pt x="4655" y="24801"/>
                  <a:pt x="4655" y="24254"/>
                </a:cubicBezTo>
                <a:lnTo>
                  <a:pt x="4727" y="24254"/>
                </a:lnTo>
                <a:cubicBezTo>
                  <a:pt x="4727" y="23694"/>
                  <a:pt x="4751" y="23123"/>
                  <a:pt x="4727" y="22563"/>
                </a:cubicBezTo>
                <a:cubicBezTo>
                  <a:pt x="4703" y="22194"/>
                  <a:pt x="4810" y="22063"/>
                  <a:pt x="5203" y="22051"/>
                </a:cubicBezTo>
                <a:cubicBezTo>
                  <a:pt x="5329" y="22050"/>
                  <a:pt x="5441" y="22048"/>
                  <a:pt x="5539" y="22048"/>
                </a:cubicBezTo>
                <a:close/>
                <a:moveTo>
                  <a:pt x="7525" y="1"/>
                </a:moveTo>
                <a:cubicBezTo>
                  <a:pt x="6406" y="1"/>
                  <a:pt x="6287" y="120"/>
                  <a:pt x="6287" y="1215"/>
                </a:cubicBezTo>
                <a:lnTo>
                  <a:pt x="6287" y="18908"/>
                </a:lnTo>
                <a:cubicBezTo>
                  <a:pt x="6287" y="19860"/>
                  <a:pt x="6287" y="19860"/>
                  <a:pt x="5298" y="19860"/>
                </a:cubicBezTo>
                <a:cubicBezTo>
                  <a:pt x="4378" y="19860"/>
                  <a:pt x="3457" y="19850"/>
                  <a:pt x="2533" y="19850"/>
                </a:cubicBezTo>
                <a:cubicBezTo>
                  <a:pt x="2070" y="19850"/>
                  <a:pt x="1607" y="19852"/>
                  <a:pt x="1143" y="19860"/>
                </a:cubicBezTo>
                <a:cubicBezTo>
                  <a:pt x="453" y="19872"/>
                  <a:pt x="12" y="20337"/>
                  <a:pt x="12" y="20968"/>
                </a:cubicBezTo>
                <a:cubicBezTo>
                  <a:pt x="0" y="21599"/>
                  <a:pt x="441" y="22039"/>
                  <a:pt x="1143" y="22063"/>
                </a:cubicBezTo>
                <a:cubicBezTo>
                  <a:pt x="1292" y="22075"/>
                  <a:pt x="1441" y="22081"/>
                  <a:pt x="1590" y="22081"/>
                </a:cubicBezTo>
                <a:cubicBezTo>
                  <a:pt x="1738" y="22081"/>
                  <a:pt x="1887" y="22075"/>
                  <a:pt x="2036" y="22063"/>
                </a:cubicBezTo>
                <a:cubicBezTo>
                  <a:pt x="2071" y="22060"/>
                  <a:pt x="2103" y="22058"/>
                  <a:pt x="2134" y="22058"/>
                </a:cubicBezTo>
                <a:cubicBezTo>
                  <a:pt x="2449" y="22058"/>
                  <a:pt x="2546" y="22227"/>
                  <a:pt x="2524" y="22575"/>
                </a:cubicBezTo>
                <a:cubicBezTo>
                  <a:pt x="2500" y="23432"/>
                  <a:pt x="2512" y="24301"/>
                  <a:pt x="2488" y="25159"/>
                </a:cubicBezTo>
                <a:cubicBezTo>
                  <a:pt x="2453" y="26302"/>
                  <a:pt x="2441" y="26302"/>
                  <a:pt x="1274" y="26361"/>
                </a:cubicBezTo>
                <a:cubicBezTo>
                  <a:pt x="1191" y="26361"/>
                  <a:pt x="1119" y="26361"/>
                  <a:pt x="1048" y="26373"/>
                </a:cubicBezTo>
                <a:cubicBezTo>
                  <a:pt x="691" y="26433"/>
                  <a:pt x="464" y="26635"/>
                  <a:pt x="453" y="27016"/>
                </a:cubicBezTo>
                <a:cubicBezTo>
                  <a:pt x="453" y="27433"/>
                  <a:pt x="667" y="27659"/>
                  <a:pt x="1072" y="27695"/>
                </a:cubicBezTo>
                <a:cubicBezTo>
                  <a:pt x="1220" y="27701"/>
                  <a:pt x="1372" y="27704"/>
                  <a:pt x="1523" y="27704"/>
                </a:cubicBezTo>
                <a:cubicBezTo>
                  <a:pt x="1673" y="27704"/>
                  <a:pt x="1822" y="27701"/>
                  <a:pt x="1965" y="27695"/>
                </a:cubicBezTo>
                <a:cubicBezTo>
                  <a:pt x="1994" y="27693"/>
                  <a:pt x="2022" y="27691"/>
                  <a:pt x="2047" y="27691"/>
                </a:cubicBezTo>
                <a:cubicBezTo>
                  <a:pt x="2316" y="27691"/>
                  <a:pt x="2403" y="27807"/>
                  <a:pt x="2381" y="28111"/>
                </a:cubicBezTo>
                <a:cubicBezTo>
                  <a:pt x="2179" y="30290"/>
                  <a:pt x="2060" y="32481"/>
                  <a:pt x="1667" y="34648"/>
                </a:cubicBezTo>
                <a:lnTo>
                  <a:pt x="3893" y="34648"/>
                </a:lnTo>
                <a:cubicBezTo>
                  <a:pt x="4191" y="34410"/>
                  <a:pt x="4239" y="34076"/>
                  <a:pt x="4286" y="33719"/>
                </a:cubicBezTo>
                <a:cubicBezTo>
                  <a:pt x="4489" y="32064"/>
                  <a:pt x="4679" y="30409"/>
                  <a:pt x="4763" y="28730"/>
                </a:cubicBezTo>
                <a:cubicBezTo>
                  <a:pt x="4774" y="28309"/>
                  <a:pt x="4895" y="27930"/>
                  <a:pt x="5427" y="27930"/>
                </a:cubicBezTo>
                <a:cubicBezTo>
                  <a:pt x="5451" y="27930"/>
                  <a:pt x="5475" y="27931"/>
                  <a:pt x="5501" y="27933"/>
                </a:cubicBezTo>
                <a:cubicBezTo>
                  <a:pt x="6096" y="27968"/>
                  <a:pt x="6048" y="28409"/>
                  <a:pt x="6048" y="28790"/>
                </a:cubicBezTo>
                <a:cubicBezTo>
                  <a:pt x="6060" y="30397"/>
                  <a:pt x="6048" y="31993"/>
                  <a:pt x="6048" y="33588"/>
                </a:cubicBezTo>
                <a:cubicBezTo>
                  <a:pt x="6048" y="33957"/>
                  <a:pt x="6001" y="34338"/>
                  <a:pt x="6263" y="34648"/>
                </a:cubicBezTo>
                <a:lnTo>
                  <a:pt x="7608" y="34648"/>
                </a:lnTo>
                <a:cubicBezTo>
                  <a:pt x="7882" y="34338"/>
                  <a:pt x="7834" y="33957"/>
                  <a:pt x="7834" y="33588"/>
                </a:cubicBezTo>
                <a:lnTo>
                  <a:pt x="7834" y="28790"/>
                </a:lnTo>
                <a:cubicBezTo>
                  <a:pt x="7834" y="28004"/>
                  <a:pt x="7918" y="27933"/>
                  <a:pt x="8680" y="27933"/>
                </a:cubicBezTo>
                <a:cubicBezTo>
                  <a:pt x="9335" y="27927"/>
                  <a:pt x="9989" y="27924"/>
                  <a:pt x="10644" y="27924"/>
                </a:cubicBezTo>
                <a:cubicBezTo>
                  <a:pt x="11299" y="27924"/>
                  <a:pt x="11954" y="27927"/>
                  <a:pt x="12609" y="27933"/>
                </a:cubicBezTo>
                <a:cubicBezTo>
                  <a:pt x="13371" y="27933"/>
                  <a:pt x="13442" y="28004"/>
                  <a:pt x="13442" y="28790"/>
                </a:cubicBezTo>
                <a:cubicBezTo>
                  <a:pt x="13466" y="30397"/>
                  <a:pt x="13442" y="31993"/>
                  <a:pt x="13442" y="33588"/>
                </a:cubicBezTo>
                <a:cubicBezTo>
                  <a:pt x="13442" y="33957"/>
                  <a:pt x="13407" y="34338"/>
                  <a:pt x="13680" y="34648"/>
                </a:cubicBezTo>
                <a:lnTo>
                  <a:pt x="15014" y="34648"/>
                </a:lnTo>
                <a:cubicBezTo>
                  <a:pt x="15288" y="34338"/>
                  <a:pt x="15252" y="33957"/>
                  <a:pt x="15252" y="33588"/>
                </a:cubicBezTo>
                <a:cubicBezTo>
                  <a:pt x="15264" y="31993"/>
                  <a:pt x="15252" y="30385"/>
                  <a:pt x="15264" y="28790"/>
                </a:cubicBezTo>
                <a:cubicBezTo>
                  <a:pt x="15264" y="28004"/>
                  <a:pt x="15335" y="27933"/>
                  <a:pt x="16097" y="27933"/>
                </a:cubicBezTo>
                <a:cubicBezTo>
                  <a:pt x="16800" y="27927"/>
                  <a:pt x="17505" y="27924"/>
                  <a:pt x="18211" y="27924"/>
                </a:cubicBezTo>
                <a:cubicBezTo>
                  <a:pt x="18916" y="27924"/>
                  <a:pt x="19622" y="27927"/>
                  <a:pt x="20324" y="27933"/>
                </a:cubicBezTo>
                <a:cubicBezTo>
                  <a:pt x="21086" y="27933"/>
                  <a:pt x="21157" y="28004"/>
                  <a:pt x="21169" y="28790"/>
                </a:cubicBezTo>
                <a:cubicBezTo>
                  <a:pt x="21181" y="30385"/>
                  <a:pt x="21169" y="31993"/>
                  <a:pt x="21169" y="33588"/>
                </a:cubicBezTo>
                <a:cubicBezTo>
                  <a:pt x="21169" y="33957"/>
                  <a:pt x="21122" y="34338"/>
                  <a:pt x="21396" y="34648"/>
                </a:cubicBezTo>
                <a:lnTo>
                  <a:pt x="22741" y="34648"/>
                </a:lnTo>
                <a:cubicBezTo>
                  <a:pt x="23027" y="34314"/>
                  <a:pt x="22967" y="33910"/>
                  <a:pt x="22967" y="33517"/>
                </a:cubicBezTo>
                <a:cubicBezTo>
                  <a:pt x="22967" y="31945"/>
                  <a:pt x="22955" y="30362"/>
                  <a:pt x="22967" y="28790"/>
                </a:cubicBezTo>
                <a:cubicBezTo>
                  <a:pt x="22967" y="28016"/>
                  <a:pt x="23051" y="27933"/>
                  <a:pt x="23813" y="27933"/>
                </a:cubicBezTo>
                <a:cubicBezTo>
                  <a:pt x="24444" y="27927"/>
                  <a:pt x="25075" y="27924"/>
                  <a:pt x="25704" y="27924"/>
                </a:cubicBezTo>
                <a:cubicBezTo>
                  <a:pt x="26334" y="27924"/>
                  <a:pt x="26962" y="27927"/>
                  <a:pt x="27587" y="27933"/>
                </a:cubicBezTo>
                <a:cubicBezTo>
                  <a:pt x="28349" y="27933"/>
                  <a:pt x="28420" y="28004"/>
                  <a:pt x="28432" y="28790"/>
                </a:cubicBezTo>
                <a:cubicBezTo>
                  <a:pt x="28444" y="30397"/>
                  <a:pt x="28432" y="31993"/>
                  <a:pt x="28432" y="33588"/>
                </a:cubicBezTo>
                <a:cubicBezTo>
                  <a:pt x="28432" y="33957"/>
                  <a:pt x="28396" y="34338"/>
                  <a:pt x="28658" y="34648"/>
                </a:cubicBezTo>
                <a:lnTo>
                  <a:pt x="30004" y="34648"/>
                </a:lnTo>
                <a:cubicBezTo>
                  <a:pt x="30278" y="34338"/>
                  <a:pt x="30230" y="33957"/>
                  <a:pt x="30230" y="33588"/>
                </a:cubicBezTo>
                <a:cubicBezTo>
                  <a:pt x="30242" y="31993"/>
                  <a:pt x="30230" y="30385"/>
                  <a:pt x="30230" y="28790"/>
                </a:cubicBezTo>
                <a:cubicBezTo>
                  <a:pt x="30230" y="28004"/>
                  <a:pt x="30313" y="27933"/>
                  <a:pt x="31075" y="27933"/>
                </a:cubicBezTo>
                <a:cubicBezTo>
                  <a:pt x="31778" y="27927"/>
                  <a:pt x="32483" y="27924"/>
                  <a:pt x="33189" y="27924"/>
                </a:cubicBezTo>
                <a:cubicBezTo>
                  <a:pt x="33894" y="27924"/>
                  <a:pt x="34600" y="27927"/>
                  <a:pt x="35302" y="27933"/>
                </a:cubicBezTo>
                <a:cubicBezTo>
                  <a:pt x="36064" y="27933"/>
                  <a:pt x="36136" y="28004"/>
                  <a:pt x="36136" y="28790"/>
                </a:cubicBezTo>
                <a:cubicBezTo>
                  <a:pt x="36159" y="30385"/>
                  <a:pt x="36136" y="31993"/>
                  <a:pt x="36136" y="33588"/>
                </a:cubicBezTo>
                <a:cubicBezTo>
                  <a:pt x="36136" y="33957"/>
                  <a:pt x="36100" y="34338"/>
                  <a:pt x="36374" y="34648"/>
                </a:cubicBezTo>
                <a:lnTo>
                  <a:pt x="37707" y="34648"/>
                </a:lnTo>
                <a:cubicBezTo>
                  <a:pt x="37981" y="34338"/>
                  <a:pt x="37945" y="33957"/>
                  <a:pt x="37945" y="33588"/>
                </a:cubicBezTo>
                <a:lnTo>
                  <a:pt x="37945" y="28790"/>
                </a:lnTo>
                <a:cubicBezTo>
                  <a:pt x="37945" y="28004"/>
                  <a:pt x="38029" y="27933"/>
                  <a:pt x="38791" y="27933"/>
                </a:cubicBezTo>
                <a:cubicBezTo>
                  <a:pt x="39440" y="27927"/>
                  <a:pt x="40091" y="27924"/>
                  <a:pt x="40745" y="27924"/>
                </a:cubicBezTo>
                <a:cubicBezTo>
                  <a:pt x="41398" y="27924"/>
                  <a:pt x="42053" y="27927"/>
                  <a:pt x="42708" y="27933"/>
                </a:cubicBezTo>
                <a:cubicBezTo>
                  <a:pt x="43470" y="27933"/>
                  <a:pt x="43541" y="28004"/>
                  <a:pt x="43553" y="28790"/>
                </a:cubicBezTo>
                <a:cubicBezTo>
                  <a:pt x="43565" y="30397"/>
                  <a:pt x="43553" y="31993"/>
                  <a:pt x="43553" y="33588"/>
                </a:cubicBezTo>
                <a:cubicBezTo>
                  <a:pt x="43553" y="33957"/>
                  <a:pt x="43517" y="34338"/>
                  <a:pt x="43779" y="34648"/>
                </a:cubicBezTo>
                <a:lnTo>
                  <a:pt x="45125" y="34648"/>
                </a:lnTo>
                <a:cubicBezTo>
                  <a:pt x="45399" y="34338"/>
                  <a:pt x="45351" y="33957"/>
                  <a:pt x="45351" y="33588"/>
                </a:cubicBezTo>
                <a:cubicBezTo>
                  <a:pt x="45363" y="31993"/>
                  <a:pt x="45351" y="30385"/>
                  <a:pt x="45363" y="28790"/>
                </a:cubicBezTo>
                <a:cubicBezTo>
                  <a:pt x="45363" y="28004"/>
                  <a:pt x="45446" y="27933"/>
                  <a:pt x="46208" y="27933"/>
                </a:cubicBezTo>
                <a:cubicBezTo>
                  <a:pt x="46911" y="27927"/>
                  <a:pt x="47613" y="27924"/>
                  <a:pt x="48316" y="27924"/>
                </a:cubicBezTo>
                <a:cubicBezTo>
                  <a:pt x="49018" y="27924"/>
                  <a:pt x="49721" y="27927"/>
                  <a:pt x="50423" y="27933"/>
                </a:cubicBezTo>
                <a:cubicBezTo>
                  <a:pt x="51185" y="27933"/>
                  <a:pt x="51268" y="28004"/>
                  <a:pt x="51268" y="28790"/>
                </a:cubicBezTo>
                <a:cubicBezTo>
                  <a:pt x="51280" y="30385"/>
                  <a:pt x="51268" y="31993"/>
                  <a:pt x="51268" y="33588"/>
                </a:cubicBezTo>
                <a:cubicBezTo>
                  <a:pt x="51268" y="33957"/>
                  <a:pt x="51233" y="34338"/>
                  <a:pt x="51507" y="34648"/>
                </a:cubicBezTo>
                <a:lnTo>
                  <a:pt x="52840" y="34648"/>
                </a:lnTo>
                <a:cubicBezTo>
                  <a:pt x="53126" y="34314"/>
                  <a:pt x="53078" y="33910"/>
                  <a:pt x="53078" y="33517"/>
                </a:cubicBezTo>
                <a:cubicBezTo>
                  <a:pt x="53078" y="31945"/>
                  <a:pt x="53066" y="30362"/>
                  <a:pt x="53078" y="28790"/>
                </a:cubicBezTo>
                <a:cubicBezTo>
                  <a:pt x="53078" y="28016"/>
                  <a:pt x="53150" y="27933"/>
                  <a:pt x="53912" y="27933"/>
                </a:cubicBezTo>
                <a:cubicBezTo>
                  <a:pt x="54543" y="27927"/>
                  <a:pt x="55174" y="27924"/>
                  <a:pt x="55805" y="27924"/>
                </a:cubicBezTo>
                <a:cubicBezTo>
                  <a:pt x="56436" y="27924"/>
                  <a:pt x="57067" y="27927"/>
                  <a:pt x="57698" y="27933"/>
                </a:cubicBezTo>
                <a:cubicBezTo>
                  <a:pt x="58460" y="27933"/>
                  <a:pt x="58531" y="28004"/>
                  <a:pt x="58531" y="28790"/>
                </a:cubicBezTo>
                <a:cubicBezTo>
                  <a:pt x="58543" y="30397"/>
                  <a:pt x="58531" y="31993"/>
                  <a:pt x="58531" y="33588"/>
                </a:cubicBezTo>
                <a:cubicBezTo>
                  <a:pt x="58531" y="33957"/>
                  <a:pt x="58495" y="34338"/>
                  <a:pt x="58769" y="34648"/>
                </a:cubicBezTo>
                <a:lnTo>
                  <a:pt x="60103" y="34648"/>
                </a:lnTo>
                <a:cubicBezTo>
                  <a:pt x="60377" y="34338"/>
                  <a:pt x="60329" y="33957"/>
                  <a:pt x="60329" y="33588"/>
                </a:cubicBezTo>
                <a:cubicBezTo>
                  <a:pt x="60329" y="31969"/>
                  <a:pt x="60317" y="30540"/>
                  <a:pt x="60329" y="28921"/>
                </a:cubicBezTo>
                <a:cubicBezTo>
                  <a:pt x="60341" y="28231"/>
                  <a:pt x="60547" y="27920"/>
                  <a:pt x="61219" y="27920"/>
                </a:cubicBezTo>
                <a:cubicBezTo>
                  <a:pt x="61232" y="27920"/>
                  <a:pt x="61245" y="27921"/>
                  <a:pt x="61258" y="27921"/>
                </a:cubicBezTo>
                <a:cubicBezTo>
                  <a:pt x="61770" y="27933"/>
                  <a:pt x="61901" y="28516"/>
                  <a:pt x="61924" y="28969"/>
                </a:cubicBezTo>
                <a:cubicBezTo>
                  <a:pt x="62032" y="30635"/>
                  <a:pt x="62198" y="32207"/>
                  <a:pt x="62389" y="33814"/>
                </a:cubicBezTo>
                <a:cubicBezTo>
                  <a:pt x="62425" y="34136"/>
                  <a:pt x="62436" y="34469"/>
                  <a:pt x="62770" y="34648"/>
                </a:cubicBezTo>
                <a:lnTo>
                  <a:pt x="65008" y="34648"/>
                </a:lnTo>
                <a:cubicBezTo>
                  <a:pt x="64699" y="32874"/>
                  <a:pt x="64496" y="31088"/>
                  <a:pt x="64389" y="29290"/>
                </a:cubicBezTo>
                <a:cubicBezTo>
                  <a:pt x="64365" y="28802"/>
                  <a:pt x="64270" y="27790"/>
                  <a:pt x="64270" y="27730"/>
                </a:cubicBezTo>
                <a:cubicBezTo>
                  <a:pt x="64270" y="27730"/>
                  <a:pt x="65163" y="27730"/>
                  <a:pt x="65734" y="27695"/>
                </a:cubicBezTo>
                <a:lnTo>
                  <a:pt x="65806" y="27695"/>
                </a:lnTo>
                <a:cubicBezTo>
                  <a:pt x="66627" y="27647"/>
                  <a:pt x="66639" y="26444"/>
                  <a:pt x="65818" y="26385"/>
                </a:cubicBezTo>
                <a:cubicBezTo>
                  <a:pt x="65695" y="26373"/>
                  <a:pt x="65548" y="26369"/>
                  <a:pt x="65393" y="26369"/>
                </a:cubicBezTo>
                <a:cubicBezTo>
                  <a:pt x="65084" y="26369"/>
                  <a:pt x="64742" y="26385"/>
                  <a:pt x="64496" y="26385"/>
                </a:cubicBezTo>
                <a:cubicBezTo>
                  <a:pt x="64199" y="26385"/>
                  <a:pt x="64210" y="26254"/>
                  <a:pt x="64199" y="25885"/>
                </a:cubicBezTo>
                <a:cubicBezTo>
                  <a:pt x="64199" y="25075"/>
                  <a:pt x="64151" y="24254"/>
                  <a:pt x="64139" y="23444"/>
                </a:cubicBezTo>
                <a:cubicBezTo>
                  <a:pt x="64175" y="22075"/>
                  <a:pt x="64175" y="22075"/>
                  <a:pt x="65532" y="22063"/>
                </a:cubicBezTo>
                <a:cubicBezTo>
                  <a:pt x="66425" y="22063"/>
                  <a:pt x="66913" y="21682"/>
                  <a:pt x="66937" y="21003"/>
                </a:cubicBezTo>
                <a:cubicBezTo>
                  <a:pt x="66961" y="20313"/>
                  <a:pt x="66425" y="19860"/>
                  <a:pt x="65520" y="19848"/>
                </a:cubicBezTo>
                <a:cubicBezTo>
                  <a:pt x="64599" y="19848"/>
                  <a:pt x="63681" y="19836"/>
                  <a:pt x="62763" y="19836"/>
                </a:cubicBezTo>
                <a:cubicBezTo>
                  <a:pt x="62151" y="19836"/>
                  <a:pt x="61539" y="19841"/>
                  <a:pt x="60924" y="19860"/>
                </a:cubicBezTo>
                <a:cubicBezTo>
                  <a:pt x="60885" y="19862"/>
                  <a:pt x="60848" y="19863"/>
                  <a:pt x="60812" y="19863"/>
                </a:cubicBezTo>
                <a:cubicBezTo>
                  <a:pt x="60286" y="19863"/>
                  <a:pt x="60150" y="19690"/>
                  <a:pt x="60150" y="19110"/>
                </a:cubicBezTo>
                <a:cubicBezTo>
                  <a:pt x="60174" y="13133"/>
                  <a:pt x="60174" y="7168"/>
                  <a:pt x="60174" y="1191"/>
                </a:cubicBezTo>
                <a:cubicBezTo>
                  <a:pt x="60174" y="60"/>
                  <a:pt x="60115" y="1"/>
                  <a:pt x="58936" y="1"/>
                </a:cubicBezTo>
                <a:lnTo>
                  <a:pt x="52697" y="1"/>
                </a:lnTo>
                <a:cubicBezTo>
                  <a:pt x="51590" y="1"/>
                  <a:pt x="51518" y="72"/>
                  <a:pt x="51518" y="1179"/>
                </a:cubicBezTo>
                <a:cubicBezTo>
                  <a:pt x="51518" y="7180"/>
                  <a:pt x="51518" y="13169"/>
                  <a:pt x="51530" y="19170"/>
                </a:cubicBezTo>
                <a:cubicBezTo>
                  <a:pt x="51530" y="19678"/>
                  <a:pt x="51441" y="19873"/>
                  <a:pt x="50912" y="19873"/>
                </a:cubicBezTo>
                <a:cubicBezTo>
                  <a:pt x="50896" y="19873"/>
                  <a:pt x="50880" y="19873"/>
                  <a:pt x="50864" y="19872"/>
                </a:cubicBezTo>
                <a:cubicBezTo>
                  <a:pt x="50036" y="19848"/>
                  <a:pt x="49206" y="19836"/>
                  <a:pt x="48375" y="19836"/>
                </a:cubicBezTo>
                <a:cubicBezTo>
                  <a:pt x="47545" y="19836"/>
                  <a:pt x="46714" y="19848"/>
                  <a:pt x="45887" y="19872"/>
                </a:cubicBezTo>
                <a:cubicBezTo>
                  <a:pt x="45863" y="19873"/>
                  <a:pt x="45840" y="19873"/>
                  <a:pt x="45818" y="19873"/>
                </a:cubicBezTo>
                <a:cubicBezTo>
                  <a:pt x="45278" y="19873"/>
                  <a:pt x="45113" y="19728"/>
                  <a:pt x="45113" y="19122"/>
                </a:cubicBezTo>
                <a:cubicBezTo>
                  <a:pt x="45137" y="13133"/>
                  <a:pt x="45125" y="7133"/>
                  <a:pt x="45125" y="1144"/>
                </a:cubicBezTo>
                <a:cubicBezTo>
                  <a:pt x="45125" y="179"/>
                  <a:pt x="44970" y="13"/>
                  <a:pt x="44029" y="13"/>
                </a:cubicBezTo>
                <a:lnTo>
                  <a:pt x="37636" y="13"/>
                </a:lnTo>
                <a:cubicBezTo>
                  <a:pt x="36540" y="13"/>
                  <a:pt x="36433" y="132"/>
                  <a:pt x="36433" y="1251"/>
                </a:cubicBezTo>
                <a:cubicBezTo>
                  <a:pt x="36433" y="7216"/>
                  <a:pt x="36421" y="13193"/>
                  <a:pt x="36445" y="19158"/>
                </a:cubicBezTo>
                <a:cubicBezTo>
                  <a:pt x="36445" y="19729"/>
                  <a:pt x="36291" y="19873"/>
                  <a:pt x="35784" y="19873"/>
                </a:cubicBezTo>
                <a:cubicBezTo>
                  <a:pt x="35763" y="19873"/>
                  <a:pt x="35741" y="19873"/>
                  <a:pt x="35719" y="19872"/>
                </a:cubicBezTo>
                <a:cubicBezTo>
                  <a:pt x="34827" y="19853"/>
                  <a:pt x="33938" y="19841"/>
                  <a:pt x="33051" y="19841"/>
                </a:cubicBezTo>
                <a:cubicBezTo>
                  <a:pt x="32281" y="19841"/>
                  <a:pt x="31511" y="19850"/>
                  <a:pt x="30742" y="19872"/>
                </a:cubicBezTo>
                <a:cubicBezTo>
                  <a:pt x="30724" y="19873"/>
                  <a:pt x="30706" y="19873"/>
                  <a:pt x="30688" y="19873"/>
                </a:cubicBezTo>
                <a:cubicBezTo>
                  <a:pt x="30139" y="19873"/>
                  <a:pt x="30016" y="19688"/>
                  <a:pt x="30028" y="19134"/>
                </a:cubicBezTo>
                <a:cubicBezTo>
                  <a:pt x="30040" y="13121"/>
                  <a:pt x="30051" y="7097"/>
                  <a:pt x="30040" y="1084"/>
                </a:cubicBezTo>
                <a:cubicBezTo>
                  <a:pt x="30040" y="120"/>
                  <a:pt x="29920" y="13"/>
                  <a:pt x="28968" y="13"/>
                </a:cubicBezTo>
                <a:lnTo>
                  <a:pt x="22586" y="13"/>
                </a:lnTo>
                <a:cubicBezTo>
                  <a:pt x="21431" y="13"/>
                  <a:pt x="21384" y="60"/>
                  <a:pt x="21384" y="1239"/>
                </a:cubicBezTo>
                <a:cubicBezTo>
                  <a:pt x="21384" y="7228"/>
                  <a:pt x="21384" y="13229"/>
                  <a:pt x="21396" y="19217"/>
                </a:cubicBezTo>
                <a:cubicBezTo>
                  <a:pt x="21396" y="19722"/>
                  <a:pt x="21274" y="19873"/>
                  <a:pt x="20798" y="19873"/>
                </a:cubicBezTo>
                <a:cubicBezTo>
                  <a:pt x="20779" y="19873"/>
                  <a:pt x="20760" y="19873"/>
                  <a:pt x="20741" y="19872"/>
                </a:cubicBezTo>
                <a:cubicBezTo>
                  <a:pt x="19842" y="19853"/>
                  <a:pt x="18944" y="19841"/>
                  <a:pt x="18044" y="19841"/>
                </a:cubicBezTo>
                <a:cubicBezTo>
                  <a:pt x="17262" y="19841"/>
                  <a:pt x="16478" y="19850"/>
                  <a:pt x="15693" y="19872"/>
                </a:cubicBezTo>
                <a:cubicBezTo>
                  <a:pt x="15673" y="19873"/>
                  <a:pt x="15654" y="19873"/>
                  <a:pt x="15636" y="19873"/>
                </a:cubicBezTo>
                <a:cubicBezTo>
                  <a:pt x="15090" y="19873"/>
                  <a:pt x="14978" y="19699"/>
                  <a:pt x="14978" y="19146"/>
                </a:cubicBezTo>
                <a:cubicBezTo>
                  <a:pt x="15002" y="13121"/>
                  <a:pt x="14990" y="7109"/>
                  <a:pt x="14990" y="1084"/>
                </a:cubicBezTo>
                <a:cubicBezTo>
                  <a:pt x="14990" y="179"/>
                  <a:pt x="14811" y="13"/>
                  <a:pt x="139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2" name="Google Shape;22;p36">
            <a:extLst>
              <a:ext uri="{FF2B5EF4-FFF2-40B4-BE49-F238E27FC236}">
                <a16:creationId xmlns:a16="http://schemas.microsoft.com/office/drawing/2014/main" id="{0AC5EFE6-2907-17BD-D66D-08592C58123A}"/>
              </a:ext>
            </a:extLst>
          </p:cNvPr>
          <p:cNvSpPr/>
          <p:nvPr/>
        </p:nvSpPr>
        <p:spPr>
          <a:xfrm>
            <a:off x="10567714" y="6231526"/>
            <a:ext cx="174972" cy="195807"/>
          </a:xfrm>
          <a:custGeom>
            <a:avLst/>
            <a:gdLst/>
            <a:ahLst/>
            <a:cxnLst/>
            <a:rect l="l" t="t" r="r" b="b"/>
            <a:pathLst>
              <a:path w="6072" h="6802" extrusionOk="0">
                <a:moveTo>
                  <a:pt x="0" y="1"/>
                </a:moveTo>
                <a:lnTo>
                  <a:pt x="0" y="6228"/>
                </a:lnTo>
                <a:cubicBezTo>
                  <a:pt x="0" y="6740"/>
                  <a:pt x="191" y="6799"/>
                  <a:pt x="572" y="6799"/>
                </a:cubicBezTo>
                <a:cubicBezTo>
                  <a:pt x="1440" y="6786"/>
                  <a:pt x="2309" y="6777"/>
                  <a:pt x="3178" y="6777"/>
                </a:cubicBezTo>
                <a:cubicBezTo>
                  <a:pt x="3893" y="6777"/>
                  <a:pt x="4607" y="6783"/>
                  <a:pt x="5322" y="6799"/>
                </a:cubicBezTo>
                <a:cubicBezTo>
                  <a:pt x="5357" y="6801"/>
                  <a:pt x="5390" y="6801"/>
                  <a:pt x="5422" y="6801"/>
                </a:cubicBezTo>
                <a:cubicBezTo>
                  <a:pt x="5925" y="6801"/>
                  <a:pt x="6072" y="6617"/>
                  <a:pt x="6060" y="6002"/>
                </a:cubicBezTo>
                <a:lnTo>
                  <a:pt x="60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0" name="Google Shape;20;p36">
            <a:extLst>
              <a:ext uri="{FF2B5EF4-FFF2-40B4-BE49-F238E27FC236}">
                <a16:creationId xmlns:a16="http://schemas.microsoft.com/office/drawing/2014/main" id="{5875824C-968F-B333-5781-682E5E273B83}"/>
              </a:ext>
            </a:extLst>
          </p:cNvPr>
          <p:cNvSpPr/>
          <p:nvPr/>
        </p:nvSpPr>
        <p:spPr>
          <a:xfrm>
            <a:off x="10135758" y="6652416"/>
            <a:ext cx="172926" cy="200528"/>
          </a:xfrm>
          <a:custGeom>
            <a:avLst/>
            <a:gdLst/>
            <a:ahLst/>
            <a:cxnLst/>
            <a:rect l="l" t="t" r="r" b="b"/>
            <a:pathLst>
              <a:path w="6001" h="6966" extrusionOk="0">
                <a:moveTo>
                  <a:pt x="5520" y="0"/>
                </a:moveTo>
                <a:cubicBezTo>
                  <a:pt x="5506" y="0"/>
                  <a:pt x="5492" y="0"/>
                  <a:pt x="5477" y="1"/>
                </a:cubicBezTo>
                <a:cubicBezTo>
                  <a:pt x="4778" y="11"/>
                  <a:pt x="4078" y="14"/>
                  <a:pt x="3379" y="14"/>
                </a:cubicBezTo>
                <a:cubicBezTo>
                  <a:pt x="2423" y="14"/>
                  <a:pt x="1468" y="8"/>
                  <a:pt x="512" y="1"/>
                </a:cubicBezTo>
                <a:cubicBezTo>
                  <a:pt x="155" y="1"/>
                  <a:pt x="0" y="48"/>
                  <a:pt x="0" y="477"/>
                </a:cubicBezTo>
                <a:cubicBezTo>
                  <a:pt x="24" y="2632"/>
                  <a:pt x="24" y="4799"/>
                  <a:pt x="24" y="6966"/>
                </a:cubicBezTo>
                <a:lnTo>
                  <a:pt x="5965" y="6966"/>
                </a:lnTo>
                <a:cubicBezTo>
                  <a:pt x="5977" y="4823"/>
                  <a:pt x="5965" y="2692"/>
                  <a:pt x="5989" y="548"/>
                </a:cubicBezTo>
                <a:cubicBezTo>
                  <a:pt x="6001" y="169"/>
                  <a:pt x="5923" y="0"/>
                  <a:pt x="55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7" name="Google Shape;27;p36">
            <a:extLst>
              <a:ext uri="{FF2B5EF4-FFF2-40B4-BE49-F238E27FC236}">
                <a16:creationId xmlns:a16="http://schemas.microsoft.com/office/drawing/2014/main" id="{C2866468-2330-A72D-900F-EDC149646755}"/>
              </a:ext>
            </a:extLst>
          </p:cNvPr>
          <p:cNvSpPr/>
          <p:nvPr/>
        </p:nvSpPr>
        <p:spPr>
          <a:xfrm>
            <a:off x="10135758" y="6490606"/>
            <a:ext cx="172926" cy="124157"/>
          </a:xfrm>
          <a:custGeom>
            <a:avLst/>
            <a:gdLst/>
            <a:ahLst/>
            <a:cxnLst/>
            <a:rect l="l" t="t" r="r" b="b"/>
            <a:pathLst>
              <a:path w="6001" h="4313" extrusionOk="0">
                <a:moveTo>
                  <a:pt x="5576" y="1"/>
                </a:moveTo>
                <a:cubicBezTo>
                  <a:pt x="5560" y="1"/>
                  <a:pt x="5542" y="1"/>
                  <a:pt x="5525" y="2"/>
                </a:cubicBezTo>
                <a:cubicBezTo>
                  <a:pt x="5243" y="6"/>
                  <a:pt x="4962" y="7"/>
                  <a:pt x="4682" y="7"/>
                </a:cubicBezTo>
                <a:cubicBezTo>
                  <a:pt x="4122" y="7"/>
                  <a:pt x="3564" y="2"/>
                  <a:pt x="3001" y="2"/>
                </a:cubicBezTo>
                <a:cubicBezTo>
                  <a:pt x="2167" y="2"/>
                  <a:pt x="1322" y="14"/>
                  <a:pt x="488" y="14"/>
                </a:cubicBezTo>
                <a:cubicBezTo>
                  <a:pt x="462" y="13"/>
                  <a:pt x="436" y="12"/>
                  <a:pt x="411" y="12"/>
                </a:cubicBezTo>
                <a:cubicBezTo>
                  <a:pt x="140" y="12"/>
                  <a:pt x="0" y="82"/>
                  <a:pt x="0" y="442"/>
                </a:cubicBezTo>
                <a:cubicBezTo>
                  <a:pt x="24" y="1597"/>
                  <a:pt x="24" y="2752"/>
                  <a:pt x="0" y="3907"/>
                </a:cubicBezTo>
                <a:cubicBezTo>
                  <a:pt x="0" y="4252"/>
                  <a:pt x="131" y="4312"/>
                  <a:pt x="429" y="4312"/>
                </a:cubicBezTo>
                <a:cubicBezTo>
                  <a:pt x="1286" y="4306"/>
                  <a:pt x="2140" y="4303"/>
                  <a:pt x="2993" y="4303"/>
                </a:cubicBezTo>
                <a:cubicBezTo>
                  <a:pt x="3846" y="4303"/>
                  <a:pt x="4697" y="4306"/>
                  <a:pt x="5549" y="4312"/>
                </a:cubicBezTo>
                <a:cubicBezTo>
                  <a:pt x="5906" y="4312"/>
                  <a:pt x="5989" y="4193"/>
                  <a:pt x="5989" y="3848"/>
                </a:cubicBezTo>
                <a:cubicBezTo>
                  <a:pt x="5965" y="2717"/>
                  <a:pt x="5965" y="1585"/>
                  <a:pt x="5989" y="454"/>
                </a:cubicBezTo>
                <a:cubicBezTo>
                  <a:pt x="6000" y="105"/>
                  <a:pt x="5873" y="1"/>
                  <a:pt x="557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3" name="Google Shape;23;p36">
            <a:extLst>
              <a:ext uri="{FF2B5EF4-FFF2-40B4-BE49-F238E27FC236}">
                <a16:creationId xmlns:a16="http://schemas.microsoft.com/office/drawing/2014/main" id="{03C890BA-D138-CCC1-37F7-6D06C8D46B3C}"/>
              </a:ext>
            </a:extLst>
          </p:cNvPr>
          <p:cNvSpPr/>
          <p:nvPr/>
        </p:nvSpPr>
        <p:spPr>
          <a:xfrm>
            <a:off x="10135758" y="6231526"/>
            <a:ext cx="172926" cy="195749"/>
          </a:xfrm>
          <a:custGeom>
            <a:avLst/>
            <a:gdLst/>
            <a:ahLst/>
            <a:cxnLst/>
            <a:rect l="l" t="t" r="r" b="b"/>
            <a:pathLst>
              <a:path w="6001" h="6800" extrusionOk="0">
                <a:moveTo>
                  <a:pt x="48" y="1"/>
                </a:moveTo>
                <a:cubicBezTo>
                  <a:pt x="36" y="2120"/>
                  <a:pt x="24" y="4228"/>
                  <a:pt x="0" y="6347"/>
                </a:cubicBezTo>
                <a:cubicBezTo>
                  <a:pt x="0" y="6728"/>
                  <a:pt x="143" y="6799"/>
                  <a:pt x="441" y="6799"/>
                </a:cubicBezTo>
                <a:cubicBezTo>
                  <a:pt x="1292" y="6793"/>
                  <a:pt x="2143" y="6790"/>
                  <a:pt x="2996" y="6790"/>
                </a:cubicBezTo>
                <a:cubicBezTo>
                  <a:pt x="3849" y="6790"/>
                  <a:pt x="4703" y="6793"/>
                  <a:pt x="5560" y="6799"/>
                </a:cubicBezTo>
                <a:cubicBezTo>
                  <a:pt x="5858" y="6799"/>
                  <a:pt x="6001" y="6728"/>
                  <a:pt x="5989" y="6347"/>
                </a:cubicBezTo>
                <a:cubicBezTo>
                  <a:pt x="5965" y="4228"/>
                  <a:pt x="5965" y="2120"/>
                  <a:pt x="59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1" name="Google Shape;21;p36">
            <a:extLst>
              <a:ext uri="{FF2B5EF4-FFF2-40B4-BE49-F238E27FC236}">
                <a16:creationId xmlns:a16="http://schemas.microsoft.com/office/drawing/2014/main" id="{4B69667E-53E4-BE88-5F22-312A537515A4}"/>
              </a:ext>
            </a:extLst>
          </p:cNvPr>
          <p:cNvSpPr/>
          <p:nvPr/>
        </p:nvSpPr>
        <p:spPr>
          <a:xfrm>
            <a:off x="9700720" y="6231526"/>
            <a:ext cx="174655" cy="195807"/>
          </a:xfrm>
          <a:custGeom>
            <a:avLst/>
            <a:gdLst/>
            <a:ahLst/>
            <a:cxnLst/>
            <a:rect l="l" t="t" r="r" b="b"/>
            <a:pathLst>
              <a:path w="6061" h="6802" extrusionOk="0">
                <a:moveTo>
                  <a:pt x="0" y="1"/>
                </a:moveTo>
                <a:lnTo>
                  <a:pt x="0" y="6228"/>
                </a:lnTo>
                <a:cubicBezTo>
                  <a:pt x="0" y="6740"/>
                  <a:pt x="179" y="6799"/>
                  <a:pt x="572" y="6799"/>
                </a:cubicBezTo>
                <a:cubicBezTo>
                  <a:pt x="1440" y="6786"/>
                  <a:pt x="2309" y="6777"/>
                  <a:pt x="3178" y="6777"/>
                </a:cubicBezTo>
                <a:cubicBezTo>
                  <a:pt x="3893" y="6777"/>
                  <a:pt x="4607" y="6783"/>
                  <a:pt x="5322" y="6799"/>
                </a:cubicBezTo>
                <a:cubicBezTo>
                  <a:pt x="5356" y="6801"/>
                  <a:pt x="5389" y="6801"/>
                  <a:pt x="5420" y="6801"/>
                </a:cubicBezTo>
                <a:cubicBezTo>
                  <a:pt x="5913" y="6801"/>
                  <a:pt x="6060" y="6617"/>
                  <a:pt x="6060" y="6002"/>
                </a:cubicBezTo>
                <a:cubicBezTo>
                  <a:pt x="6060" y="4001"/>
                  <a:pt x="6048" y="2001"/>
                  <a:pt x="604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6" name="Google Shape;26;p36">
            <a:extLst>
              <a:ext uri="{FF2B5EF4-FFF2-40B4-BE49-F238E27FC236}">
                <a16:creationId xmlns:a16="http://schemas.microsoft.com/office/drawing/2014/main" id="{98490845-82DC-C83B-528A-38650E383D72}"/>
              </a:ext>
            </a:extLst>
          </p:cNvPr>
          <p:cNvSpPr/>
          <p:nvPr/>
        </p:nvSpPr>
        <p:spPr>
          <a:xfrm>
            <a:off x="9700374" y="6490635"/>
            <a:ext cx="174655" cy="124128"/>
          </a:xfrm>
          <a:custGeom>
            <a:avLst/>
            <a:gdLst/>
            <a:ahLst/>
            <a:cxnLst/>
            <a:rect l="l" t="t" r="r" b="b"/>
            <a:pathLst>
              <a:path w="6061" h="4312" extrusionOk="0">
                <a:moveTo>
                  <a:pt x="420" y="0"/>
                </a:moveTo>
                <a:cubicBezTo>
                  <a:pt x="110" y="0"/>
                  <a:pt x="12" y="124"/>
                  <a:pt x="12" y="465"/>
                </a:cubicBezTo>
                <a:cubicBezTo>
                  <a:pt x="24" y="1561"/>
                  <a:pt x="36" y="2680"/>
                  <a:pt x="12" y="3775"/>
                </a:cubicBezTo>
                <a:cubicBezTo>
                  <a:pt x="1" y="4195"/>
                  <a:pt x="140" y="4312"/>
                  <a:pt x="503" y="4312"/>
                </a:cubicBezTo>
                <a:cubicBezTo>
                  <a:pt x="522" y="4312"/>
                  <a:pt x="540" y="4312"/>
                  <a:pt x="560" y="4311"/>
                </a:cubicBezTo>
                <a:cubicBezTo>
                  <a:pt x="907" y="4296"/>
                  <a:pt x="1254" y="4291"/>
                  <a:pt x="1602" y="4291"/>
                </a:cubicBezTo>
                <a:cubicBezTo>
                  <a:pt x="2066" y="4291"/>
                  <a:pt x="2531" y="4299"/>
                  <a:pt x="3001" y="4299"/>
                </a:cubicBezTo>
                <a:cubicBezTo>
                  <a:pt x="3572" y="4299"/>
                  <a:pt x="4154" y="4294"/>
                  <a:pt x="4729" y="4294"/>
                </a:cubicBezTo>
                <a:cubicBezTo>
                  <a:pt x="5017" y="4294"/>
                  <a:pt x="5302" y="4295"/>
                  <a:pt x="5584" y="4299"/>
                </a:cubicBezTo>
                <a:cubicBezTo>
                  <a:pt x="5600" y="4300"/>
                  <a:pt x="5616" y="4300"/>
                  <a:pt x="5631" y="4300"/>
                </a:cubicBezTo>
                <a:cubicBezTo>
                  <a:pt x="5951" y="4300"/>
                  <a:pt x="6049" y="4176"/>
                  <a:pt x="6049" y="3835"/>
                </a:cubicBezTo>
                <a:cubicBezTo>
                  <a:pt x="6037" y="2704"/>
                  <a:pt x="6037" y="1573"/>
                  <a:pt x="6049" y="441"/>
                </a:cubicBezTo>
                <a:cubicBezTo>
                  <a:pt x="6060" y="84"/>
                  <a:pt x="5918" y="1"/>
                  <a:pt x="5572" y="1"/>
                </a:cubicBezTo>
                <a:cubicBezTo>
                  <a:pt x="4721" y="7"/>
                  <a:pt x="3870" y="10"/>
                  <a:pt x="3018" y="10"/>
                </a:cubicBezTo>
                <a:cubicBezTo>
                  <a:pt x="2167" y="10"/>
                  <a:pt x="1316" y="7"/>
                  <a:pt x="465" y="1"/>
                </a:cubicBezTo>
                <a:cubicBezTo>
                  <a:pt x="449" y="0"/>
                  <a:pt x="434" y="0"/>
                  <a:pt x="4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8" name="Google Shape;18;p36">
            <a:extLst>
              <a:ext uri="{FF2B5EF4-FFF2-40B4-BE49-F238E27FC236}">
                <a16:creationId xmlns:a16="http://schemas.microsoft.com/office/drawing/2014/main" id="{22167CF7-EC30-E28A-5813-1465AD50C635}"/>
              </a:ext>
            </a:extLst>
          </p:cNvPr>
          <p:cNvSpPr/>
          <p:nvPr/>
        </p:nvSpPr>
        <p:spPr>
          <a:xfrm>
            <a:off x="9700028" y="6652358"/>
            <a:ext cx="175693" cy="200586"/>
          </a:xfrm>
          <a:custGeom>
            <a:avLst/>
            <a:gdLst/>
            <a:ahLst/>
            <a:cxnLst/>
            <a:rect l="l" t="t" r="r" b="b"/>
            <a:pathLst>
              <a:path w="6097" h="6968" extrusionOk="0">
                <a:moveTo>
                  <a:pt x="612" y="0"/>
                </a:moveTo>
                <a:cubicBezTo>
                  <a:pt x="137" y="0"/>
                  <a:pt x="12" y="170"/>
                  <a:pt x="12" y="693"/>
                </a:cubicBezTo>
                <a:cubicBezTo>
                  <a:pt x="48" y="2777"/>
                  <a:pt x="12" y="4872"/>
                  <a:pt x="0" y="6968"/>
                </a:cubicBezTo>
                <a:lnTo>
                  <a:pt x="6096" y="6968"/>
                </a:lnTo>
                <a:cubicBezTo>
                  <a:pt x="6084" y="4849"/>
                  <a:pt x="6061" y="2729"/>
                  <a:pt x="6072" y="610"/>
                </a:cubicBezTo>
                <a:cubicBezTo>
                  <a:pt x="6072" y="152"/>
                  <a:pt x="5951" y="2"/>
                  <a:pt x="5507" y="2"/>
                </a:cubicBezTo>
                <a:cubicBezTo>
                  <a:pt x="5490" y="2"/>
                  <a:pt x="5472" y="2"/>
                  <a:pt x="5453" y="3"/>
                </a:cubicBezTo>
                <a:cubicBezTo>
                  <a:pt x="4585" y="16"/>
                  <a:pt x="3716" y="25"/>
                  <a:pt x="2849" y="25"/>
                </a:cubicBezTo>
                <a:cubicBezTo>
                  <a:pt x="2136" y="25"/>
                  <a:pt x="1424" y="19"/>
                  <a:pt x="715" y="3"/>
                </a:cubicBezTo>
                <a:cubicBezTo>
                  <a:pt x="679" y="1"/>
                  <a:pt x="645" y="0"/>
                  <a:pt x="61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7" name="Google Shape;17;p36">
            <a:extLst>
              <a:ext uri="{FF2B5EF4-FFF2-40B4-BE49-F238E27FC236}">
                <a16:creationId xmlns:a16="http://schemas.microsoft.com/office/drawing/2014/main" id="{41C74C93-70E8-E40C-F400-3BD01B313EED}"/>
              </a:ext>
            </a:extLst>
          </p:cNvPr>
          <p:cNvSpPr/>
          <p:nvPr/>
        </p:nvSpPr>
        <p:spPr>
          <a:xfrm>
            <a:off x="10568722" y="6652358"/>
            <a:ext cx="175347" cy="200586"/>
          </a:xfrm>
          <a:custGeom>
            <a:avLst/>
            <a:gdLst/>
            <a:ahLst/>
            <a:cxnLst/>
            <a:rect l="l" t="t" r="r" b="b"/>
            <a:pathLst>
              <a:path w="6085" h="6968" extrusionOk="0">
                <a:moveTo>
                  <a:pt x="601" y="0"/>
                </a:moveTo>
                <a:cubicBezTo>
                  <a:pt x="128" y="0"/>
                  <a:pt x="13" y="170"/>
                  <a:pt x="13" y="693"/>
                </a:cubicBezTo>
                <a:cubicBezTo>
                  <a:pt x="37" y="2777"/>
                  <a:pt x="13" y="4872"/>
                  <a:pt x="1" y="6968"/>
                </a:cubicBezTo>
                <a:lnTo>
                  <a:pt x="6085" y="6968"/>
                </a:lnTo>
                <a:cubicBezTo>
                  <a:pt x="6073" y="4849"/>
                  <a:pt x="6049" y="2729"/>
                  <a:pt x="6061" y="610"/>
                </a:cubicBezTo>
                <a:cubicBezTo>
                  <a:pt x="6061" y="152"/>
                  <a:pt x="5940" y="2"/>
                  <a:pt x="5496" y="2"/>
                </a:cubicBezTo>
                <a:cubicBezTo>
                  <a:pt x="5478" y="2"/>
                  <a:pt x="5460" y="2"/>
                  <a:pt x="5442" y="3"/>
                </a:cubicBezTo>
                <a:cubicBezTo>
                  <a:pt x="4580" y="16"/>
                  <a:pt x="3714" y="25"/>
                  <a:pt x="2847" y="25"/>
                </a:cubicBezTo>
                <a:cubicBezTo>
                  <a:pt x="2133" y="25"/>
                  <a:pt x="1418" y="19"/>
                  <a:pt x="703" y="3"/>
                </a:cubicBezTo>
                <a:cubicBezTo>
                  <a:pt x="668" y="1"/>
                  <a:pt x="633" y="0"/>
                  <a:pt x="60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9" name="Google Shape;19;p36">
            <a:extLst>
              <a:ext uri="{FF2B5EF4-FFF2-40B4-BE49-F238E27FC236}">
                <a16:creationId xmlns:a16="http://schemas.microsoft.com/office/drawing/2014/main" id="{1179BA22-9046-48D8-C03D-01E1CB407AF8}"/>
              </a:ext>
            </a:extLst>
          </p:cNvPr>
          <p:cNvSpPr/>
          <p:nvPr/>
        </p:nvSpPr>
        <p:spPr>
          <a:xfrm>
            <a:off x="11004107" y="6652416"/>
            <a:ext cx="172955" cy="200528"/>
          </a:xfrm>
          <a:custGeom>
            <a:avLst/>
            <a:gdLst/>
            <a:ahLst/>
            <a:cxnLst/>
            <a:rect l="l" t="t" r="r" b="b"/>
            <a:pathLst>
              <a:path w="6002" h="6966" extrusionOk="0">
                <a:moveTo>
                  <a:pt x="5520" y="0"/>
                </a:moveTo>
                <a:cubicBezTo>
                  <a:pt x="5507" y="0"/>
                  <a:pt x="5492" y="0"/>
                  <a:pt x="5478" y="1"/>
                </a:cubicBezTo>
                <a:cubicBezTo>
                  <a:pt x="4778" y="11"/>
                  <a:pt x="4079" y="14"/>
                  <a:pt x="3380" y="14"/>
                </a:cubicBezTo>
                <a:cubicBezTo>
                  <a:pt x="2426" y="14"/>
                  <a:pt x="1473" y="8"/>
                  <a:pt x="525" y="1"/>
                </a:cubicBezTo>
                <a:cubicBezTo>
                  <a:pt x="168" y="1"/>
                  <a:pt x="1" y="48"/>
                  <a:pt x="1" y="477"/>
                </a:cubicBezTo>
                <a:cubicBezTo>
                  <a:pt x="37" y="2632"/>
                  <a:pt x="25" y="4799"/>
                  <a:pt x="37" y="6966"/>
                </a:cubicBezTo>
                <a:lnTo>
                  <a:pt x="5978" y="6966"/>
                </a:lnTo>
                <a:cubicBezTo>
                  <a:pt x="5978" y="4823"/>
                  <a:pt x="5978" y="2692"/>
                  <a:pt x="6002" y="548"/>
                </a:cubicBezTo>
                <a:cubicBezTo>
                  <a:pt x="6002" y="169"/>
                  <a:pt x="5924" y="0"/>
                  <a:pt x="55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4" name="Google Shape;24;p36">
            <a:extLst>
              <a:ext uri="{FF2B5EF4-FFF2-40B4-BE49-F238E27FC236}">
                <a16:creationId xmlns:a16="http://schemas.microsoft.com/office/drawing/2014/main" id="{A2549E83-BF51-A9E3-770F-6A90AF6E09D5}"/>
              </a:ext>
            </a:extLst>
          </p:cNvPr>
          <p:cNvSpPr/>
          <p:nvPr/>
        </p:nvSpPr>
        <p:spPr>
          <a:xfrm>
            <a:off x="11001715" y="6237701"/>
            <a:ext cx="172926" cy="179974"/>
          </a:xfrm>
          <a:custGeom>
            <a:avLst/>
            <a:gdLst/>
            <a:ahLst/>
            <a:cxnLst/>
            <a:rect l="l" t="t" r="r" b="b"/>
            <a:pathLst>
              <a:path w="6001" h="6252" extrusionOk="0">
                <a:moveTo>
                  <a:pt x="60" y="1"/>
                </a:moveTo>
                <a:cubicBezTo>
                  <a:pt x="48" y="1953"/>
                  <a:pt x="36" y="3894"/>
                  <a:pt x="12" y="5846"/>
                </a:cubicBezTo>
                <a:cubicBezTo>
                  <a:pt x="0" y="6192"/>
                  <a:pt x="155" y="6251"/>
                  <a:pt x="452" y="6251"/>
                </a:cubicBezTo>
                <a:cubicBezTo>
                  <a:pt x="1304" y="6245"/>
                  <a:pt x="2158" y="6242"/>
                  <a:pt x="3012" y="6242"/>
                </a:cubicBezTo>
                <a:cubicBezTo>
                  <a:pt x="3867" y="6242"/>
                  <a:pt x="4721" y="6245"/>
                  <a:pt x="5572" y="6251"/>
                </a:cubicBezTo>
                <a:cubicBezTo>
                  <a:pt x="5870" y="6251"/>
                  <a:pt x="6001" y="6192"/>
                  <a:pt x="6001" y="5846"/>
                </a:cubicBezTo>
                <a:cubicBezTo>
                  <a:pt x="5977" y="3894"/>
                  <a:pt x="5977" y="1953"/>
                  <a:pt x="596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5" name="Google Shape;25;p36">
            <a:extLst>
              <a:ext uri="{FF2B5EF4-FFF2-40B4-BE49-F238E27FC236}">
                <a16:creationId xmlns:a16="http://schemas.microsoft.com/office/drawing/2014/main" id="{67F0A47E-8F0B-F2A4-F771-24BE307491C9}"/>
              </a:ext>
            </a:extLst>
          </p:cNvPr>
          <p:cNvSpPr/>
          <p:nvPr/>
        </p:nvSpPr>
        <p:spPr>
          <a:xfrm>
            <a:off x="10568751" y="6490635"/>
            <a:ext cx="175001" cy="123811"/>
          </a:xfrm>
          <a:custGeom>
            <a:avLst/>
            <a:gdLst/>
            <a:ahLst/>
            <a:cxnLst/>
            <a:rect l="l" t="t" r="r" b="b"/>
            <a:pathLst>
              <a:path w="6073" h="4301" extrusionOk="0">
                <a:moveTo>
                  <a:pt x="463" y="0"/>
                </a:moveTo>
                <a:cubicBezTo>
                  <a:pt x="120" y="0"/>
                  <a:pt x="0" y="126"/>
                  <a:pt x="12" y="501"/>
                </a:cubicBezTo>
                <a:cubicBezTo>
                  <a:pt x="36" y="1596"/>
                  <a:pt x="36" y="2704"/>
                  <a:pt x="12" y="3811"/>
                </a:cubicBezTo>
                <a:cubicBezTo>
                  <a:pt x="1" y="4194"/>
                  <a:pt x="128" y="4300"/>
                  <a:pt x="465" y="4300"/>
                </a:cubicBezTo>
                <a:cubicBezTo>
                  <a:pt x="484" y="4300"/>
                  <a:pt x="504" y="4300"/>
                  <a:pt x="524" y="4299"/>
                </a:cubicBezTo>
                <a:cubicBezTo>
                  <a:pt x="794" y="4291"/>
                  <a:pt x="1065" y="4289"/>
                  <a:pt x="1336" y="4289"/>
                </a:cubicBezTo>
                <a:cubicBezTo>
                  <a:pt x="1880" y="4289"/>
                  <a:pt x="2425" y="4299"/>
                  <a:pt x="2965" y="4299"/>
                </a:cubicBezTo>
                <a:cubicBezTo>
                  <a:pt x="3544" y="4299"/>
                  <a:pt x="4118" y="4289"/>
                  <a:pt x="4691" y="4289"/>
                </a:cubicBezTo>
                <a:cubicBezTo>
                  <a:pt x="4977" y="4289"/>
                  <a:pt x="5262" y="4291"/>
                  <a:pt x="5548" y="4299"/>
                </a:cubicBezTo>
                <a:cubicBezTo>
                  <a:pt x="5567" y="4300"/>
                  <a:pt x="5586" y="4300"/>
                  <a:pt x="5603" y="4300"/>
                </a:cubicBezTo>
                <a:cubicBezTo>
                  <a:pt x="5953" y="4300"/>
                  <a:pt x="6071" y="4185"/>
                  <a:pt x="6060" y="3811"/>
                </a:cubicBezTo>
                <a:cubicBezTo>
                  <a:pt x="6036" y="2704"/>
                  <a:pt x="6036" y="1596"/>
                  <a:pt x="6060" y="489"/>
                </a:cubicBezTo>
                <a:cubicBezTo>
                  <a:pt x="6072" y="84"/>
                  <a:pt x="5917" y="1"/>
                  <a:pt x="5548" y="1"/>
                </a:cubicBezTo>
                <a:cubicBezTo>
                  <a:pt x="4709" y="7"/>
                  <a:pt x="3869" y="10"/>
                  <a:pt x="3030" y="10"/>
                </a:cubicBezTo>
                <a:cubicBezTo>
                  <a:pt x="2191" y="10"/>
                  <a:pt x="1351" y="7"/>
                  <a:pt x="512" y="1"/>
                </a:cubicBezTo>
                <a:cubicBezTo>
                  <a:pt x="495" y="0"/>
                  <a:pt x="479" y="0"/>
                  <a:pt x="46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8" name="Google Shape;28;p36">
            <a:extLst>
              <a:ext uri="{FF2B5EF4-FFF2-40B4-BE49-F238E27FC236}">
                <a16:creationId xmlns:a16="http://schemas.microsoft.com/office/drawing/2014/main" id="{0848BF15-A33B-C8FD-D66E-359353B129A5}"/>
              </a:ext>
            </a:extLst>
          </p:cNvPr>
          <p:cNvSpPr/>
          <p:nvPr/>
        </p:nvSpPr>
        <p:spPr>
          <a:xfrm>
            <a:off x="11003790" y="6490635"/>
            <a:ext cx="173272" cy="124128"/>
          </a:xfrm>
          <a:custGeom>
            <a:avLst/>
            <a:gdLst/>
            <a:ahLst/>
            <a:cxnLst/>
            <a:rect l="l" t="t" r="r" b="b"/>
            <a:pathLst>
              <a:path w="6013" h="4312" extrusionOk="0">
                <a:moveTo>
                  <a:pt x="5597" y="0"/>
                </a:moveTo>
                <a:cubicBezTo>
                  <a:pt x="5581" y="0"/>
                  <a:pt x="5565" y="0"/>
                  <a:pt x="5548" y="1"/>
                </a:cubicBezTo>
                <a:cubicBezTo>
                  <a:pt x="5267" y="9"/>
                  <a:pt x="4986" y="12"/>
                  <a:pt x="4706" y="12"/>
                </a:cubicBezTo>
                <a:cubicBezTo>
                  <a:pt x="4146" y="12"/>
                  <a:pt x="3588" y="1"/>
                  <a:pt x="3024" y="1"/>
                </a:cubicBezTo>
                <a:cubicBezTo>
                  <a:pt x="2469" y="1"/>
                  <a:pt x="1908" y="6"/>
                  <a:pt x="1349" y="6"/>
                </a:cubicBezTo>
                <a:cubicBezTo>
                  <a:pt x="1069" y="6"/>
                  <a:pt x="790" y="5"/>
                  <a:pt x="512" y="1"/>
                </a:cubicBezTo>
                <a:cubicBezTo>
                  <a:pt x="202" y="1"/>
                  <a:pt x="0" y="25"/>
                  <a:pt x="12" y="430"/>
                </a:cubicBezTo>
                <a:cubicBezTo>
                  <a:pt x="36" y="1584"/>
                  <a:pt x="36" y="2739"/>
                  <a:pt x="12" y="3894"/>
                </a:cubicBezTo>
                <a:cubicBezTo>
                  <a:pt x="12" y="4228"/>
                  <a:pt x="119" y="4311"/>
                  <a:pt x="441" y="4311"/>
                </a:cubicBezTo>
                <a:cubicBezTo>
                  <a:pt x="1292" y="4305"/>
                  <a:pt x="2143" y="4302"/>
                  <a:pt x="2994" y="4302"/>
                </a:cubicBezTo>
                <a:cubicBezTo>
                  <a:pt x="3846" y="4302"/>
                  <a:pt x="4697" y="4305"/>
                  <a:pt x="5548" y="4311"/>
                </a:cubicBezTo>
                <a:cubicBezTo>
                  <a:pt x="5906" y="4311"/>
                  <a:pt x="6013" y="4204"/>
                  <a:pt x="6013" y="3859"/>
                </a:cubicBezTo>
                <a:cubicBezTo>
                  <a:pt x="5989" y="2727"/>
                  <a:pt x="5989" y="1584"/>
                  <a:pt x="6013" y="453"/>
                </a:cubicBezTo>
                <a:cubicBezTo>
                  <a:pt x="6013" y="114"/>
                  <a:pt x="5905" y="0"/>
                  <a:pt x="559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5" name="Google Shape;29;p36">
            <a:extLst>
              <a:ext uri="{FF2B5EF4-FFF2-40B4-BE49-F238E27FC236}">
                <a16:creationId xmlns:a16="http://schemas.microsoft.com/office/drawing/2014/main" id="{54817A94-CBD4-F87D-5717-B9B722777922}"/>
              </a:ext>
            </a:extLst>
          </p:cNvPr>
          <p:cNvSpPr/>
          <p:nvPr userDrawn="1"/>
        </p:nvSpPr>
        <p:spPr>
          <a:xfrm>
            <a:off x="10586588" y="6358360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0"/>
                </a:moveTo>
                <a:cubicBezTo>
                  <a:pt x="202" y="0"/>
                  <a:pt x="0" y="203"/>
                  <a:pt x="0" y="453"/>
                </a:cubicBezTo>
                <a:cubicBezTo>
                  <a:pt x="0" y="715"/>
                  <a:pt x="202" y="905"/>
                  <a:pt x="452" y="905"/>
                </a:cubicBezTo>
                <a:lnTo>
                  <a:pt x="1738" y="905"/>
                </a:lnTo>
                <a:cubicBezTo>
                  <a:pt x="2000" y="905"/>
                  <a:pt x="2191" y="715"/>
                  <a:pt x="2191" y="453"/>
                </a:cubicBezTo>
                <a:cubicBezTo>
                  <a:pt x="2191" y="203"/>
                  <a:pt x="2000" y="0"/>
                  <a:pt x="1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6" name="Google Shape;30;p36">
            <a:extLst>
              <a:ext uri="{FF2B5EF4-FFF2-40B4-BE49-F238E27FC236}">
                <a16:creationId xmlns:a16="http://schemas.microsoft.com/office/drawing/2014/main" id="{9178263D-426A-55CD-4E4B-B5D7DD956DC9}"/>
              </a:ext>
            </a:extLst>
          </p:cNvPr>
          <p:cNvSpPr/>
          <p:nvPr userDrawn="1"/>
        </p:nvSpPr>
        <p:spPr>
          <a:xfrm>
            <a:off x="10586588" y="6272317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1"/>
                </a:moveTo>
                <a:cubicBezTo>
                  <a:pt x="202" y="1"/>
                  <a:pt x="0" y="203"/>
                  <a:pt x="0" y="453"/>
                </a:cubicBezTo>
                <a:cubicBezTo>
                  <a:pt x="0" y="703"/>
                  <a:pt x="202" y="906"/>
                  <a:pt x="452" y="906"/>
                </a:cubicBezTo>
                <a:lnTo>
                  <a:pt x="1738" y="906"/>
                </a:lnTo>
                <a:cubicBezTo>
                  <a:pt x="2000" y="906"/>
                  <a:pt x="2191" y="703"/>
                  <a:pt x="2191" y="453"/>
                </a:cubicBezTo>
                <a:cubicBezTo>
                  <a:pt x="2191" y="203"/>
                  <a:pt x="2000" y="1"/>
                  <a:pt x="173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7" name="Google Shape;31;p36">
            <a:extLst>
              <a:ext uri="{FF2B5EF4-FFF2-40B4-BE49-F238E27FC236}">
                <a16:creationId xmlns:a16="http://schemas.microsoft.com/office/drawing/2014/main" id="{79659E42-3304-EE66-0450-DF563211B5D5}"/>
              </a:ext>
            </a:extLst>
          </p:cNvPr>
          <p:cNvSpPr/>
          <p:nvPr userDrawn="1"/>
        </p:nvSpPr>
        <p:spPr>
          <a:xfrm>
            <a:off x="10586588" y="6185957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0"/>
                </a:moveTo>
                <a:cubicBezTo>
                  <a:pt x="202" y="0"/>
                  <a:pt x="0" y="203"/>
                  <a:pt x="0" y="453"/>
                </a:cubicBezTo>
                <a:cubicBezTo>
                  <a:pt x="0" y="703"/>
                  <a:pt x="202" y="905"/>
                  <a:pt x="452" y="905"/>
                </a:cubicBezTo>
                <a:lnTo>
                  <a:pt x="1738" y="905"/>
                </a:lnTo>
                <a:cubicBezTo>
                  <a:pt x="2000" y="905"/>
                  <a:pt x="2191" y="703"/>
                  <a:pt x="2191" y="453"/>
                </a:cubicBezTo>
                <a:cubicBezTo>
                  <a:pt x="2191" y="203"/>
                  <a:pt x="2000" y="0"/>
                  <a:pt x="1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8" name="Google Shape;32;p36">
            <a:extLst>
              <a:ext uri="{FF2B5EF4-FFF2-40B4-BE49-F238E27FC236}">
                <a16:creationId xmlns:a16="http://schemas.microsoft.com/office/drawing/2014/main" id="{865C10C5-168D-5E56-B0D0-51E5EA3B4C3D}"/>
              </a:ext>
            </a:extLst>
          </p:cNvPr>
          <p:cNvSpPr/>
          <p:nvPr userDrawn="1"/>
        </p:nvSpPr>
        <p:spPr>
          <a:xfrm>
            <a:off x="10586588" y="6099568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1"/>
                </a:moveTo>
                <a:cubicBezTo>
                  <a:pt x="202" y="1"/>
                  <a:pt x="0" y="203"/>
                  <a:pt x="0" y="453"/>
                </a:cubicBezTo>
                <a:cubicBezTo>
                  <a:pt x="0" y="703"/>
                  <a:pt x="202" y="906"/>
                  <a:pt x="452" y="906"/>
                </a:cubicBezTo>
                <a:lnTo>
                  <a:pt x="1738" y="906"/>
                </a:lnTo>
                <a:cubicBezTo>
                  <a:pt x="2000" y="906"/>
                  <a:pt x="2191" y="703"/>
                  <a:pt x="2191" y="453"/>
                </a:cubicBezTo>
                <a:cubicBezTo>
                  <a:pt x="2191" y="203"/>
                  <a:pt x="2000" y="1"/>
                  <a:pt x="173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9" name="Google Shape;33;p36">
            <a:extLst>
              <a:ext uri="{FF2B5EF4-FFF2-40B4-BE49-F238E27FC236}">
                <a16:creationId xmlns:a16="http://schemas.microsoft.com/office/drawing/2014/main" id="{FF41494A-61E0-BF0F-884C-EF4C742FFC9D}"/>
              </a:ext>
            </a:extLst>
          </p:cNvPr>
          <p:cNvSpPr/>
          <p:nvPr userDrawn="1"/>
        </p:nvSpPr>
        <p:spPr>
          <a:xfrm>
            <a:off x="10586588" y="6013209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1"/>
                </a:moveTo>
                <a:cubicBezTo>
                  <a:pt x="202" y="1"/>
                  <a:pt x="0" y="203"/>
                  <a:pt x="0" y="453"/>
                </a:cubicBezTo>
                <a:cubicBezTo>
                  <a:pt x="0" y="703"/>
                  <a:pt x="202" y="905"/>
                  <a:pt x="452" y="905"/>
                </a:cubicBezTo>
                <a:lnTo>
                  <a:pt x="1738" y="905"/>
                </a:lnTo>
                <a:cubicBezTo>
                  <a:pt x="2000" y="905"/>
                  <a:pt x="2191" y="703"/>
                  <a:pt x="2191" y="453"/>
                </a:cubicBezTo>
                <a:cubicBezTo>
                  <a:pt x="2191" y="203"/>
                  <a:pt x="2000" y="1"/>
                  <a:pt x="173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0" name="Google Shape;34;p36">
            <a:extLst>
              <a:ext uri="{FF2B5EF4-FFF2-40B4-BE49-F238E27FC236}">
                <a16:creationId xmlns:a16="http://schemas.microsoft.com/office/drawing/2014/main" id="{3E28999D-3C6F-6AB8-B766-B6F37896407E}"/>
              </a:ext>
            </a:extLst>
          </p:cNvPr>
          <p:cNvSpPr/>
          <p:nvPr userDrawn="1"/>
        </p:nvSpPr>
        <p:spPr>
          <a:xfrm>
            <a:off x="10586588" y="6794996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1"/>
                </a:moveTo>
                <a:cubicBezTo>
                  <a:pt x="202" y="1"/>
                  <a:pt x="0" y="191"/>
                  <a:pt x="0" y="453"/>
                </a:cubicBezTo>
                <a:cubicBezTo>
                  <a:pt x="0" y="703"/>
                  <a:pt x="202" y="906"/>
                  <a:pt x="452" y="906"/>
                </a:cubicBezTo>
                <a:lnTo>
                  <a:pt x="1738" y="906"/>
                </a:lnTo>
                <a:cubicBezTo>
                  <a:pt x="2000" y="906"/>
                  <a:pt x="2191" y="703"/>
                  <a:pt x="2191" y="453"/>
                </a:cubicBezTo>
                <a:cubicBezTo>
                  <a:pt x="2191" y="191"/>
                  <a:pt x="2000" y="1"/>
                  <a:pt x="173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1" name="Google Shape;35;p36">
            <a:extLst>
              <a:ext uri="{FF2B5EF4-FFF2-40B4-BE49-F238E27FC236}">
                <a16:creationId xmlns:a16="http://schemas.microsoft.com/office/drawing/2014/main" id="{718A135B-5BA3-28C4-AF0B-1A2F93CE179E}"/>
              </a:ext>
            </a:extLst>
          </p:cNvPr>
          <p:cNvSpPr/>
          <p:nvPr userDrawn="1"/>
        </p:nvSpPr>
        <p:spPr>
          <a:xfrm>
            <a:off x="10586588" y="6708637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0"/>
                </a:moveTo>
                <a:cubicBezTo>
                  <a:pt x="202" y="0"/>
                  <a:pt x="0" y="203"/>
                  <a:pt x="0" y="453"/>
                </a:cubicBezTo>
                <a:cubicBezTo>
                  <a:pt x="0" y="703"/>
                  <a:pt x="202" y="905"/>
                  <a:pt x="452" y="905"/>
                </a:cubicBezTo>
                <a:lnTo>
                  <a:pt x="1738" y="905"/>
                </a:lnTo>
                <a:cubicBezTo>
                  <a:pt x="2000" y="905"/>
                  <a:pt x="2191" y="703"/>
                  <a:pt x="2191" y="453"/>
                </a:cubicBezTo>
                <a:cubicBezTo>
                  <a:pt x="2191" y="203"/>
                  <a:pt x="2000" y="0"/>
                  <a:pt x="1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2" name="Google Shape;36;p36">
            <a:extLst>
              <a:ext uri="{FF2B5EF4-FFF2-40B4-BE49-F238E27FC236}">
                <a16:creationId xmlns:a16="http://schemas.microsoft.com/office/drawing/2014/main" id="{3F522ECB-FFFB-1105-1380-7A0FDE74CF5E}"/>
              </a:ext>
            </a:extLst>
          </p:cNvPr>
          <p:cNvSpPr/>
          <p:nvPr userDrawn="1"/>
        </p:nvSpPr>
        <p:spPr>
          <a:xfrm>
            <a:off x="10586588" y="6532462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1"/>
                </a:moveTo>
                <a:cubicBezTo>
                  <a:pt x="202" y="1"/>
                  <a:pt x="0" y="203"/>
                  <a:pt x="0" y="453"/>
                </a:cubicBezTo>
                <a:cubicBezTo>
                  <a:pt x="0" y="703"/>
                  <a:pt x="202" y="905"/>
                  <a:pt x="452" y="905"/>
                </a:cubicBezTo>
                <a:lnTo>
                  <a:pt x="1738" y="905"/>
                </a:lnTo>
                <a:cubicBezTo>
                  <a:pt x="2000" y="905"/>
                  <a:pt x="2191" y="703"/>
                  <a:pt x="2191" y="453"/>
                </a:cubicBezTo>
                <a:cubicBezTo>
                  <a:pt x="2191" y="203"/>
                  <a:pt x="2000" y="1"/>
                  <a:pt x="173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3" name="Google Shape;37;p36">
            <a:extLst>
              <a:ext uri="{FF2B5EF4-FFF2-40B4-BE49-F238E27FC236}">
                <a16:creationId xmlns:a16="http://schemas.microsoft.com/office/drawing/2014/main" id="{0EAB5267-10D3-6FBF-5265-5264512FC6D9}"/>
              </a:ext>
            </a:extLst>
          </p:cNvPr>
          <p:cNvSpPr/>
          <p:nvPr userDrawn="1"/>
        </p:nvSpPr>
        <p:spPr>
          <a:xfrm>
            <a:off x="10152213" y="6358360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1" y="203"/>
                  <a:pt x="1" y="453"/>
                </a:cubicBezTo>
                <a:cubicBezTo>
                  <a:pt x="1" y="715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15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4" name="Google Shape;38;p36">
            <a:extLst>
              <a:ext uri="{FF2B5EF4-FFF2-40B4-BE49-F238E27FC236}">
                <a16:creationId xmlns:a16="http://schemas.microsoft.com/office/drawing/2014/main" id="{579D1474-0290-32F4-2E67-76BA4E33FC5F}"/>
              </a:ext>
            </a:extLst>
          </p:cNvPr>
          <p:cNvSpPr/>
          <p:nvPr userDrawn="1"/>
        </p:nvSpPr>
        <p:spPr>
          <a:xfrm>
            <a:off x="10152213" y="6272317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5" name="Google Shape;39;p36">
            <a:extLst>
              <a:ext uri="{FF2B5EF4-FFF2-40B4-BE49-F238E27FC236}">
                <a16:creationId xmlns:a16="http://schemas.microsoft.com/office/drawing/2014/main" id="{CBDB5849-E56B-593B-7493-ACF0739F4003}"/>
              </a:ext>
            </a:extLst>
          </p:cNvPr>
          <p:cNvSpPr/>
          <p:nvPr userDrawn="1"/>
        </p:nvSpPr>
        <p:spPr>
          <a:xfrm>
            <a:off x="10152213" y="6185957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1" y="203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6" name="Google Shape;40;p36">
            <a:extLst>
              <a:ext uri="{FF2B5EF4-FFF2-40B4-BE49-F238E27FC236}">
                <a16:creationId xmlns:a16="http://schemas.microsoft.com/office/drawing/2014/main" id="{1A9323A6-EA6F-0BF7-D1A0-BC7414AC75A7}"/>
              </a:ext>
            </a:extLst>
          </p:cNvPr>
          <p:cNvSpPr/>
          <p:nvPr userDrawn="1"/>
        </p:nvSpPr>
        <p:spPr>
          <a:xfrm>
            <a:off x="10152213" y="6099568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7" name="Google Shape;41;p36">
            <a:extLst>
              <a:ext uri="{FF2B5EF4-FFF2-40B4-BE49-F238E27FC236}">
                <a16:creationId xmlns:a16="http://schemas.microsoft.com/office/drawing/2014/main" id="{F2744E79-40F9-D1B2-7DD8-B6FFF699E671}"/>
              </a:ext>
            </a:extLst>
          </p:cNvPr>
          <p:cNvSpPr/>
          <p:nvPr userDrawn="1"/>
        </p:nvSpPr>
        <p:spPr>
          <a:xfrm>
            <a:off x="10152213" y="6013209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8" name="Google Shape;42;p36">
            <a:extLst>
              <a:ext uri="{FF2B5EF4-FFF2-40B4-BE49-F238E27FC236}">
                <a16:creationId xmlns:a16="http://schemas.microsoft.com/office/drawing/2014/main" id="{4F29434E-04FA-EE61-0B72-E02AAD0DB397}"/>
              </a:ext>
            </a:extLst>
          </p:cNvPr>
          <p:cNvSpPr/>
          <p:nvPr userDrawn="1"/>
        </p:nvSpPr>
        <p:spPr>
          <a:xfrm>
            <a:off x="10152213" y="6794996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191"/>
                  <a:pt x="1" y="453"/>
                </a:cubicBezTo>
                <a:cubicBezTo>
                  <a:pt x="1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191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9" name="Google Shape;43;p36">
            <a:extLst>
              <a:ext uri="{FF2B5EF4-FFF2-40B4-BE49-F238E27FC236}">
                <a16:creationId xmlns:a16="http://schemas.microsoft.com/office/drawing/2014/main" id="{91F8BC90-FCAA-5BFE-C730-52A129404D7D}"/>
              </a:ext>
            </a:extLst>
          </p:cNvPr>
          <p:cNvSpPr/>
          <p:nvPr userDrawn="1"/>
        </p:nvSpPr>
        <p:spPr>
          <a:xfrm>
            <a:off x="10152213" y="6708637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1" y="203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0" name="Google Shape;44;p36">
            <a:extLst>
              <a:ext uri="{FF2B5EF4-FFF2-40B4-BE49-F238E27FC236}">
                <a16:creationId xmlns:a16="http://schemas.microsoft.com/office/drawing/2014/main" id="{FD99491A-8204-3F44-89D4-3A1A20FFFE14}"/>
              </a:ext>
            </a:extLst>
          </p:cNvPr>
          <p:cNvSpPr/>
          <p:nvPr userDrawn="1"/>
        </p:nvSpPr>
        <p:spPr>
          <a:xfrm>
            <a:off x="10152213" y="6532462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1" name="Google Shape;45;p36">
            <a:extLst>
              <a:ext uri="{FF2B5EF4-FFF2-40B4-BE49-F238E27FC236}">
                <a16:creationId xmlns:a16="http://schemas.microsoft.com/office/drawing/2014/main" id="{E48A035F-3BD4-43A4-870A-79A920A91D12}"/>
              </a:ext>
            </a:extLst>
          </p:cNvPr>
          <p:cNvSpPr/>
          <p:nvPr userDrawn="1"/>
        </p:nvSpPr>
        <p:spPr>
          <a:xfrm>
            <a:off x="9717865" y="6359023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0" y="203"/>
                  <a:pt x="0" y="453"/>
                </a:cubicBezTo>
                <a:cubicBezTo>
                  <a:pt x="0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" name="Google Shape;46;p36">
            <a:extLst>
              <a:ext uri="{FF2B5EF4-FFF2-40B4-BE49-F238E27FC236}">
                <a16:creationId xmlns:a16="http://schemas.microsoft.com/office/drawing/2014/main" id="{5DE4DBEC-6460-5A36-0E2D-74DD98B03648}"/>
              </a:ext>
            </a:extLst>
          </p:cNvPr>
          <p:cNvSpPr/>
          <p:nvPr userDrawn="1"/>
        </p:nvSpPr>
        <p:spPr>
          <a:xfrm>
            <a:off x="9717865" y="6272663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0" y="203"/>
                  <a:pt x="0" y="453"/>
                </a:cubicBezTo>
                <a:cubicBezTo>
                  <a:pt x="0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3" name="Google Shape;47;p36">
            <a:extLst>
              <a:ext uri="{FF2B5EF4-FFF2-40B4-BE49-F238E27FC236}">
                <a16:creationId xmlns:a16="http://schemas.microsoft.com/office/drawing/2014/main" id="{B474F7D5-B462-DEE7-C484-AA9105A818F1}"/>
              </a:ext>
            </a:extLst>
          </p:cNvPr>
          <p:cNvSpPr/>
          <p:nvPr userDrawn="1"/>
        </p:nvSpPr>
        <p:spPr>
          <a:xfrm>
            <a:off x="9717865" y="6186303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0" y="203"/>
                  <a:pt x="0" y="453"/>
                </a:cubicBezTo>
                <a:cubicBezTo>
                  <a:pt x="0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4" name="Google Shape;48;p36">
            <a:extLst>
              <a:ext uri="{FF2B5EF4-FFF2-40B4-BE49-F238E27FC236}">
                <a16:creationId xmlns:a16="http://schemas.microsoft.com/office/drawing/2014/main" id="{759DFE73-0F60-EED3-75A7-54B346811AFC}"/>
              </a:ext>
            </a:extLst>
          </p:cNvPr>
          <p:cNvSpPr/>
          <p:nvPr userDrawn="1"/>
        </p:nvSpPr>
        <p:spPr>
          <a:xfrm>
            <a:off x="9717865" y="6099914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0" y="203"/>
                  <a:pt x="0" y="453"/>
                </a:cubicBezTo>
                <a:cubicBezTo>
                  <a:pt x="0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5" name="Google Shape;49;p36">
            <a:extLst>
              <a:ext uri="{FF2B5EF4-FFF2-40B4-BE49-F238E27FC236}">
                <a16:creationId xmlns:a16="http://schemas.microsoft.com/office/drawing/2014/main" id="{AD46FA0F-1C80-F6D7-1945-D127A52B1679}"/>
              </a:ext>
            </a:extLst>
          </p:cNvPr>
          <p:cNvSpPr/>
          <p:nvPr userDrawn="1"/>
        </p:nvSpPr>
        <p:spPr>
          <a:xfrm>
            <a:off x="9717865" y="6013554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0" y="203"/>
                  <a:pt x="0" y="453"/>
                </a:cubicBezTo>
                <a:cubicBezTo>
                  <a:pt x="0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6" name="Google Shape;50;p36">
            <a:extLst>
              <a:ext uri="{FF2B5EF4-FFF2-40B4-BE49-F238E27FC236}">
                <a16:creationId xmlns:a16="http://schemas.microsoft.com/office/drawing/2014/main" id="{867809C7-E094-C5AF-52FC-737A48D7E2FA}"/>
              </a:ext>
            </a:extLst>
          </p:cNvPr>
          <p:cNvSpPr/>
          <p:nvPr userDrawn="1"/>
        </p:nvSpPr>
        <p:spPr>
          <a:xfrm>
            <a:off x="9717865" y="6795342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0" y="203"/>
                  <a:pt x="0" y="453"/>
                </a:cubicBezTo>
                <a:cubicBezTo>
                  <a:pt x="0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7" name="Google Shape;51;p36">
            <a:extLst>
              <a:ext uri="{FF2B5EF4-FFF2-40B4-BE49-F238E27FC236}">
                <a16:creationId xmlns:a16="http://schemas.microsoft.com/office/drawing/2014/main" id="{9139B71C-4617-AA79-D946-BABFEECD49AF}"/>
              </a:ext>
            </a:extLst>
          </p:cNvPr>
          <p:cNvSpPr/>
          <p:nvPr userDrawn="1"/>
        </p:nvSpPr>
        <p:spPr>
          <a:xfrm>
            <a:off x="9717865" y="6708982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0" y="203"/>
                  <a:pt x="0" y="453"/>
                </a:cubicBezTo>
                <a:cubicBezTo>
                  <a:pt x="0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8" name="Google Shape;52;p36">
            <a:extLst>
              <a:ext uri="{FF2B5EF4-FFF2-40B4-BE49-F238E27FC236}">
                <a16:creationId xmlns:a16="http://schemas.microsoft.com/office/drawing/2014/main" id="{94524D57-EED6-E799-3A39-C77F64A71E63}"/>
              </a:ext>
            </a:extLst>
          </p:cNvPr>
          <p:cNvSpPr/>
          <p:nvPr userDrawn="1"/>
        </p:nvSpPr>
        <p:spPr>
          <a:xfrm>
            <a:off x="9717865" y="6532808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0" y="203"/>
                  <a:pt x="0" y="453"/>
                </a:cubicBezTo>
                <a:cubicBezTo>
                  <a:pt x="0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9" name="Google Shape;53;p36">
            <a:extLst>
              <a:ext uri="{FF2B5EF4-FFF2-40B4-BE49-F238E27FC236}">
                <a16:creationId xmlns:a16="http://schemas.microsoft.com/office/drawing/2014/main" id="{0D86E5CB-2272-81F3-11D2-DA83927DD62C}"/>
              </a:ext>
            </a:extLst>
          </p:cNvPr>
          <p:cNvSpPr/>
          <p:nvPr userDrawn="1"/>
        </p:nvSpPr>
        <p:spPr>
          <a:xfrm>
            <a:off x="11027102" y="6357324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1" y="203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0" name="Google Shape;54;p36">
            <a:extLst>
              <a:ext uri="{FF2B5EF4-FFF2-40B4-BE49-F238E27FC236}">
                <a16:creationId xmlns:a16="http://schemas.microsoft.com/office/drawing/2014/main" id="{1F62C66B-1EE4-8B73-A350-A9331E8C7572}"/>
              </a:ext>
            </a:extLst>
          </p:cNvPr>
          <p:cNvSpPr/>
          <p:nvPr userDrawn="1"/>
        </p:nvSpPr>
        <p:spPr>
          <a:xfrm>
            <a:off x="11027102" y="6270964"/>
            <a:ext cx="63511" cy="26052"/>
          </a:xfrm>
          <a:custGeom>
            <a:avLst/>
            <a:gdLst/>
            <a:ahLst/>
            <a:cxnLst/>
            <a:rect l="l" t="t" r="r" b="b"/>
            <a:pathLst>
              <a:path w="2204" h="905" extrusionOk="0">
                <a:moveTo>
                  <a:pt x="453" y="0"/>
                </a:moveTo>
                <a:cubicBezTo>
                  <a:pt x="203" y="0"/>
                  <a:pt x="1" y="202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2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1" name="Google Shape;55;p36">
            <a:extLst>
              <a:ext uri="{FF2B5EF4-FFF2-40B4-BE49-F238E27FC236}">
                <a16:creationId xmlns:a16="http://schemas.microsoft.com/office/drawing/2014/main" id="{9BDDCD51-8C88-A8D1-BBD9-7C31823C6079}"/>
              </a:ext>
            </a:extLst>
          </p:cNvPr>
          <p:cNvSpPr/>
          <p:nvPr userDrawn="1"/>
        </p:nvSpPr>
        <p:spPr>
          <a:xfrm>
            <a:off x="11027102" y="6184575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2" name="Google Shape;56;p36">
            <a:extLst>
              <a:ext uri="{FF2B5EF4-FFF2-40B4-BE49-F238E27FC236}">
                <a16:creationId xmlns:a16="http://schemas.microsoft.com/office/drawing/2014/main" id="{CAB4981C-7E8F-0227-50DB-9D60D6FB9025}"/>
              </a:ext>
            </a:extLst>
          </p:cNvPr>
          <p:cNvSpPr/>
          <p:nvPr userDrawn="1"/>
        </p:nvSpPr>
        <p:spPr>
          <a:xfrm>
            <a:off x="11027102" y="6098215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1" y="203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3" name="Google Shape;57;p36">
            <a:extLst>
              <a:ext uri="{FF2B5EF4-FFF2-40B4-BE49-F238E27FC236}">
                <a16:creationId xmlns:a16="http://schemas.microsoft.com/office/drawing/2014/main" id="{561E849D-1636-8DC3-3B56-1C7A6E394E8E}"/>
              </a:ext>
            </a:extLst>
          </p:cNvPr>
          <p:cNvSpPr/>
          <p:nvPr userDrawn="1"/>
        </p:nvSpPr>
        <p:spPr>
          <a:xfrm>
            <a:off x="11027102" y="6011827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4" name="Google Shape;58;p36">
            <a:extLst>
              <a:ext uri="{FF2B5EF4-FFF2-40B4-BE49-F238E27FC236}">
                <a16:creationId xmlns:a16="http://schemas.microsoft.com/office/drawing/2014/main" id="{F6CBCABD-312E-9C15-BFFA-1A4935C328B3}"/>
              </a:ext>
            </a:extLst>
          </p:cNvPr>
          <p:cNvSpPr/>
          <p:nvPr userDrawn="1"/>
        </p:nvSpPr>
        <p:spPr>
          <a:xfrm>
            <a:off x="11027102" y="6793643"/>
            <a:ext cx="63511" cy="26052"/>
          </a:xfrm>
          <a:custGeom>
            <a:avLst/>
            <a:gdLst/>
            <a:ahLst/>
            <a:cxnLst/>
            <a:rect l="l" t="t" r="r" b="b"/>
            <a:pathLst>
              <a:path w="2204" h="905" extrusionOk="0">
                <a:moveTo>
                  <a:pt x="453" y="0"/>
                </a:moveTo>
                <a:cubicBezTo>
                  <a:pt x="203" y="0"/>
                  <a:pt x="1" y="202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2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5" name="Google Shape;59;p36">
            <a:extLst>
              <a:ext uri="{FF2B5EF4-FFF2-40B4-BE49-F238E27FC236}">
                <a16:creationId xmlns:a16="http://schemas.microsoft.com/office/drawing/2014/main" id="{1FBB720A-9292-E742-309F-D2A6D726CBEE}"/>
              </a:ext>
            </a:extLst>
          </p:cNvPr>
          <p:cNvSpPr/>
          <p:nvPr userDrawn="1"/>
        </p:nvSpPr>
        <p:spPr>
          <a:xfrm>
            <a:off x="11027102" y="6707255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6" name="Google Shape;60;p36">
            <a:extLst>
              <a:ext uri="{FF2B5EF4-FFF2-40B4-BE49-F238E27FC236}">
                <a16:creationId xmlns:a16="http://schemas.microsoft.com/office/drawing/2014/main" id="{E6262438-4B7C-02E7-2AB3-B6EC3F814CCE}"/>
              </a:ext>
            </a:extLst>
          </p:cNvPr>
          <p:cNvSpPr/>
          <p:nvPr userDrawn="1"/>
        </p:nvSpPr>
        <p:spPr>
          <a:xfrm>
            <a:off x="11027102" y="6531080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71" name="Google Shape;671;p38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2" name="Google Shape;672;p38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3" name="Google Shape;673;p38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4" name="Google Shape;674;p38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5" name="Google Shape;675;p38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6" name="Google Shape;676;p38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7" name="Google Shape;677;p38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8" name="Google Shape;678;p38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9" name="Google Shape;679;p38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0" name="Google Shape;680;p38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1" name="Google Shape;681;p38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2" name="Google Shape;682;p38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3" name="Google Shape;683;p38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4" name="Google Shape;684;p38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5" name="Google Shape;685;p38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6" name="Google Shape;686;p38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7" name="Google Shape;687;p38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8" name="Google Shape;688;p38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9" name="Google Shape;689;p38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0" name="Google Shape;690;p38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1" name="Google Shape;691;p38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2" name="Google Shape;692;p38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3" name="Google Shape;693;p38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4" name="Google Shape;694;p38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5" name="Google Shape;695;p38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6" name="Google Shape;696;p38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7" name="Google Shape;697;p38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390" name="Google Shape;390;p37"/>
          <p:cNvSpPr/>
          <p:nvPr/>
        </p:nvSpPr>
        <p:spPr>
          <a:xfrm>
            <a:off x="10992503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1" name="Google Shape;391;p37"/>
          <p:cNvSpPr/>
          <p:nvPr/>
        </p:nvSpPr>
        <p:spPr>
          <a:xfrm>
            <a:off x="11312361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2" name="Google Shape;392;p37"/>
          <p:cNvSpPr/>
          <p:nvPr/>
        </p:nvSpPr>
        <p:spPr>
          <a:xfrm>
            <a:off x="11933422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3" name="Google Shape;393;p37"/>
          <p:cNvSpPr/>
          <p:nvPr/>
        </p:nvSpPr>
        <p:spPr>
          <a:xfrm>
            <a:off x="11480923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4" name="Google Shape;394;p37"/>
          <p:cNvSpPr/>
          <p:nvPr/>
        </p:nvSpPr>
        <p:spPr>
          <a:xfrm>
            <a:off x="11267081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5" name="Google Shape;395;p37"/>
          <p:cNvSpPr/>
          <p:nvPr/>
        </p:nvSpPr>
        <p:spPr>
          <a:xfrm>
            <a:off x="11042100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6" name="Google Shape;396;p37"/>
          <p:cNvSpPr/>
          <p:nvPr/>
        </p:nvSpPr>
        <p:spPr>
          <a:xfrm>
            <a:off x="11614650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7" name="Google Shape;397;p37"/>
          <p:cNvSpPr/>
          <p:nvPr/>
        </p:nvSpPr>
        <p:spPr>
          <a:xfrm>
            <a:off x="11561099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8" name="Google Shape;398;p37"/>
          <p:cNvSpPr/>
          <p:nvPr/>
        </p:nvSpPr>
        <p:spPr>
          <a:xfrm>
            <a:off x="11713119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9" name="Google Shape;399;p37"/>
          <p:cNvSpPr/>
          <p:nvPr/>
        </p:nvSpPr>
        <p:spPr>
          <a:xfrm>
            <a:off x="11747985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0" name="Google Shape;400;p37"/>
          <p:cNvSpPr/>
          <p:nvPr/>
        </p:nvSpPr>
        <p:spPr>
          <a:xfrm>
            <a:off x="11678616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1" name="Google Shape;401;p37"/>
          <p:cNvSpPr/>
          <p:nvPr/>
        </p:nvSpPr>
        <p:spPr>
          <a:xfrm>
            <a:off x="11783907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74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6" r:id="rId13"/>
    <p:sldLayoutId id="2147483687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プレースホルダー 6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6E8129C-22C7-E6EE-26F0-5CF7DB0004E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" b="66"/>
          <a:stretch>
            <a:fillRect/>
          </a:stretch>
        </p:blipFill>
        <p:spPr/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897869"/>
            <a:ext cx="8474517" cy="349572"/>
          </a:xfrm>
        </p:spPr>
        <p:txBody>
          <a:bodyPr/>
          <a:lstStyle/>
          <a:p>
            <a:r>
              <a:rPr kumimoji="1" lang="ja-JP" altLang="en-US" sz="2000" dirty="0"/>
              <a:t>実験長 寺谷 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2025.04.00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6409582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（準備），学部祭飲食店の出店（準備）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学部祭：研究発表 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&amp;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</a:t>
            </a:r>
            <a:r>
              <a:rPr kumimoji="1" lang="ja-JP" altLang="en-US" sz="3600" dirty="0"/>
              <a:t>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Google Shape;4390;p7">
            <a:extLst>
              <a:ext uri="{FF2B5EF4-FFF2-40B4-BE49-F238E27FC236}">
                <a16:creationId xmlns:a16="http://schemas.microsoft.com/office/drawing/2014/main" id="{AF652B37-4E49-2A5E-6926-8D66ED11825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8174" t="4416" r="17578"/>
          <a:stretch/>
        </p:blipFill>
        <p:spPr>
          <a:xfrm>
            <a:off x="6293223" y="2084980"/>
            <a:ext cx="4885886" cy="363450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5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90D306F-6011-E1D3-5892-F5EB399C2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32" y="1477184"/>
            <a:ext cx="5291696" cy="5291696"/>
          </a:xfrm>
          <a:prstGeom prst="rect">
            <a:avLst/>
          </a:prstGeom>
        </p:spPr>
      </p:pic>
      <p:grpSp>
        <p:nvGrpSpPr>
          <p:cNvPr id="4717" name="Google Shape;4717;p24"/>
          <p:cNvGrpSpPr/>
          <p:nvPr/>
        </p:nvGrpSpPr>
        <p:grpSpPr>
          <a:xfrm rot="2546939">
            <a:off x="916488" y="1382740"/>
            <a:ext cx="681444" cy="873335"/>
            <a:chOff x="-5220725" y="1178629"/>
            <a:chExt cx="413256" cy="529626"/>
          </a:xfrm>
        </p:grpSpPr>
        <p:sp>
          <p:nvSpPr>
            <p:cNvPr id="4718" name="Google Shape;4718;p24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9" name="Google Shape;4719;p24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20" name="Google Shape;4720;p24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cxnSp>
          <p:nvCxnSpPr>
            <p:cNvPr id="4721" name="Google Shape;4721;p24"/>
            <p:cNvCxnSpPr>
              <a:stCxn id="4720" idx="0"/>
              <a:endCxn id="4718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722" name="Google Shape;4722;p24"/>
            <p:cNvCxnSpPr>
              <a:stCxn id="4719" idx="2"/>
              <a:endCxn id="4718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725" name="Google Shape;4725;p24"/>
          <p:cNvSpPr txBox="1"/>
          <p:nvPr/>
        </p:nvSpPr>
        <p:spPr>
          <a:xfrm>
            <a:off x="802772" y="303859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 荻原先生からのお話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142</TotalTime>
  <Words>240</Words>
  <Application>Microsoft Office PowerPoint</Application>
  <PresentationFormat>ワイド画面</PresentationFormat>
  <Paragraphs>54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1" baseType="lpstr">
      <vt:lpstr>Arial</vt:lpstr>
      <vt:lpstr>ＭＳ ゴシック</vt:lpstr>
      <vt:lpstr>メイリオ</vt:lpstr>
      <vt:lpstr>メイリオ</vt:lpstr>
      <vt:lpstr>游ゴシック</vt:lpstr>
      <vt:lpstr>Nunito Light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Hojicya</dc:creator>
  <cp:lastModifiedBy>Hojicya</cp:lastModifiedBy>
  <cp:revision>8</cp:revision>
  <dcterms:created xsi:type="dcterms:W3CDTF">2025-03-16T19:50:08Z</dcterms:created>
  <dcterms:modified xsi:type="dcterms:W3CDTF">2025-03-17T18:00:00Z</dcterms:modified>
</cp:coreProperties>
</file>