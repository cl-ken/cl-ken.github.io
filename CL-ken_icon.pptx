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7" r:id="rId5"/>
  </p:sldIdLst>
  <p:sldSz cx="7561263" cy="75612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C75A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7" d="100"/>
          <a:sy n="97" d="100"/>
        </p:scale>
        <p:origin x="244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237457"/>
            <a:ext cx="6427074" cy="2632440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3971414"/>
            <a:ext cx="5670947" cy="1825554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0920-1795-41FA-86F8-2E16B0E10B62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3784-72EB-4966-8825-0E4DB90D3D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5778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0920-1795-41FA-86F8-2E16B0E10B62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3784-72EB-4966-8825-0E4DB90D3D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62567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1885067"/>
            <a:ext cx="6521589" cy="3145275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5060097"/>
            <a:ext cx="6521589" cy="1654026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0920-1795-41FA-86F8-2E16B0E10B62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3784-72EB-4966-8825-0E4DB90D3D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01838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012836"/>
            <a:ext cx="3213537" cy="479755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012836"/>
            <a:ext cx="3213537" cy="4797552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0920-1795-41FA-86F8-2E16B0E10B62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3784-72EB-4966-8825-0E4DB90D3D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66144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402569"/>
            <a:ext cx="6521589" cy="1461495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1853560"/>
            <a:ext cx="3198768" cy="908401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2761961"/>
            <a:ext cx="3198768" cy="406242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1853560"/>
            <a:ext cx="3214522" cy="908401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2761961"/>
            <a:ext cx="3214522" cy="4062429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0920-1795-41FA-86F8-2E16B0E10B62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3784-72EB-4966-8825-0E4DB90D3D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35819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0920-1795-41FA-86F8-2E16B0E10B62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3784-72EB-4966-8825-0E4DB90D3D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71158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0920-1795-41FA-86F8-2E16B0E10B62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3784-72EB-4966-8825-0E4DB90D3D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50044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04084"/>
            <a:ext cx="2438704" cy="1764295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088683"/>
            <a:ext cx="3827889" cy="5373398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2268379"/>
            <a:ext cx="2438704" cy="4202453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0920-1795-41FA-86F8-2E16B0E10B62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3784-72EB-4966-8825-0E4DB90D3D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54177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04084"/>
            <a:ext cx="2438704" cy="1764295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088683"/>
            <a:ext cx="3827889" cy="5373398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2268379"/>
            <a:ext cx="2438704" cy="4202453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0920-1795-41FA-86F8-2E16B0E10B62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3784-72EB-4966-8825-0E4DB90D3D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08700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0920-1795-41FA-86F8-2E16B0E10B62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3784-72EB-4966-8825-0E4DB90D3D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3822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402567"/>
            <a:ext cx="1630397" cy="6407821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402567"/>
            <a:ext cx="4796676" cy="6407821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E0920-1795-41FA-86F8-2E16B0E10B62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33784-72EB-4966-8825-0E4DB90D3D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87382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402569"/>
            <a:ext cx="6521589" cy="14614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012836"/>
            <a:ext cx="6521589" cy="47975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7008172"/>
            <a:ext cx="1701284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0E0920-1795-41FA-86F8-2E16B0E10B62}" type="datetimeFigureOut">
              <a:rPr kumimoji="1" lang="ja-JP" altLang="en-US" smtClean="0"/>
              <a:t>2026/5/10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7008172"/>
            <a:ext cx="2551926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7008172"/>
            <a:ext cx="1701284" cy="402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C33784-72EB-4966-8825-0E4DB90D3DB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79300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kumimoji="1"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kumimoji="1"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kumimoji="1"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7FD8C3-975D-10E1-7139-404AB8A58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テキスト ボックス 168">
            <a:extLst>
              <a:ext uri="{FF2B5EF4-FFF2-40B4-BE49-F238E27FC236}">
                <a16:creationId xmlns:a16="http://schemas.microsoft.com/office/drawing/2014/main" id="{2F17B33B-CFEA-515E-A24C-939759C4D48A}"/>
              </a:ext>
            </a:extLst>
          </p:cNvPr>
          <p:cNvSpPr txBox="1"/>
          <p:nvPr/>
        </p:nvSpPr>
        <p:spPr>
          <a:xfrm>
            <a:off x="0" y="2626469"/>
            <a:ext cx="756126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7200" dirty="0">
                <a:solidFill>
                  <a:srgbClr val="5C75AD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バイオサイエンス</a:t>
            </a:r>
            <a:endParaRPr kumimoji="1" lang="en-US" altLang="ja-JP" sz="7200" dirty="0">
              <a:solidFill>
                <a:srgbClr val="5C75AD"/>
              </a:solidFill>
              <a:latin typeface="HGS創英角ﾎﾟｯﾌﾟ体" panose="040B0A00000000000000" pitchFamily="50" charset="-128"/>
              <a:ea typeface="HGS創英角ﾎﾟｯﾌﾟ体" panose="040B0A00000000000000" pitchFamily="50" charset="-128"/>
            </a:endParaRPr>
          </a:p>
          <a:p>
            <a:pPr algn="ctr"/>
            <a:r>
              <a:rPr kumimoji="1" lang="ja-JP" altLang="en-US" sz="7200" dirty="0">
                <a:solidFill>
                  <a:srgbClr val="5C75AD"/>
                </a:solidFill>
                <a:latin typeface="HGS創英角ﾎﾟｯﾌﾟ体" panose="040B0A00000000000000" pitchFamily="50" charset="-128"/>
                <a:ea typeface="HGS創英角ﾎﾟｯﾌﾟ体" panose="040B0A00000000000000" pitchFamily="50" charset="-128"/>
              </a:rPr>
              <a:t>学術研究会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FA236F9B-A8F2-630A-3C3A-4C9AA38D7B51}"/>
              </a:ext>
            </a:extLst>
          </p:cNvPr>
          <p:cNvGrpSpPr/>
          <p:nvPr/>
        </p:nvGrpSpPr>
        <p:grpSpPr>
          <a:xfrm>
            <a:off x="245902" y="353338"/>
            <a:ext cx="3011874" cy="2149516"/>
            <a:chOff x="492697" y="2403627"/>
            <a:chExt cx="1804602" cy="1287909"/>
          </a:xfrm>
        </p:grpSpPr>
        <p:grpSp>
          <p:nvGrpSpPr>
            <p:cNvPr id="3" name="グラフィックス 6">
              <a:extLst>
                <a:ext uri="{FF2B5EF4-FFF2-40B4-BE49-F238E27FC236}">
                  <a16:creationId xmlns:a16="http://schemas.microsoft.com/office/drawing/2014/main" id="{B9C3AF9F-250E-A232-A785-0D05A3C47499}"/>
                </a:ext>
              </a:extLst>
            </p:cNvPr>
            <p:cNvGrpSpPr/>
            <p:nvPr/>
          </p:nvGrpSpPr>
          <p:grpSpPr>
            <a:xfrm>
              <a:off x="1333732" y="2403627"/>
              <a:ext cx="726951" cy="187723"/>
              <a:chOff x="1333732" y="2403627"/>
              <a:chExt cx="726951" cy="187723"/>
            </a:xfrm>
            <a:solidFill>
              <a:srgbClr val="000000"/>
            </a:solidFill>
          </p:grpSpPr>
          <p:sp>
            <p:nvSpPr>
              <p:cNvPr id="25" name="フリーフォーム: 図形 24">
                <a:extLst>
                  <a:ext uri="{FF2B5EF4-FFF2-40B4-BE49-F238E27FC236}">
                    <a16:creationId xmlns:a16="http://schemas.microsoft.com/office/drawing/2014/main" id="{187F7BF9-1B26-8507-5793-CC8D83509D79}"/>
                  </a:ext>
                </a:extLst>
              </p:cNvPr>
              <p:cNvSpPr/>
              <p:nvPr/>
            </p:nvSpPr>
            <p:spPr>
              <a:xfrm>
                <a:off x="1333732" y="2403761"/>
                <a:ext cx="160359" cy="187589"/>
              </a:xfrm>
              <a:custGeom>
                <a:avLst/>
                <a:gdLst>
                  <a:gd name="connsiteX0" fmla="*/ 136349 w 160359"/>
                  <a:gd name="connsiteY0" fmla="*/ 120924 h 187589"/>
                  <a:gd name="connsiteX1" fmla="*/ 160360 w 160359"/>
                  <a:gd name="connsiteY1" fmla="*/ 127027 h 187589"/>
                  <a:gd name="connsiteX2" fmla="*/ 133197 w 160359"/>
                  <a:gd name="connsiteY2" fmla="*/ 172097 h 187589"/>
                  <a:gd name="connsiteX3" fmla="*/ 85244 w 160359"/>
                  <a:gd name="connsiteY3" fmla="*/ 187590 h 187589"/>
                  <a:gd name="connsiteX4" fmla="*/ 37558 w 160359"/>
                  <a:gd name="connsiteY4" fmla="*/ 175651 h 187589"/>
                  <a:gd name="connsiteX5" fmla="*/ 9591 w 160359"/>
                  <a:gd name="connsiteY5" fmla="*/ 141044 h 187589"/>
                  <a:gd name="connsiteX6" fmla="*/ 0 w 160359"/>
                  <a:gd name="connsiteY6" fmla="*/ 92420 h 187589"/>
                  <a:gd name="connsiteX7" fmla="*/ 10865 w 160359"/>
                  <a:gd name="connsiteY7" fmla="*/ 42991 h 187589"/>
                  <a:gd name="connsiteX8" fmla="*/ 41649 w 160359"/>
                  <a:gd name="connsiteY8" fmla="*/ 10932 h 187589"/>
                  <a:gd name="connsiteX9" fmla="*/ 85646 w 160359"/>
                  <a:gd name="connsiteY9" fmla="*/ 0 h 187589"/>
                  <a:gd name="connsiteX10" fmla="*/ 131453 w 160359"/>
                  <a:gd name="connsiteY10" fmla="*/ 13816 h 187589"/>
                  <a:gd name="connsiteX11" fmla="*/ 157275 w 160359"/>
                  <a:gd name="connsiteY11" fmla="*/ 52783 h 187589"/>
                  <a:gd name="connsiteX12" fmla="*/ 133667 w 160359"/>
                  <a:gd name="connsiteY12" fmla="*/ 58349 h 187589"/>
                  <a:gd name="connsiteX13" fmla="*/ 115357 w 160359"/>
                  <a:gd name="connsiteY13" fmla="*/ 29510 h 187589"/>
                  <a:gd name="connsiteX14" fmla="*/ 85176 w 160359"/>
                  <a:gd name="connsiteY14" fmla="*/ 20456 h 187589"/>
                  <a:gd name="connsiteX15" fmla="*/ 50234 w 160359"/>
                  <a:gd name="connsiteY15" fmla="*/ 30449 h 187589"/>
                  <a:gd name="connsiteX16" fmla="*/ 30516 w 160359"/>
                  <a:gd name="connsiteY16" fmla="*/ 57343 h 187589"/>
                  <a:gd name="connsiteX17" fmla="*/ 24815 w 160359"/>
                  <a:gd name="connsiteY17" fmla="*/ 92219 h 187589"/>
                  <a:gd name="connsiteX18" fmla="*/ 31589 w 160359"/>
                  <a:gd name="connsiteY18" fmla="*/ 132594 h 187589"/>
                  <a:gd name="connsiteX19" fmla="*/ 52581 w 160359"/>
                  <a:gd name="connsiteY19" fmla="*/ 158415 h 187589"/>
                  <a:gd name="connsiteX20" fmla="*/ 83366 w 160359"/>
                  <a:gd name="connsiteY20" fmla="*/ 166933 h 187589"/>
                  <a:gd name="connsiteX21" fmla="*/ 117503 w 160359"/>
                  <a:gd name="connsiteY21" fmla="*/ 155330 h 187589"/>
                  <a:gd name="connsiteX22" fmla="*/ 136349 w 160359"/>
                  <a:gd name="connsiteY22" fmla="*/ 120924 h 187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0359" h="187589">
                    <a:moveTo>
                      <a:pt x="136349" y="120924"/>
                    </a:moveTo>
                    <a:lnTo>
                      <a:pt x="160360" y="127027"/>
                    </a:lnTo>
                    <a:cubicBezTo>
                      <a:pt x="155330" y="146678"/>
                      <a:pt x="146276" y="161768"/>
                      <a:pt x="133197" y="172097"/>
                    </a:cubicBezTo>
                    <a:cubicBezTo>
                      <a:pt x="120119" y="182425"/>
                      <a:pt x="104157" y="187590"/>
                      <a:pt x="85244" y="187590"/>
                    </a:cubicBezTo>
                    <a:cubicBezTo>
                      <a:pt x="65660" y="187590"/>
                      <a:pt x="49831" y="183566"/>
                      <a:pt x="37558" y="175651"/>
                    </a:cubicBezTo>
                    <a:cubicBezTo>
                      <a:pt x="25285" y="167670"/>
                      <a:pt x="15962" y="156135"/>
                      <a:pt x="9591" y="141044"/>
                    </a:cubicBezTo>
                    <a:cubicBezTo>
                      <a:pt x="3219" y="125887"/>
                      <a:pt x="0" y="109723"/>
                      <a:pt x="0" y="92420"/>
                    </a:cubicBezTo>
                    <a:cubicBezTo>
                      <a:pt x="0" y="73507"/>
                      <a:pt x="3622" y="57075"/>
                      <a:pt x="10865" y="42991"/>
                    </a:cubicBezTo>
                    <a:cubicBezTo>
                      <a:pt x="18041" y="28906"/>
                      <a:pt x="28370" y="18243"/>
                      <a:pt x="41649" y="10932"/>
                    </a:cubicBezTo>
                    <a:cubicBezTo>
                      <a:pt x="54996" y="3622"/>
                      <a:pt x="69617" y="0"/>
                      <a:pt x="85646" y="0"/>
                    </a:cubicBezTo>
                    <a:cubicBezTo>
                      <a:pt x="103821" y="0"/>
                      <a:pt x="119046" y="4561"/>
                      <a:pt x="131453" y="13816"/>
                    </a:cubicBezTo>
                    <a:cubicBezTo>
                      <a:pt x="143861" y="23071"/>
                      <a:pt x="152446" y="36083"/>
                      <a:pt x="157275" y="52783"/>
                    </a:cubicBezTo>
                    <a:lnTo>
                      <a:pt x="133667" y="58349"/>
                    </a:lnTo>
                    <a:cubicBezTo>
                      <a:pt x="129441" y="45204"/>
                      <a:pt x="123338" y="35546"/>
                      <a:pt x="115357" y="29510"/>
                    </a:cubicBezTo>
                    <a:cubicBezTo>
                      <a:pt x="107376" y="23474"/>
                      <a:pt x="97249" y="20456"/>
                      <a:pt x="85176" y="20456"/>
                    </a:cubicBezTo>
                    <a:cubicBezTo>
                      <a:pt x="71226" y="20456"/>
                      <a:pt x="59624" y="23809"/>
                      <a:pt x="50234" y="30449"/>
                    </a:cubicBezTo>
                    <a:cubicBezTo>
                      <a:pt x="40844" y="37089"/>
                      <a:pt x="34272" y="46076"/>
                      <a:pt x="30516" y="57343"/>
                    </a:cubicBezTo>
                    <a:cubicBezTo>
                      <a:pt x="26693" y="68611"/>
                      <a:pt x="24815" y="80214"/>
                      <a:pt x="24815" y="92219"/>
                    </a:cubicBezTo>
                    <a:cubicBezTo>
                      <a:pt x="24815" y="107577"/>
                      <a:pt x="27028" y="121125"/>
                      <a:pt x="31589" y="132594"/>
                    </a:cubicBezTo>
                    <a:cubicBezTo>
                      <a:pt x="36083" y="144129"/>
                      <a:pt x="43058" y="152714"/>
                      <a:pt x="52581" y="158415"/>
                    </a:cubicBezTo>
                    <a:cubicBezTo>
                      <a:pt x="62038" y="164116"/>
                      <a:pt x="72299" y="166933"/>
                      <a:pt x="83366" y="166933"/>
                    </a:cubicBezTo>
                    <a:cubicBezTo>
                      <a:pt x="96846" y="166933"/>
                      <a:pt x="108181" y="163043"/>
                      <a:pt x="117503" y="155330"/>
                    </a:cubicBezTo>
                    <a:cubicBezTo>
                      <a:pt x="126826" y="147617"/>
                      <a:pt x="133063" y="136148"/>
                      <a:pt x="136349" y="120924"/>
                    </a:cubicBez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6" name="フリーフォーム: 図形 25">
                <a:extLst>
                  <a:ext uri="{FF2B5EF4-FFF2-40B4-BE49-F238E27FC236}">
                    <a16:creationId xmlns:a16="http://schemas.microsoft.com/office/drawing/2014/main" id="{5FD3DE05-B001-8AEE-4E7F-32B90071147E}"/>
                  </a:ext>
                </a:extLst>
              </p:cNvPr>
              <p:cNvSpPr/>
              <p:nvPr/>
            </p:nvSpPr>
            <p:spPr>
              <a:xfrm>
                <a:off x="1516358" y="2403627"/>
                <a:ext cx="173505" cy="187656"/>
              </a:xfrm>
              <a:custGeom>
                <a:avLst/>
                <a:gdLst>
                  <a:gd name="connsiteX0" fmla="*/ 0 w 173505"/>
                  <a:gd name="connsiteY0" fmla="*/ 96243 h 187656"/>
                  <a:gd name="connsiteX1" fmla="*/ 24279 w 173505"/>
                  <a:gd name="connsiteY1" fmla="*/ 25553 h 187656"/>
                  <a:gd name="connsiteX2" fmla="*/ 86920 w 173505"/>
                  <a:gd name="connsiteY2" fmla="*/ 0 h 187656"/>
                  <a:gd name="connsiteX3" fmla="*/ 132191 w 173505"/>
                  <a:gd name="connsiteY3" fmla="*/ 12005 h 187656"/>
                  <a:gd name="connsiteX4" fmla="*/ 162908 w 173505"/>
                  <a:gd name="connsiteY4" fmla="*/ 45472 h 187656"/>
                  <a:gd name="connsiteX5" fmla="*/ 173505 w 173505"/>
                  <a:gd name="connsiteY5" fmla="*/ 94164 h 187656"/>
                  <a:gd name="connsiteX6" fmla="*/ 162372 w 173505"/>
                  <a:gd name="connsiteY6" fmla="*/ 143526 h 187656"/>
                  <a:gd name="connsiteX7" fmla="*/ 130783 w 173505"/>
                  <a:gd name="connsiteY7" fmla="*/ 176456 h 187656"/>
                  <a:gd name="connsiteX8" fmla="*/ 86786 w 173505"/>
                  <a:gd name="connsiteY8" fmla="*/ 187657 h 187656"/>
                  <a:gd name="connsiteX9" fmla="*/ 40979 w 173505"/>
                  <a:gd name="connsiteY9" fmla="*/ 175249 h 187656"/>
                  <a:gd name="connsiteX10" fmla="*/ 10395 w 173505"/>
                  <a:gd name="connsiteY10" fmla="*/ 141447 h 187656"/>
                  <a:gd name="connsiteX11" fmla="*/ 0 w 173505"/>
                  <a:gd name="connsiteY11" fmla="*/ 96243 h 187656"/>
                  <a:gd name="connsiteX12" fmla="*/ 24748 w 173505"/>
                  <a:gd name="connsiteY12" fmla="*/ 96645 h 187656"/>
                  <a:gd name="connsiteX13" fmla="*/ 42454 w 173505"/>
                  <a:gd name="connsiteY13" fmla="*/ 148288 h 187656"/>
                  <a:gd name="connsiteX14" fmla="*/ 86652 w 173505"/>
                  <a:gd name="connsiteY14" fmla="*/ 167134 h 187656"/>
                  <a:gd name="connsiteX15" fmla="*/ 131252 w 173505"/>
                  <a:gd name="connsiteY15" fmla="*/ 148154 h 187656"/>
                  <a:gd name="connsiteX16" fmla="*/ 148757 w 173505"/>
                  <a:gd name="connsiteY16" fmla="*/ 94030 h 187656"/>
                  <a:gd name="connsiteX17" fmla="*/ 141313 w 173505"/>
                  <a:gd name="connsiteY17" fmla="*/ 55398 h 187656"/>
                  <a:gd name="connsiteX18" fmla="*/ 119381 w 173505"/>
                  <a:gd name="connsiteY18" fmla="*/ 29778 h 187656"/>
                  <a:gd name="connsiteX19" fmla="*/ 87054 w 173505"/>
                  <a:gd name="connsiteY19" fmla="*/ 20657 h 187656"/>
                  <a:gd name="connsiteX20" fmla="*/ 43259 w 173505"/>
                  <a:gd name="connsiteY20" fmla="*/ 38162 h 187656"/>
                  <a:gd name="connsiteX21" fmla="*/ 24748 w 173505"/>
                  <a:gd name="connsiteY21" fmla="*/ 96645 h 187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73505" h="187656">
                    <a:moveTo>
                      <a:pt x="0" y="96243"/>
                    </a:moveTo>
                    <a:cubicBezTo>
                      <a:pt x="0" y="66196"/>
                      <a:pt x="8115" y="42588"/>
                      <a:pt x="24279" y="25553"/>
                    </a:cubicBezTo>
                    <a:cubicBezTo>
                      <a:pt x="40442" y="8518"/>
                      <a:pt x="61300" y="0"/>
                      <a:pt x="86920" y="0"/>
                    </a:cubicBezTo>
                    <a:cubicBezTo>
                      <a:pt x="103620" y="0"/>
                      <a:pt x="118778" y="4024"/>
                      <a:pt x="132191" y="12005"/>
                    </a:cubicBezTo>
                    <a:cubicBezTo>
                      <a:pt x="145605" y="19986"/>
                      <a:pt x="155933" y="31120"/>
                      <a:pt x="162908" y="45472"/>
                    </a:cubicBezTo>
                    <a:cubicBezTo>
                      <a:pt x="169951" y="59758"/>
                      <a:pt x="173505" y="75988"/>
                      <a:pt x="173505" y="94164"/>
                    </a:cubicBezTo>
                    <a:cubicBezTo>
                      <a:pt x="173505" y="112540"/>
                      <a:pt x="169749" y="129039"/>
                      <a:pt x="162372" y="143526"/>
                    </a:cubicBezTo>
                    <a:cubicBezTo>
                      <a:pt x="154927" y="158013"/>
                      <a:pt x="144398" y="169012"/>
                      <a:pt x="130783" y="176456"/>
                    </a:cubicBezTo>
                    <a:cubicBezTo>
                      <a:pt x="117168" y="183901"/>
                      <a:pt x="102480" y="187657"/>
                      <a:pt x="86786" y="187657"/>
                    </a:cubicBezTo>
                    <a:cubicBezTo>
                      <a:pt x="69684" y="187657"/>
                      <a:pt x="54459" y="183498"/>
                      <a:pt x="40979" y="175249"/>
                    </a:cubicBezTo>
                    <a:cubicBezTo>
                      <a:pt x="27565" y="167000"/>
                      <a:pt x="17304" y="155732"/>
                      <a:pt x="10395" y="141447"/>
                    </a:cubicBezTo>
                    <a:cubicBezTo>
                      <a:pt x="3488" y="127295"/>
                      <a:pt x="0" y="112205"/>
                      <a:pt x="0" y="96243"/>
                    </a:cubicBezTo>
                    <a:close/>
                    <a:moveTo>
                      <a:pt x="24748" y="96645"/>
                    </a:moveTo>
                    <a:cubicBezTo>
                      <a:pt x="24748" y="118509"/>
                      <a:pt x="30650" y="135679"/>
                      <a:pt x="42454" y="148288"/>
                    </a:cubicBezTo>
                    <a:cubicBezTo>
                      <a:pt x="54191" y="160896"/>
                      <a:pt x="68946" y="167134"/>
                      <a:pt x="86652" y="167134"/>
                    </a:cubicBezTo>
                    <a:cubicBezTo>
                      <a:pt x="104760" y="167134"/>
                      <a:pt x="119515" y="160829"/>
                      <a:pt x="131252" y="148154"/>
                    </a:cubicBezTo>
                    <a:cubicBezTo>
                      <a:pt x="142922" y="135478"/>
                      <a:pt x="148757" y="117436"/>
                      <a:pt x="148757" y="94030"/>
                    </a:cubicBezTo>
                    <a:cubicBezTo>
                      <a:pt x="148757" y="79275"/>
                      <a:pt x="146276" y="66397"/>
                      <a:pt x="141313" y="55398"/>
                    </a:cubicBezTo>
                    <a:cubicBezTo>
                      <a:pt x="136282" y="44399"/>
                      <a:pt x="128972" y="35881"/>
                      <a:pt x="119381" y="29778"/>
                    </a:cubicBezTo>
                    <a:cubicBezTo>
                      <a:pt x="109790" y="23742"/>
                      <a:pt x="98993" y="20657"/>
                      <a:pt x="87054" y="20657"/>
                    </a:cubicBezTo>
                    <a:cubicBezTo>
                      <a:pt x="70086" y="20657"/>
                      <a:pt x="55465" y="26492"/>
                      <a:pt x="43259" y="38162"/>
                    </a:cubicBezTo>
                    <a:cubicBezTo>
                      <a:pt x="30918" y="49899"/>
                      <a:pt x="24748" y="69348"/>
                      <a:pt x="24748" y="966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7" name="フリーフォーム: 図形 26">
                <a:extLst>
                  <a:ext uri="{FF2B5EF4-FFF2-40B4-BE49-F238E27FC236}">
                    <a16:creationId xmlns:a16="http://schemas.microsoft.com/office/drawing/2014/main" id="{CBACAA51-B6CC-D801-66B2-55043FCD312D}"/>
                  </a:ext>
                </a:extLst>
              </p:cNvPr>
              <p:cNvSpPr/>
              <p:nvPr/>
            </p:nvSpPr>
            <p:spPr>
              <a:xfrm>
                <a:off x="1713404" y="2403627"/>
                <a:ext cx="173438" cy="187656"/>
              </a:xfrm>
              <a:custGeom>
                <a:avLst/>
                <a:gdLst>
                  <a:gd name="connsiteX0" fmla="*/ 0 w 173438"/>
                  <a:gd name="connsiteY0" fmla="*/ 96243 h 187656"/>
                  <a:gd name="connsiteX1" fmla="*/ 24212 w 173438"/>
                  <a:gd name="connsiteY1" fmla="*/ 25553 h 187656"/>
                  <a:gd name="connsiteX2" fmla="*/ 86853 w 173438"/>
                  <a:gd name="connsiteY2" fmla="*/ 0 h 187656"/>
                  <a:gd name="connsiteX3" fmla="*/ 132124 w 173438"/>
                  <a:gd name="connsiteY3" fmla="*/ 12005 h 187656"/>
                  <a:gd name="connsiteX4" fmla="*/ 162908 w 173438"/>
                  <a:gd name="connsiteY4" fmla="*/ 45472 h 187656"/>
                  <a:gd name="connsiteX5" fmla="*/ 173438 w 173438"/>
                  <a:gd name="connsiteY5" fmla="*/ 94164 h 187656"/>
                  <a:gd name="connsiteX6" fmla="*/ 162305 w 173438"/>
                  <a:gd name="connsiteY6" fmla="*/ 143526 h 187656"/>
                  <a:gd name="connsiteX7" fmla="*/ 130783 w 173438"/>
                  <a:gd name="connsiteY7" fmla="*/ 176456 h 187656"/>
                  <a:gd name="connsiteX8" fmla="*/ 86719 w 173438"/>
                  <a:gd name="connsiteY8" fmla="*/ 187657 h 187656"/>
                  <a:gd name="connsiteX9" fmla="*/ 40912 w 173438"/>
                  <a:gd name="connsiteY9" fmla="*/ 175249 h 187656"/>
                  <a:gd name="connsiteX10" fmla="*/ 10396 w 173438"/>
                  <a:gd name="connsiteY10" fmla="*/ 141447 h 187656"/>
                  <a:gd name="connsiteX11" fmla="*/ 0 w 173438"/>
                  <a:gd name="connsiteY11" fmla="*/ 96243 h 187656"/>
                  <a:gd name="connsiteX12" fmla="*/ 24815 w 173438"/>
                  <a:gd name="connsiteY12" fmla="*/ 96645 h 187656"/>
                  <a:gd name="connsiteX13" fmla="*/ 42454 w 173438"/>
                  <a:gd name="connsiteY13" fmla="*/ 148288 h 187656"/>
                  <a:gd name="connsiteX14" fmla="*/ 86652 w 173438"/>
                  <a:gd name="connsiteY14" fmla="*/ 167134 h 187656"/>
                  <a:gd name="connsiteX15" fmla="*/ 131252 w 173438"/>
                  <a:gd name="connsiteY15" fmla="*/ 148154 h 187656"/>
                  <a:gd name="connsiteX16" fmla="*/ 148757 w 173438"/>
                  <a:gd name="connsiteY16" fmla="*/ 94030 h 187656"/>
                  <a:gd name="connsiteX17" fmla="*/ 141313 w 173438"/>
                  <a:gd name="connsiteY17" fmla="*/ 55398 h 187656"/>
                  <a:gd name="connsiteX18" fmla="*/ 119448 w 173438"/>
                  <a:gd name="connsiteY18" fmla="*/ 29778 h 187656"/>
                  <a:gd name="connsiteX19" fmla="*/ 87121 w 173438"/>
                  <a:gd name="connsiteY19" fmla="*/ 20657 h 187656"/>
                  <a:gd name="connsiteX20" fmla="*/ 43259 w 173438"/>
                  <a:gd name="connsiteY20" fmla="*/ 38162 h 187656"/>
                  <a:gd name="connsiteX21" fmla="*/ 24815 w 173438"/>
                  <a:gd name="connsiteY21" fmla="*/ 96645 h 187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73438" h="187656">
                    <a:moveTo>
                      <a:pt x="0" y="96243"/>
                    </a:moveTo>
                    <a:cubicBezTo>
                      <a:pt x="0" y="66196"/>
                      <a:pt x="8115" y="42588"/>
                      <a:pt x="24212" y="25553"/>
                    </a:cubicBezTo>
                    <a:cubicBezTo>
                      <a:pt x="40375" y="8518"/>
                      <a:pt x="61300" y="0"/>
                      <a:pt x="86853" y="0"/>
                    </a:cubicBezTo>
                    <a:cubicBezTo>
                      <a:pt x="103620" y="0"/>
                      <a:pt x="118711" y="4024"/>
                      <a:pt x="132124" y="12005"/>
                    </a:cubicBezTo>
                    <a:cubicBezTo>
                      <a:pt x="145605" y="19986"/>
                      <a:pt x="155866" y="31120"/>
                      <a:pt x="162908" y="45472"/>
                    </a:cubicBezTo>
                    <a:cubicBezTo>
                      <a:pt x="169884" y="59758"/>
                      <a:pt x="173438" y="75988"/>
                      <a:pt x="173438" y="94164"/>
                    </a:cubicBezTo>
                    <a:cubicBezTo>
                      <a:pt x="173438" y="112540"/>
                      <a:pt x="169749" y="129039"/>
                      <a:pt x="162305" y="143526"/>
                    </a:cubicBezTo>
                    <a:cubicBezTo>
                      <a:pt x="154927" y="158013"/>
                      <a:pt x="144331" y="169012"/>
                      <a:pt x="130783" y="176456"/>
                    </a:cubicBezTo>
                    <a:cubicBezTo>
                      <a:pt x="117168" y="183901"/>
                      <a:pt x="102480" y="187657"/>
                      <a:pt x="86719" y="187657"/>
                    </a:cubicBezTo>
                    <a:cubicBezTo>
                      <a:pt x="69684" y="187657"/>
                      <a:pt x="54459" y="183498"/>
                      <a:pt x="40912" y="175249"/>
                    </a:cubicBezTo>
                    <a:cubicBezTo>
                      <a:pt x="27498" y="167000"/>
                      <a:pt x="17304" y="155732"/>
                      <a:pt x="10396" y="141447"/>
                    </a:cubicBezTo>
                    <a:cubicBezTo>
                      <a:pt x="3488" y="127295"/>
                      <a:pt x="0" y="112205"/>
                      <a:pt x="0" y="96243"/>
                    </a:cubicBezTo>
                    <a:close/>
                    <a:moveTo>
                      <a:pt x="24815" y="96645"/>
                    </a:moveTo>
                    <a:cubicBezTo>
                      <a:pt x="24815" y="118509"/>
                      <a:pt x="30717" y="135679"/>
                      <a:pt x="42454" y="148288"/>
                    </a:cubicBezTo>
                    <a:cubicBezTo>
                      <a:pt x="54258" y="160896"/>
                      <a:pt x="69013" y="167134"/>
                      <a:pt x="86652" y="167134"/>
                    </a:cubicBezTo>
                    <a:cubicBezTo>
                      <a:pt x="104760" y="167134"/>
                      <a:pt x="119582" y="160829"/>
                      <a:pt x="131252" y="148154"/>
                    </a:cubicBezTo>
                    <a:cubicBezTo>
                      <a:pt x="142922" y="135478"/>
                      <a:pt x="148757" y="117436"/>
                      <a:pt x="148757" y="94030"/>
                    </a:cubicBezTo>
                    <a:cubicBezTo>
                      <a:pt x="148757" y="79275"/>
                      <a:pt x="146276" y="66397"/>
                      <a:pt x="141313" y="55398"/>
                    </a:cubicBezTo>
                    <a:cubicBezTo>
                      <a:pt x="136349" y="44399"/>
                      <a:pt x="129039" y="35881"/>
                      <a:pt x="119448" y="29778"/>
                    </a:cubicBezTo>
                    <a:cubicBezTo>
                      <a:pt x="109790" y="23742"/>
                      <a:pt x="99060" y="20657"/>
                      <a:pt x="87121" y="20657"/>
                    </a:cubicBezTo>
                    <a:cubicBezTo>
                      <a:pt x="70153" y="20657"/>
                      <a:pt x="55465" y="26492"/>
                      <a:pt x="43259" y="38162"/>
                    </a:cubicBezTo>
                    <a:cubicBezTo>
                      <a:pt x="30851" y="49899"/>
                      <a:pt x="24815" y="69348"/>
                      <a:pt x="24815" y="966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8" name="フリーフォーム: 図形 27">
                <a:extLst>
                  <a:ext uri="{FF2B5EF4-FFF2-40B4-BE49-F238E27FC236}">
                    <a16:creationId xmlns:a16="http://schemas.microsoft.com/office/drawing/2014/main" id="{1A928E3E-C7DE-80F6-94F4-B0C0014BC1E1}"/>
                  </a:ext>
                </a:extLst>
              </p:cNvPr>
              <p:cNvSpPr/>
              <p:nvPr/>
            </p:nvSpPr>
            <p:spPr>
              <a:xfrm>
                <a:off x="1918499" y="2406913"/>
                <a:ext cx="142184" cy="181352"/>
              </a:xfrm>
              <a:custGeom>
                <a:avLst/>
                <a:gdLst>
                  <a:gd name="connsiteX0" fmla="*/ 0 w 142184"/>
                  <a:gd name="connsiteY0" fmla="*/ 181352 h 181352"/>
                  <a:gd name="connsiteX1" fmla="*/ 0 w 142184"/>
                  <a:gd name="connsiteY1" fmla="*/ 0 h 181352"/>
                  <a:gd name="connsiteX2" fmla="*/ 24010 w 142184"/>
                  <a:gd name="connsiteY2" fmla="*/ 0 h 181352"/>
                  <a:gd name="connsiteX3" fmla="*/ 24010 w 142184"/>
                  <a:gd name="connsiteY3" fmla="*/ 74446 h 181352"/>
                  <a:gd name="connsiteX4" fmla="*/ 118241 w 142184"/>
                  <a:gd name="connsiteY4" fmla="*/ 74446 h 181352"/>
                  <a:gd name="connsiteX5" fmla="*/ 118241 w 142184"/>
                  <a:gd name="connsiteY5" fmla="*/ 0 h 181352"/>
                  <a:gd name="connsiteX6" fmla="*/ 142184 w 142184"/>
                  <a:gd name="connsiteY6" fmla="*/ 0 h 181352"/>
                  <a:gd name="connsiteX7" fmla="*/ 142184 w 142184"/>
                  <a:gd name="connsiteY7" fmla="*/ 181352 h 181352"/>
                  <a:gd name="connsiteX8" fmla="*/ 118241 w 142184"/>
                  <a:gd name="connsiteY8" fmla="*/ 181352 h 181352"/>
                  <a:gd name="connsiteX9" fmla="*/ 118241 w 142184"/>
                  <a:gd name="connsiteY9" fmla="*/ 95840 h 181352"/>
                  <a:gd name="connsiteX10" fmla="*/ 24010 w 142184"/>
                  <a:gd name="connsiteY10" fmla="*/ 95840 h 181352"/>
                  <a:gd name="connsiteX11" fmla="*/ 24010 w 142184"/>
                  <a:gd name="connsiteY11" fmla="*/ 181285 h 181352"/>
                  <a:gd name="connsiteX12" fmla="*/ 0 w 142184"/>
                  <a:gd name="connsiteY12" fmla="*/ 181285 h 181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2184" h="181352">
                    <a:moveTo>
                      <a:pt x="0" y="181352"/>
                    </a:moveTo>
                    <a:lnTo>
                      <a:pt x="0" y="0"/>
                    </a:lnTo>
                    <a:lnTo>
                      <a:pt x="24010" y="0"/>
                    </a:lnTo>
                    <a:lnTo>
                      <a:pt x="24010" y="74446"/>
                    </a:lnTo>
                    <a:lnTo>
                      <a:pt x="118241" y="74446"/>
                    </a:lnTo>
                    <a:lnTo>
                      <a:pt x="118241" y="0"/>
                    </a:lnTo>
                    <a:lnTo>
                      <a:pt x="142184" y="0"/>
                    </a:lnTo>
                    <a:lnTo>
                      <a:pt x="142184" y="181352"/>
                    </a:lnTo>
                    <a:lnTo>
                      <a:pt x="118241" y="181352"/>
                    </a:lnTo>
                    <a:lnTo>
                      <a:pt x="118241" y="95840"/>
                    </a:lnTo>
                    <a:lnTo>
                      <a:pt x="24010" y="95840"/>
                    </a:lnTo>
                    <a:lnTo>
                      <a:pt x="24010" y="181285"/>
                    </a:lnTo>
                    <a:lnTo>
                      <a:pt x="0" y="181285"/>
                    </a:ln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4" name="フリーフォーム: 図形 3">
              <a:extLst>
                <a:ext uri="{FF2B5EF4-FFF2-40B4-BE49-F238E27FC236}">
                  <a16:creationId xmlns:a16="http://schemas.microsoft.com/office/drawing/2014/main" id="{8736653F-3D91-9721-30FC-6CAAB0D8DB91}"/>
                </a:ext>
              </a:extLst>
            </p:cNvPr>
            <p:cNvSpPr/>
            <p:nvPr/>
          </p:nvSpPr>
          <p:spPr>
            <a:xfrm>
              <a:off x="1399995" y="2644468"/>
              <a:ext cx="25083" cy="491274"/>
            </a:xfrm>
            <a:custGeom>
              <a:avLst/>
              <a:gdLst>
                <a:gd name="connsiteX0" fmla="*/ 25084 w 25083"/>
                <a:gd name="connsiteY0" fmla="*/ 485439 h 491274"/>
                <a:gd name="connsiteX1" fmla="*/ 25084 w 25083"/>
                <a:gd name="connsiteY1" fmla="*/ 485439 h 491274"/>
                <a:gd name="connsiteX2" fmla="*/ 12408 w 25083"/>
                <a:gd name="connsiteY2" fmla="*/ 491274 h 491274"/>
                <a:gd name="connsiteX3" fmla="*/ 0 w 25083"/>
                <a:gd name="connsiteY3" fmla="*/ 483897 h 491274"/>
                <a:gd name="connsiteX4" fmla="*/ 0 w 25083"/>
                <a:gd name="connsiteY4" fmla="*/ 0 h 491274"/>
                <a:gd name="connsiteX5" fmla="*/ 12408 w 25083"/>
                <a:gd name="connsiteY5" fmla="*/ 0 h 491274"/>
                <a:gd name="connsiteX6" fmla="*/ 25084 w 25083"/>
                <a:gd name="connsiteY6" fmla="*/ 0 h 491274"/>
                <a:gd name="connsiteX7" fmla="*/ 25084 w 25083"/>
                <a:gd name="connsiteY7" fmla="*/ 485439 h 4912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083" h="491274">
                  <a:moveTo>
                    <a:pt x="25084" y="485439"/>
                  </a:moveTo>
                  <a:lnTo>
                    <a:pt x="25084" y="485439"/>
                  </a:lnTo>
                  <a:lnTo>
                    <a:pt x="12408" y="491274"/>
                  </a:lnTo>
                  <a:lnTo>
                    <a:pt x="0" y="483897"/>
                  </a:lnTo>
                  <a:lnTo>
                    <a:pt x="0" y="0"/>
                  </a:lnTo>
                  <a:lnTo>
                    <a:pt x="12408" y="0"/>
                  </a:lnTo>
                  <a:lnTo>
                    <a:pt x="25084" y="0"/>
                  </a:lnTo>
                  <a:lnTo>
                    <a:pt x="25084" y="485439"/>
                  </a:lnTo>
                  <a:close/>
                </a:path>
              </a:pathLst>
            </a:custGeom>
            <a:solidFill>
              <a:srgbClr val="000000"/>
            </a:solidFill>
            <a:ln w="67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grpSp>
          <p:nvGrpSpPr>
            <p:cNvPr id="5" name="グラフィックス 6">
              <a:extLst>
                <a:ext uri="{FF2B5EF4-FFF2-40B4-BE49-F238E27FC236}">
                  <a16:creationId xmlns:a16="http://schemas.microsoft.com/office/drawing/2014/main" id="{3F4D4B9A-B7F2-2FAD-4CC1-D79BD9068F2D}"/>
                </a:ext>
              </a:extLst>
            </p:cNvPr>
            <p:cNvGrpSpPr/>
            <p:nvPr/>
          </p:nvGrpSpPr>
          <p:grpSpPr>
            <a:xfrm>
              <a:off x="492697" y="3373298"/>
              <a:ext cx="441241" cy="244060"/>
              <a:chOff x="492697" y="3373298"/>
              <a:chExt cx="441241" cy="244060"/>
            </a:xfrm>
            <a:solidFill>
              <a:srgbClr val="000000"/>
            </a:solidFill>
          </p:grpSpPr>
          <p:sp>
            <p:nvSpPr>
              <p:cNvPr id="22" name="フリーフォーム: 図形 21">
                <a:extLst>
                  <a:ext uri="{FF2B5EF4-FFF2-40B4-BE49-F238E27FC236}">
                    <a16:creationId xmlns:a16="http://schemas.microsoft.com/office/drawing/2014/main" id="{3476B827-357C-5BC7-540B-87865CB0829E}"/>
                  </a:ext>
                </a:extLst>
              </p:cNvPr>
              <p:cNvSpPr/>
              <p:nvPr/>
            </p:nvSpPr>
            <p:spPr>
              <a:xfrm>
                <a:off x="492697" y="3376450"/>
                <a:ext cx="142251" cy="181352"/>
              </a:xfrm>
              <a:custGeom>
                <a:avLst/>
                <a:gdLst>
                  <a:gd name="connsiteX0" fmla="*/ 0 w 142251"/>
                  <a:gd name="connsiteY0" fmla="*/ 181352 h 181352"/>
                  <a:gd name="connsiteX1" fmla="*/ 0 w 142251"/>
                  <a:gd name="connsiteY1" fmla="*/ 0 h 181352"/>
                  <a:gd name="connsiteX2" fmla="*/ 24010 w 142251"/>
                  <a:gd name="connsiteY2" fmla="*/ 0 h 181352"/>
                  <a:gd name="connsiteX3" fmla="*/ 24010 w 142251"/>
                  <a:gd name="connsiteY3" fmla="*/ 74446 h 181352"/>
                  <a:gd name="connsiteX4" fmla="*/ 118308 w 142251"/>
                  <a:gd name="connsiteY4" fmla="*/ 74446 h 181352"/>
                  <a:gd name="connsiteX5" fmla="*/ 118308 w 142251"/>
                  <a:gd name="connsiteY5" fmla="*/ 0 h 181352"/>
                  <a:gd name="connsiteX6" fmla="*/ 142252 w 142251"/>
                  <a:gd name="connsiteY6" fmla="*/ 0 h 181352"/>
                  <a:gd name="connsiteX7" fmla="*/ 142252 w 142251"/>
                  <a:gd name="connsiteY7" fmla="*/ 181352 h 181352"/>
                  <a:gd name="connsiteX8" fmla="*/ 118308 w 142251"/>
                  <a:gd name="connsiteY8" fmla="*/ 181352 h 181352"/>
                  <a:gd name="connsiteX9" fmla="*/ 118308 w 142251"/>
                  <a:gd name="connsiteY9" fmla="*/ 95907 h 181352"/>
                  <a:gd name="connsiteX10" fmla="*/ 24010 w 142251"/>
                  <a:gd name="connsiteY10" fmla="*/ 95907 h 181352"/>
                  <a:gd name="connsiteX11" fmla="*/ 24010 w 142251"/>
                  <a:gd name="connsiteY11" fmla="*/ 181352 h 181352"/>
                  <a:gd name="connsiteX12" fmla="*/ 0 w 142251"/>
                  <a:gd name="connsiteY12" fmla="*/ 181352 h 181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2251" h="181352">
                    <a:moveTo>
                      <a:pt x="0" y="181352"/>
                    </a:moveTo>
                    <a:lnTo>
                      <a:pt x="0" y="0"/>
                    </a:lnTo>
                    <a:lnTo>
                      <a:pt x="24010" y="0"/>
                    </a:lnTo>
                    <a:lnTo>
                      <a:pt x="24010" y="74446"/>
                    </a:lnTo>
                    <a:lnTo>
                      <a:pt x="118308" y="74446"/>
                    </a:lnTo>
                    <a:lnTo>
                      <a:pt x="118308" y="0"/>
                    </a:lnTo>
                    <a:lnTo>
                      <a:pt x="142252" y="0"/>
                    </a:lnTo>
                    <a:lnTo>
                      <a:pt x="142252" y="181352"/>
                    </a:lnTo>
                    <a:lnTo>
                      <a:pt x="118308" y="181352"/>
                    </a:lnTo>
                    <a:lnTo>
                      <a:pt x="118308" y="95907"/>
                    </a:lnTo>
                    <a:lnTo>
                      <a:pt x="24010" y="95907"/>
                    </a:lnTo>
                    <a:lnTo>
                      <a:pt x="24010" y="181352"/>
                    </a:lnTo>
                    <a:lnTo>
                      <a:pt x="0" y="181352"/>
                    </a:ln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3" name="フリーフォーム: 図形 22">
                <a:extLst>
                  <a:ext uri="{FF2B5EF4-FFF2-40B4-BE49-F238E27FC236}">
                    <a16:creationId xmlns:a16="http://schemas.microsoft.com/office/drawing/2014/main" id="{ECD1445E-EE0A-3379-9732-3B3C474C0580}"/>
                  </a:ext>
                </a:extLst>
              </p:cNvPr>
              <p:cNvSpPr/>
              <p:nvPr/>
            </p:nvSpPr>
            <p:spPr>
              <a:xfrm>
                <a:off x="663318" y="3478393"/>
                <a:ext cx="89066" cy="138965"/>
              </a:xfrm>
              <a:custGeom>
                <a:avLst/>
                <a:gdLst>
                  <a:gd name="connsiteX0" fmla="*/ 0 w 89066"/>
                  <a:gd name="connsiteY0" fmla="*/ 100736 h 138965"/>
                  <a:gd name="connsiteX1" fmla="*/ 16700 w 89066"/>
                  <a:gd name="connsiteY1" fmla="*/ 98523 h 138965"/>
                  <a:gd name="connsiteX2" fmla="*/ 26492 w 89066"/>
                  <a:gd name="connsiteY2" fmla="*/ 118979 h 138965"/>
                  <a:gd name="connsiteX3" fmla="*/ 43326 w 89066"/>
                  <a:gd name="connsiteY3" fmla="*/ 125283 h 138965"/>
                  <a:gd name="connsiteX4" fmla="*/ 63178 w 89066"/>
                  <a:gd name="connsiteY4" fmla="*/ 117101 h 138965"/>
                  <a:gd name="connsiteX5" fmla="*/ 71293 w 89066"/>
                  <a:gd name="connsiteY5" fmla="*/ 96913 h 138965"/>
                  <a:gd name="connsiteX6" fmla="*/ 63782 w 89066"/>
                  <a:gd name="connsiteY6" fmla="*/ 77933 h 138965"/>
                  <a:gd name="connsiteX7" fmla="*/ 44667 w 89066"/>
                  <a:gd name="connsiteY7" fmla="*/ 70489 h 138965"/>
                  <a:gd name="connsiteX8" fmla="*/ 32863 w 89066"/>
                  <a:gd name="connsiteY8" fmla="*/ 72299 h 138965"/>
                  <a:gd name="connsiteX9" fmla="*/ 34741 w 89066"/>
                  <a:gd name="connsiteY9" fmla="*/ 57611 h 138965"/>
                  <a:gd name="connsiteX10" fmla="*/ 37424 w 89066"/>
                  <a:gd name="connsiteY10" fmla="*/ 57813 h 138965"/>
                  <a:gd name="connsiteX11" fmla="*/ 56673 w 89066"/>
                  <a:gd name="connsiteY11" fmla="*/ 52246 h 138965"/>
                  <a:gd name="connsiteX12" fmla="*/ 65190 w 89066"/>
                  <a:gd name="connsiteY12" fmla="*/ 35077 h 138965"/>
                  <a:gd name="connsiteX13" fmla="*/ 58953 w 89066"/>
                  <a:gd name="connsiteY13" fmla="*/ 19852 h 138965"/>
                  <a:gd name="connsiteX14" fmla="*/ 42924 w 89066"/>
                  <a:gd name="connsiteY14" fmla="*/ 13816 h 138965"/>
                  <a:gd name="connsiteX15" fmla="*/ 26693 w 89066"/>
                  <a:gd name="connsiteY15" fmla="*/ 19919 h 138965"/>
                  <a:gd name="connsiteX16" fmla="*/ 18310 w 89066"/>
                  <a:gd name="connsiteY16" fmla="*/ 38296 h 138965"/>
                  <a:gd name="connsiteX17" fmla="*/ 1610 w 89066"/>
                  <a:gd name="connsiteY17" fmla="*/ 35278 h 138965"/>
                  <a:gd name="connsiteX18" fmla="*/ 15560 w 89066"/>
                  <a:gd name="connsiteY18" fmla="*/ 9255 h 138965"/>
                  <a:gd name="connsiteX19" fmla="*/ 42521 w 89066"/>
                  <a:gd name="connsiteY19" fmla="*/ 0 h 138965"/>
                  <a:gd name="connsiteX20" fmla="*/ 63044 w 89066"/>
                  <a:gd name="connsiteY20" fmla="*/ 4762 h 138965"/>
                  <a:gd name="connsiteX21" fmla="*/ 77397 w 89066"/>
                  <a:gd name="connsiteY21" fmla="*/ 17773 h 138965"/>
                  <a:gd name="connsiteX22" fmla="*/ 82360 w 89066"/>
                  <a:gd name="connsiteY22" fmla="*/ 35345 h 138965"/>
                  <a:gd name="connsiteX23" fmla="*/ 77665 w 89066"/>
                  <a:gd name="connsiteY23" fmla="*/ 51374 h 138965"/>
                  <a:gd name="connsiteX24" fmla="*/ 63648 w 89066"/>
                  <a:gd name="connsiteY24" fmla="*/ 62910 h 138965"/>
                  <a:gd name="connsiteX25" fmla="*/ 82360 w 89066"/>
                  <a:gd name="connsiteY25" fmla="*/ 74446 h 138965"/>
                  <a:gd name="connsiteX26" fmla="*/ 89066 w 89066"/>
                  <a:gd name="connsiteY26" fmla="*/ 96377 h 138965"/>
                  <a:gd name="connsiteX27" fmla="*/ 76122 w 89066"/>
                  <a:gd name="connsiteY27" fmla="*/ 126558 h 138965"/>
                  <a:gd name="connsiteX28" fmla="*/ 43259 w 89066"/>
                  <a:gd name="connsiteY28" fmla="*/ 138965 h 138965"/>
                  <a:gd name="connsiteX29" fmla="*/ 13548 w 89066"/>
                  <a:gd name="connsiteY29" fmla="*/ 128301 h 138965"/>
                  <a:gd name="connsiteX30" fmla="*/ 0 w 89066"/>
                  <a:gd name="connsiteY30" fmla="*/ 100736 h 1389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</a:cxnLst>
                <a:rect l="l" t="t" r="r" b="b"/>
                <a:pathLst>
                  <a:path w="89066" h="138965">
                    <a:moveTo>
                      <a:pt x="0" y="100736"/>
                    </a:moveTo>
                    <a:lnTo>
                      <a:pt x="16700" y="98523"/>
                    </a:lnTo>
                    <a:cubicBezTo>
                      <a:pt x="18578" y="108047"/>
                      <a:pt x="21864" y="114821"/>
                      <a:pt x="26492" y="118979"/>
                    </a:cubicBezTo>
                    <a:cubicBezTo>
                      <a:pt x="31120" y="123204"/>
                      <a:pt x="36753" y="125283"/>
                      <a:pt x="43326" y="125283"/>
                    </a:cubicBezTo>
                    <a:cubicBezTo>
                      <a:pt x="51173" y="125283"/>
                      <a:pt x="57813" y="122533"/>
                      <a:pt x="63178" y="117101"/>
                    </a:cubicBezTo>
                    <a:cubicBezTo>
                      <a:pt x="68611" y="111669"/>
                      <a:pt x="71293" y="104895"/>
                      <a:pt x="71293" y="96913"/>
                    </a:cubicBezTo>
                    <a:cubicBezTo>
                      <a:pt x="71293" y="89201"/>
                      <a:pt x="68812" y="82896"/>
                      <a:pt x="63782" y="77933"/>
                    </a:cubicBezTo>
                    <a:cubicBezTo>
                      <a:pt x="58752" y="72970"/>
                      <a:pt x="52380" y="70489"/>
                      <a:pt x="44667" y="70489"/>
                    </a:cubicBezTo>
                    <a:cubicBezTo>
                      <a:pt x="41515" y="70489"/>
                      <a:pt x="37625" y="71092"/>
                      <a:pt x="32863" y="72299"/>
                    </a:cubicBezTo>
                    <a:lnTo>
                      <a:pt x="34741" y="57611"/>
                    </a:lnTo>
                    <a:cubicBezTo>
                      <a:pt x="35881" y="57746"/>
                      <a:pt x="36753" y="57813"/>
                      <a:pt x="37424" y="57813"/>
                    </a:cubicBezTo>
                    <a:cubicBezTo>
                      <a:pt x="44533" y="57813"/>
                      <a:pt x="50972" y="56002"/>
                      <a:pt x="56673" y="52246"/>
                    </a:cubicBezTo>
                    <a:cubicBezTo>
                      <a:pt x="62306" y="48557"/>
                      <a:pt x="65190" y="42790"/>
                      <a:pt x="65190" y="35077"/>
                    </a:cubicBezTo>
                    <a:cubicBezTo>
                      <a:pt x="65190" y="28973"/>
                      <a:pt x="63111" y="23876"/>
                      <a:pt x="58953" y="19852"/>
                    </a:cubicBezTo>
                    <a:cubicBezTo>
                      <a:pt x="54795" y="15761"/>
                      <a:pt x="49496" y="13816"/>
                      <a:pt x="42924" y="13816"/>
                    </a:cubicBezTo>
                    <a:cubicBezTo>
                      <a:pt x="36418" y="13816"/>
                      <a:pt x="31053" y="15828"/>
                      <a:pt x="26693" y="19919"/>
                    </a:cubicBezTo>
                    <a:cubicBezTo>
                      <a:pt x="22334" y="24077"/>
                      <a:pt x="19584" y="30114"/>
                      <a:pt x="18310" y="38296"/>
                    </a:cubicBezTo>
                    <a:lnTo>
                      <a:pt x="1610" y="35278"/>
                    </a:lnTo>
                    <a:cubicBezTo>
                      <a:pt x="3622" y="24145"/>
                      <a:pt x="8316" y="15426"/>
                      <a:pt x="15560" y="9255"/>
                    </a:cubicBezTo>
                    <a:cubicBezTo>
                      <a:pt x="22803" y="3085"/>
                      <a:pt x="31790" y="0"/>
                      <a:pt x="42521" y="0"/>
                    </a:cubicBezTo>
                    <a:cubicBezTo>
                      <a:pt x="49966" y="0"/>
                      <a:pt x="56740" y="1543"/>
                      <a:pt x="63044" y="4762"/>
                    </a:cubicBezTo>
                    <a:cubicBezTo>
                      <a:pt x="69348" y="7981"/>
                      <a:pt x="74110" y="12274"/>
                      <a:pt x="77397" y="17773"/>
                    </a:cubicBezTo>
                    <a:cubicBezTo>
                      <a:pt x="80683" y="23273"/>
                      <a:pt x="82360" y="29108"/>
                      <a:pt x="82360" y="35345"/>
                    </a:cubicBezTo>
                    <a:cubicBezTo>
                      <a:pt x="82360" y="41247"/>
                      <a:pt x="80817" y="46545"/>
                      <a:pt x="77665" y="51374"/>
                    </a:cubicBezTo>
                    <a:cubicBezTo>
                      <a:pt x="74513" y="56203"/>
                      <a:pt x="69818" y="60026"/>
                      <a:pt x="63648" y="62910"/>
                    </a:cubicBezTo>
                    <a:cubicBezTo>
                      <a:pt x="71696" y="64721"/>
                      <a:pt x="77933" y="68611"/>
                      <a:pt x="82360" y="74446"/>
                    </a:cubicBezTo>
                    <a:cubicBezTo>
                      <a:pt x="86786" y="80281"/>
                      <a:pt x="89066" y="87591"/>
                      <a:pt x="89066" y="96377"/>
                    </a:cubicBezTo>
                    <a:cubicBezTo>
                      <a:pt x="89066" y="108248"/>
                      <a:pt x="84774" y="118308"/>
                      <a:pt x="76122" y="126558"/>
                    </a:cubicBezTo>
                    <a:cubicBezTo>
                      <a:pt x="67471" y="134807"/>
                      <a:pt x="56538" y="138965"/>
                      <a:pt x="43259" y="138965"/>
                    </a:cubicBezTo>
                    <a:cubicBezTo>
                      <a:pt x="31321" y="138965"/>
                      <a:pt x="21395" y="135411"/>
                      <a:pt x="13548" y="128301"/>
                    </a:cubicBezTo>
                    <a:cubicBezTo>
                      <a:pt x="5634" y="121326"/>
                      <a:pt x="1140" y="112071"/>
                      <a:pt x="0" y="100736"/>
                    </a:cubicBez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4" name="フリーフォーム: 図形 23">
                <a:extLst>
                  <a:ext uri="{FF2B5EF4-FFF2-40B4-BE49-F238E27FC236}">
                    <a16:creationId xmlns:a16="http://schemas.microsoft.com/office/drawing/2014/main" id="{84D30AB5-4C1F-1F7C-D0E8-D514A3CF4FE0}"/>
                  </a:ext>
                </a:extLst>
              </p:cNvPr>
              <p:cNvSpPr/>
              <p:nvPr/>
            </p:nvSpPr>
            <p:spPr>
              <a:xfrm>
                <a:off x="773578" y="3373298"/>
                <a:ext cx="160359" cy="187589"/>
              </a:xfrm>
              <a:custGeom>
                <a:avLst/>
                <a:gdLst>
                  <a:gd name="connsiteX0" fmla="*/ 136350 w 160359"/>
                  <a:gd name="connsiteY0" fmla="*/ 120924 h 187589"/>
                  <a:gd name="connsiteX1" fmla="*/ 160360 w 160359"/>
                  <a:gd name="connsiteY1" fmla="*/ 127027 h 187589"/>
                  <a:gd name="connsiteX2" fmla="*/ 133197 w 160359"/>
                  <a:gd name="connsiteY2" fmla="*/ 172097 h 187589"/>
                  <a:gd name="connsiteX3" fmla="*/ 85244 w 160359"/>
                  <a:gd name="connsiteY3" fmla="*/ 187590 h 187589"/>
                  <a:gd name="connsiteX4" fmla="*/ 37558 w 160359"/>
                  <a:gd name="connsiteY4" fmla="*/ 175651 h 187589"/>
                  <a:gd name="connsiteX5" fmla="*/ 9591 w 160359"/>
                  <a:gd name="connsiteY5" fmla="*/ 141044 h 187589"/>
                  <a:gd name="connsiteX6" fmla="*/ 0 w 160359"/>
                  <a:gd name="connsiteY6" fmla="*/ 92420 h 187589"/>
                  <a:gd name="connsiteX7" fmla="*/ 10865 w 160359"/>
                  <a:gd name="connsiteY7" fmla="*/ 42991 h 187589"/>
                  <a:gd name="connsiteX8" fmla="*/ 41649 w 160359"/>
                  <a:gd name="connsiteY8" fmla="*/ 10932 h 187589"/>
                  <a:gd name="connsiteX9" fmla="*/ 85646 w 160359"/>
                  <a:gd name="connsiteY9" fmla="*/ 0 h 187589"/>
                  <a:gd name="connsiteX10" fmla="*/ 131454 w 160359"/>
                  <a:gd name="connsiteY10" fmla="*/ 13816 h 187589"/>
                  <a:gd name="connsiteX11" fmla="*/ 157275 w 160359"/>
                  <a:gd name="connsiteY11" fmla="*/ 52783 h 187589"/>
                  <a:gd name="connsiteX12" fmla="*/ 133667 w 160359"/>
                  <a:gd name="connsiteY12" fmla="*/ 58349 h 187589"/>
                  <a:gd name="connsiteX13" fmla="*/ 115357 w 160359"/>
                  <a:gd name="connsiteY13" fmla="*/ 29510 h 187589"/>
                  <a:gd name="connsiteX14" fmla="*/ 85177 w 160359"/>
                  <a:gd name="connsiteY14" fmla="*/ 20456 h 187589"/>
                  <a:gd name="connsiteX15" fmla="*/ 50234 w 160359"/>
                  <a:gd name="connsiteY15" fmla="*/ 30449 h 187589"/>
                  <a:gd name="connsiteX16" fmla="*/ 30516 w 160359"/>
                  <a:gd name="connsiteY16" fmla="*/ 57343 h 187589"/>
                  <a:gd name="connsiteX17" fmla="*/ 24815 w 160359"/>
                  <a:gd name="connsiteY17" fmla="*/ 92219 h 187589"/>
                  <a:gd name="connsiteX18" fmla="*/ 31589 w 160359"/>
                  <a:gd name="connsiteY18" fmla="*/ 132594 h 187589"/>
                  <a:gd name="connsiteX19" fmla="*/ 52581 w 160359"/>
                  <a:gd name="connsiteY19" fmla="*/ 158415 h 187589"/>
                  <a:gd name="connsiteX20" fmla="*/ 83366 w 160359"/>
                  <a:gd name="connsiteY20" fmla="*/ 166933 h 187589"/>
                  <a:gd name="connsiteX21" fmla="*/ 117503 w 160359"/>
                  <a:gd name="connsiteY21" fmla="*/ 155330 h 187589"/>
                  <a:gd name="connsiteX22" fmla="*/ 136350 w 160359"/>
                  <a:gd name="connsiteY22" fmla="*/ 120924 h 1875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60359" h="187589">
                    <a:moveTo>
                      <a:pt x="136350" y="120924"/>
                    </a:moveTo>
                    <a:lnTo>
                      <a:pt x="160360" y="127027"/>
                    </a:lnTo>
                    <a:cubicBezTo>
                      <a:pt x="155330" y="146678"/>
                      <a:pt x="146276" y="161768"/>
                      <a:pt x="133197" y="172097"/>
                    </a:cubicBezTo>
                    <a:cubicBezTo>
                      <a:pt x="120119" y="182425"/>
                      <a:pt x="104157" y="187590"/>
                      <a:pt x="85244" y="187590"/>
                    </a:cubicBezTo>
                    <a:cubicBezTo>
                      <a:pt x="65660" y="187590"/>
                      <a:pt x="49832" y="183565"/>
                      <a:pt x="37558" y="175651"/>
                    </a:cubicBezTo>
                    <a:cubicBezTo>
                      <a:pt x="25285" y="167670"/>
                      <a:pt x="15962" y="156135"/>
                      <a:pt x="9591" y="141044"/>
                    </a:cubicBezTo>
                    <a:cubicBezTo>
                      <a:pt x="3219" y="125887"/>
                      <a:pt x="0" y="109723"/>
                      <a:pt x="0" y="92420"/>
                    </a:cubicBezTo>
                    <a:cubicBezTo>
                      <a:pt x="0" y="73507"/>
                      <a:pt x="3622" y="57075"/>
                      <a:pt x="10865" y="42991"/>
                    </a:cubicBezTo>
                    <a:cubicBezTo>
                      <a:pt x="18041" y="28906"/>
                      <a:pt x="28370" y="18242"/>
                      <a:pt x="41649" y="10932"/>
                    </a:cubicBezTo>
                    <a:cubicBezTo>
                      <a:pt x="54996" y="3622"/>
                      <a:pt x="69617" y="0"/>
                      <a:pt x="85646" y="0"/>
                    </a:cubicBezTo>
                    <a:cubicBezTo>
                      <a:pt x="103821" y="0"/>
                      <a:pt x="119046" y="4561"/>
                      <a:pt x="131454" y="13816"/>
                    </a:cubicBezTo>
                    <a:cubicBezTo>
                      <a:pt x="143861" y="23071"/>
                      <a:pt x="152446" y="36083"/>
                      <a:pt x="157275" y="52783"/>
                    </a:cubicBezTo>
                    <a:lnTo>
                      <a:pt x="133667" y="58349"/>
                    </a:lnTo>
                    <a:cubicBezTo>
                      <a:pt x="129442" y="45204"/>
                      <a:pt x="123338" y="35546"/>
                      <a:pt x="115357" y="29510"/>
                    </a:cubicBezTo>
                    <a:cubicBezTo>
                      <a:pt x="107376" y="23474"/>
                      <a:pt x="97249" y="20456"/>
                      <a:pt x="85177" y="20456"/>
                    </a:cubicBezTo>
                    <a:cubicBezTo>
                      <a:pt x="71226" y="20456"/>
                      <a:pt x="59624" y="23809"/>
                      <a:pt x="50234" y="30449"/>
                    </a:cubicBezTo>
                    <a:cubicBezTo>
                      <a:pt x="40845" y="37089"/>
                      <a:pt x="34272" y="46076"/>
                      <a:pt x="30516" y="57343"/>
                    </a:cubicBezTo>
                    <a:cubicBezTo>
                      <a:pt x="26693" y="68611"/>
                      <a:pt x="24815" y="80213"/>
                      <a:pt x="24815" y="92219"/>
                    </a:cubicBezTo>
                    <a:cubicBezTo>
                      <a:pt x="24815" y="107577"/>
                      <a:pt x="27028" y="121125"/>
                      <a:pt x="31589" y="132594"/>
                    </a:cubicBezTo>
                    <a:cubicBezTo>
                      <a:pt x="36083" y="144129"/>
                      <a:pt x="43058" y="152714"/>
                      <a:pt x="52581" y="158415"/>
                    </a:cubicBezTo>
                    <a:cubicBezTo>
                      <a:pt x="62038" y="164116"/>
                      <a:pt x="72299" y="166933"/>
                      <a:pt x="83366" y="166933"/>
                    </a:cubicBezTo>
                    <a:cubicBezTo>
                      <a:pt x="96846" y="166933"/>
                      <a:pt x="108181" y="163043"/>
                      <a:pt x="117503" y="155330"/>
                    </a:cubicBezTo>
                    <a:cubicBezTo>
                      <a:pt x="126826" y="147617"/>
                      <a:pt x="133063" y="136148"/>
                      <a:pt x="136350" y="120924"/>
                    </a:cubicBez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6" name="フリーフォーム: 図形 5">
              <a:extLst>
                <a:ext uri="{FF2B5EF4-FFF2-40B4-BE49-F238E27FC236}">
                  <a16:creationId xmlns:a16="http://schemas.microsoft.com/office/drawing/2014/main" id="{24FD0003-D4BC-2ADF-33B3-6509AAA704F4}"/>
                </a:ext>
              </a:extLst>
            </p:cNvPr>
            <p:cNvSpPr/>
            <p:nvPr/>
          </p:nvSpPr>
          <p:spPr>
            <a:xfrm>
              <a:off x="968814" y="3128365"/>
              <a:ext cx="443588" cy="270888"/>
            </a:xfrm>
            <a:custGeom>
              <a:avLst/>
              <a:gdLst>
                <a:gd name="connsiteX0" fmla="*/ 431181 w 443588"/>
                <a:gd name="connsiteY0" fmla="*/ 0 h 270888"/>
                <a:gd name="connsiteX1" fmla="*/ 431181 w 443588"/>
                <a:gd name="connsiteY1" fmla="*/ 0 h 270888"/>
                <a:gd name="connsiteX2" fmla="*/ 443589 w 443588"/>
                <a:gd name="connsiteY2" fmla="*/ 7378 h 270888"/>
                <a:gd name="connsiteX3" fmla="*/ 440772 w 443588"/>
                <a:gd name="connsiteY3" fmla="*/ 23608 h 270888"/>
                <a:gd name="connsiteX4" fmla="*/ 12609 w 443588"/>
                <a:gd name="connsiteY4" fmla="*/ 270888 h 270888"/>
                <a:gd name="connsiteX5" fmla="*/ 6304 w 443588"/>
                <a:gd name="connsiteY5" fmla="*/ 260023 h 270888"/>
                <a:gd name="connsiteX6" fmla="*/ 0 w 443588"/>
                <a:gd name="connsiteY6" fmla="*/ 249158 h 270888"/>
                <a:gd name="connsiteX7" fmla="*/ 431181 w 443588"/>
                <a:gd name="connsiteY7" fmla="*/ 0 h 270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43588" h="270888">
                  <a:moveTo>
                    <a:pt x="431181" y="0"/>
                  </a:moveTo>
                  <a:lnTo>
                    <a:pt x="431181" y="0"/>
                  </a:lnTo>
                  <a:lnTo>
                    <a:pt x="443589" y="7378"/>
                  </a:lnTo>
                  <a:lnTo>
                    <a:pt x="440772" y="23608"/>
                  </a:lnTo>
                  <a:lnTo>
                    <a:pt x="12609" y="270888"/>
                  </a:lnTo>
                  <a:lnTo>
                    <a:pt x="6304" y="260023"/>
                  </a:lnTo>
                  <a:lnTo>
                    <a:pt x="0" y="249158"/>
                  </a:lnTo>
                  <a:lnTo>
                    <a:pt x="431181" y="0"/>
                  </a:lnTo>
                  <a:close/>
                </a:path>
              </a:pathLst>
            </a:custGeom>
            <a:solidFill>
              <a:srgbClr val="000000"/>
            </a:solidFill>
            <a:ln w="67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7" name="フリーフォーム: 図形 6">
              <a:extLst>
                <a:ext uri="{FF2B5EF4-FFF2-40B4-BE49-F238E27FC236}">
                  <a16:creationId xmlns:a16="http://schemas.microsoft.com/office/drawing/2014/main" id="{C29AEFA4-4047-34AB-6F76-273A26CDD4B9}"/>
                </a:ext>
              </a:extLst>
            </p:cNvPr>
            <p:cNvSpPr/>
            <p:nvPr/>
          </p:nvSpPr>
          <p:spPr>
            <a:xfrm>
              <a:off x="1798514" y="3510184"/>
              <a:ext cx="142251" cy="181352"/>
            </a:xfrm>
            <a:custGeom>
              <a:avLst/>
              <a:gdLst>
                <a:gd name="connsiteX0" fmla="*/ 0 w 142251"/>
                <a:gd name="connsiteY0" fmla="*/ 181352 h 181352"/>
                <a:gd name="connsiteX1" fmla="*/ 0 w 142251"/>
                <a:gd name="connsiteY1" fmla="*/ 0 h 181352"/>
                <a:gd name="connsiteX2" fmla="*/ 23943 w 142251"/>
                <a:gd name="connsiteY2" fmla="*/ 0 h 181352"/>
                <a:gd name="connsiteX3" fmla="*/ 23943 w 142251"/>
                <a:gd name="connsiteY3" fmla="*/ 74446 h 181352"/>
                <a:gd name="connsiteX4" fmla="*/ 118241 w 142251"/>
                <a:gd name="connsiteY4" fmla="*/ 74446 h 181352"/>
                <a:gd name="connsiteX5" fmla="*/ 118241 w 142251"/>
                <a:gd name="connsiteY5" fmla="*/ 0 h 181352"/>
                <a:gd name="connsiteX6" fmla="*/ 142252 w 142251"/>
                <a:gd name="connsiteY6" fmla="*/ 0 h 181352"/>
                <a:gd name="connsiteX7" fmla="*/ 142252 w 142251"/>
                <a:gd name="connsiteY7" fmla="*/ 181352 h 181352"/>
                <a:gd name="connsiteX8" fmla="*/ 118308 w 142251"/>
                <a:gd name="connsiteY8" fmla="*/ 181352 h 181352"/>
                <a:gd name="connsiteX9" fmla="*/ 118308 w 142251"/>
                <a:gd name="connsiteY9" fmla="*/ 95907 h 181352"/>
                <a:gd name="connsiteX10" fmla="*/ 24010 w 142251"/>
                <a:gd name="connsiteY10" fmla="*/ 95907 h 181352"/>
                <a:gd name="connsiteX11" fmla="*/ 24010 w 142251"/>
                <a:gd name="connsiteY11" fmla="*/ 181352 h 181352"/>
                <a:gd name="connsiteX12" fmla="*/ 0 w 142251"/>
                <a:gd name="connsiteY12" fmla="*/ 181352 h 1813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42251" h="181352">
                  <a:moveTo>
                    <a:pt x="0" y="181352"/>
                  </a:moveTo>
                  <a:lnTo>
                    <a:pt x="0" y="0"/>
                  </a:lnTo>
                  <a:lnTo>
                    <a:pt x="23943" y="0"/>
                  </a:lnTo>
                  <a:lnTo>
                    <a:pt x="23943" y="74446"/>
                  </a:lnTo>
                  <a:lnTo>
                    <a:pt x="118241" y="74446"/>
                  </a:lnTo>
                  <a:lnTo>
                    <a:pt x="118241" y="0"/>
                  </a:lnTo>
                  <a:lnTo>
                    <a:pt x="142252" y="0"/>
                  </a:lnTo>
                  <a:lnTo>
                    <a:pt x="142252" y="181352"/>
                  </a:lnTo>
                  <a:lnTo>
                    <a:pt x="118308" y="181352"/>
                  </a:lnTo>
                  <a:lnTo>
                    <a:pt x="118308" y="95907"/>
                  </a:lnTo>
                  <a:lnTo>
                    <a:pt x="24010" y="95907"/>
                  </a:lnTo>
                  <a:lnTo>
                    <a:pt x="24010" y="181352"/>
                  </a:lnTo>
                  <a:lnTo>
                    <a:pt x="0" y="181352"/>
                  </a:lnTo>
                  <a:close/>
                </a:path>
              </a:pathLst>
            </a:custGeom>
            <a:solidFill>
              <a:srgbClr val="000000"/>
            </a:solidFill>
            <a:ln w="67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8" name="フリーフォーム: 図形 7">
              <a:extLst>
                <a:ext uri="{FF2B5EF4-FFF2-40B4-BE49-F238E27FC236}">
                  <a16:creationId xmlns:a16="http://schemas.microsoft.com/office/drawing/2014/main" id="{460B4942-078D-8223-B7AF-1CCEFE199A6C}"/>
                </a:ext>
              </a:extLst>
            </p:cNvPr>
            <p:cNvSpPr/>
            <p:nvPr/>
          </p:nvSpPr>
          <p:spPr>
            <a:xfrm>
              <a:off x="1409653" y="3129840"/>
              <a:ext cx="408176" cy="411194"/>
            </a:xfrm>
            <a:custGeom>
              <a:avLst/>
              <a:gdLst>
                <a:gd name="connsiteX0" fmla="*/ 0 w 408176"/>
                <a:gd name="connsiteY0" fmla="*/ 22065 h 411194"/>
                <a:gd name="connsiteX1" fmla="*/ 0 w 408176"/>
                <a:gd name="connsiteY1" fmla="*/ 22065 h 411194"/>
                <a:gd name="connsiteX2" fmla="*/ 2817 w 408176"/>
                <a:gd name="connsiteY2" fmla="*/ 5835 h 411194"/>
                <a:gd name="connsiteX3" fmla="*/ 15493 w 408176"/>
                <a:gd name="connsiteY3" fmla="*/ 0 h 411194"/>
                <a:gd name="connsiteX4" fmla="*/ 408177 w 408176"/>
                <a:gd name="connsiteY4" fmla="*/ 303752 h 411194"/>
                <a:gd name="connsiteX5" fmla="*/ 354455 w 408176"/>
                <a:gd name="connsiteY5" fmla="*/ 357473 h 411194"/>
                <a:gd name="connsiteX6" fmla="*/ 300733 w 408176"/>
                <a:gd name="connsiteY6" fmla="*/ 411195 h 411194"/>
                <a:gd name="connsiteX7" fmla="*/ 0 w 408176"/>
                <a:gd name="connsiteY7" fmla="*/ 22065 h 4111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408176" h="411194">
                  <a:moveTo>
                    <a:pt x="0" y="22065"/>
                  </a:moveTo>
                  <a:lnTo>
                    <a:pt x="0" y="22065"/>
                  </a:lnTo>
                  <a:lnTo>
                    <a:pt x="2817" y="5835"/>
                  </a:lnTo>
                  <a:lnTo>
                    <a:pt x="15493" y="0"/>
                  </a:lnTo>
                  <a:lnTo>
                    <a:pt x="408177" y="303752"/>
                  </a:lnTo>
                  <a:lnTo>
                    <a:pt x="354455" y="357473"/>
                  </a:lnTo>
                  <a:lnTo>
                    <a:pt x="300733" y="411195"/>
                  </a:lnTo>
                  <a:lnTo>
                    <a:pt x="0" y="22065"/>
                  </a:lnTo>
                  <a:close/>
                </a:path>
              </a:pathLst>
            </a:custGeom>
            <a:solidFill>
              <a:srgbClr val="000000"/>
            </a:solidFill>
            <a:ln w="670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grpSp>
          <p:nvGrpSpPr>
            <p:cNvPr id="9" name="グラフィックス 6">
              <a:extLst>
                <a:ext uri="{FF2B5EF4-FFF2-40B4-BE49-F238E27FC236}">
                  <a16:creationId xmlns:a16="http://schemas.microsoft.com/office/drawing/2014/main" id="{1404954C-25CC-D934-B433-8C7C1D5EF2F9}"/>
                </a:ext>
              </a:extLst>
            </p:cNvPr>
            <p:cNvGrpSpPr/>
            <p:nvPr/>
          </p:nvGrpSpPr>
          <p:grpSpPr>
            <a:xfrm>
              <a:off x="1950088" y="3217096"/>
              <a:ext cx="347211" cy="187656"/>
              <a:chOff x="1950088" y="3217096"/>
              <a:chExt cx="347211" cy="187656"/>
            </a:xfrm>
            <a:solidFill>
              <a:srgbClr val="000000"/>
            </a:solidFill>
          </p:grpSpPr>
          <p:sp>
            <p:nvSpPr>
              <p:cNvPr id="20" name="フリーフォーム: 図形 19">
                <a:extLst>
                  <a:ext uri="{FF2B5EF4-FFF2-40B4-BE49-F238E27FC236}">
                    <a16:creationId xmlns:a16="http://schemas.microsoft.com/office/drawing/2014/main" id="{099D53A1-9E4A-89D4-AACD-1F77C0066864}"/>
                  </a:ext>
                </a:extLst>
              </p:cNvPr>
              <p:cNvSpPr/>
              <p:nvPr/>
            </p:nvSpPr>
            <p:spPr>
              <a:xfrm>
                <a:off x="1950088" y="3217096"/>
                <a:ext cx="173438" cy="187656"/>
              </a:xfrm>
              <a:custGeom>
                <a:avLst/>
                <a:gdLst>
                  <a:gd name="connsiteX0" fmla="*/ 0 w 173438"/>
                  <a:gd name="connsiteY0" fmla="*/ 96310 h 187656"/>
                  <a:gd name="connsiteX1" fmla="*/ 24212 w 173438"/>
                  <a:gd name="connsiteY1" fmla="*/ 25553 h 187656"/>
                  <a:gd name="connsiteX2" fmla="*/ 86853 w 173438"/>
                  <a:gd name="connsiteY2" fmla="*/ 0 h 187656"/>
                  <a:gd name="connsiteX3" fmla="*/ 132124 w 173438"/>
                  <a:gd name="connsiteY3" fmla="*/ 12072 h 187656"/>
                  <a:gd name="connsiteX4" fmla="*/ 162909 w 173438"/>
                  <a:gd name="connsiteY4" fmla="*/ 45472 h 187656"/>
                  <a:gd name="connsiteX5" fmla="*/ 173438 w 173438"/>
                  <a:gd name="connsiteY5" fmla="*/ 94231 h 187656"/>
                  <a:gd name="connsiteX6" fmla="*/ 162305 w 173438"/>
                  <a:gd name="connsiteY6" fmla="*/ 143526 h 187656"/>
                  <a:gd name="connsiteX7" fmla="*/ 130783 w 173438"/>
                  <a:gd name="connsiteY7" fmla="*/ 176523 h 187656"/>
                  <a:gd name="connsiteX8" fmla="*/ 86719 w 173438"/>
                  <a:gd name="connsiteY8" fmla="*/ 187657 h 187656"/>
                  <a:gd name="connsiteX9" fmla="*/ 40912 w 173438"/>
                  <a:gd name="connsiteY9" fmla="*/ 175316 h 187656"/>
                  <a:gd name="connsiteX10" fmla="*/ 10396 w 173438"/>
                  <a:gd name="connsiteY10" fmla="*/ 141514 h 187656"/>
                  <a:gd name="connsiteX11" fmla="*/ 0 w 173438"/>
                  <a:gd name="connsiteY11" fmla="*/ 96310 h 187656"/>
                  <a:gd name="connsiteX12" fmla="*/ 24748 w 173438"/>
                  <a:gd name="connsiteY12" fmla="*/ 96645 h 187656"/>
                  <a:gd name="connsiteX13" fmla="*/ 42387 w 173438"/>
                  <a:gd name="connsiteY13" fmla="*/ 148355 h 187656"/>
                  <a:gd name="connsiteX14" fmla="*/ 86585 w 173438"/>
                  <a:gd name="connsiteY14" fmla="*/ 167201 h 187656"/>
                  <a:gd name="connsiteX15" fmla="*/ 131185 w 173438"/>
                  <a:gd name="connsiteY15" fmla="*/ 148153 h 187656"/>
                  <a:gd name="connsiteX16" fmla="*/ 148690 w 173438"/>
                  <a:gd name="connsiteY16" fmla="*/ 94097 h 187656"/>
                  <a:gd name="connsiteX17" fmla="*/ 141246 w 173438"/>
                  <a:gd name="connsiteY17" fmla="*/ 55465 h 187656"/>
                  <a:gd name="connsiteX18" fmla="*/ 119381 w 173438"/>
                  <a:gd name="connsiteY18" fmla="*/ 29845 h 187656"/>
                  <a:gd name="connsiteX19" fmla="*/ 87054 w 173438"/>
                  <a:gd name="connsiteY19" fmla="*/ 20724 h 187656"/>
                  <a:gd name="connsiteX20" fmla="*/ 43192 w 173438"/>
                  <a:gd name="connsiteY20" fmla="*/ 38229 h 187656"/>
                  <a:gd name="connsiteX21" fmla="*/ 24748 w 173438"/>
                  <a:gd name="connsiteY21" fmla="*/ 96645 h 1876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73438" h="187656">
                    <a:moveTo>
                      <a:pt x="0" y="96310"/>
                    </a:moveTo>
                    <a:cubicBezTo>
                      <a:pt x="0" y="66196"/>
                      <a:pt x="8115" y="42588"/>
                      <a:pt x="24212" y="25553"/>
                    </a:cubicBezTo>
                    <a:cubicBezTo>
                      <a:pt x="40375" y="8518"/>
                      <a:pt x="61300" y="0"/>
                      <a:pt x="86853" y="0"/>
                    </a:cubicBezTo>
                    <a:cubicBezTo>
                      <a:pt x="103620" y="0"/>
                      <a:pt x="118711" y="4024"/>
                      <a:pt x="132124" y="12072"/>
                    </a:cubicBezTo>
                    <a:cubicBezTo>
                      <a:pt x="145605" y="20053"/>
                      <a:pt x="155866" y="31187"/>
                      <a:pt x="162909" y="45472"/>
                    </a:cubicBezTo>
                    <a:cubicBezTo>
                      <a:pt x="169884" y="59825"/>
                      <a:pt x="173438" y="76055"/>
                      <a:pt x="173438" y="94231"/>
                    </a:cubicBezTo>
                    <a:cubicBezTo>
                      <a:pt x="173438" y="112540"/>
                      <a:pt x="169749" y="129106"/>
                      <a:pt x="162305" y="143526"/>
                    </a:cubicBezTo>
                    <a:cubicBezTo>
                      <a:pt x="154927" y="158080"/>
                      <a:pt x="144331" y="169079"/>
                      <a:pt x="130783" y="176523"/>
                    </a:cubicBezTo>
                    <a:cubicBezTo>
                      <a:pt x="117168" y="183968"/>
                      <a:pt x="102480" y="187657"/>
                      <a:pt x="86719" y="187657"/>
                    </a:cubicBezTo>
                    <a:cubicBezTo>
                      <a:pt x="69684" y="187657"/>
                      <a:pt x="54459" y="183565"/>
                      <a:pt x="40912" y="175316"/>
                    </a:cubicBezTo>
                    <a:cubicBezTo>
                      <a:pt x="27498" y="167067"/>
                      <a:pt x="17304" y="155799"/>
                      <a:pt x="10396" y="141514"/>
                    </a:cubicBezTo>
                    <a:cubicBezTo>
                      <a:pt x="3488" y="127228"/>
                      <a:pt x="0" y="112272"/>
                      <a:pt x="0" y="96310"/>
                    </a:cubicBezTo>
                    <a:close/>
                    <a:moveTo>
                      <a:pt x="24748" y="96645"/>
                    </a:moveTo>
                    <a:cubicBezTo>
                      <a:pt x="24748" y="118509"/>
                      <a:pt x="30650" y="135746"/>
                      <a:pt x="42387" y="148355"/>
                    </a:cubicBezTo>
                    <a:cubicBezTo>
                      <a:pt x="54191" y="160964"/>
                      <a:pt x="68946" y="167201"/>
                      <a:pt x="86585" y="167201"/>
                    </a:cubicBezTo>
                    <a:cubicBezTo>
                      <a:pt x="104693" y="167201"/>
                      <a:pt x="119515" y="160829"/>
                      <a:pt x="131185" y="148153"/>
                    </a:cubicBezTo>
                    <a:cubicBezTo>
                      <a:pt x="142855" y="135478"/>
                      <a:pt x="148690" y="117436"/>
                      <a:pt x="148690" y="94097"/>
                    </a:cubicBezTo>
                    <a:cubicBezTo>
                      <a:pt x="148690" y="79274"/>
                      <a:pt x="146209" y="66464"/>
                      <a:pt x="141246" y="55465"/>
                    </a:cubicBezTo>
                    <a:cubicBezTo>
                      <a:pt x="136282" y="44399"/>
                      <a:pt x="128972" y="35881"/>
                      <a:pt x="119381" y="29845"/>
                    </a:cubicBezTo>
                    <a:cubicBezTo>
                      <a:pt x="109723" y="23742"/>
                      <a:pt x="98993" y="20724"/>
                      <a:pt x="87054" y="20724"/>
                    </a:cubicBezTo>
                    <a:cubicBezTo>
                      <a:pt x="70086" y="20724"/>
                      <a:pt x="55398" y="26559"/>
                      <a:pt x="43192" y="38229"/>
                    </a:cubicBezTo>
                    <a:cubicBezTo>
                      <a:pt x="30985" y="49899"/>
                      <a:pt x="24748" y="69416"/>
                      <a:pt x="24748" y="96645"/>
                    </a:cubicBez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21" name="フリーフォーム: 図形 20">
                <a:extLst>
                  <a:ext uri="{FF2B5EF4-FFF2-40B4-BE49-F238E27FC236}">
                    <a16:creationId xmlns:a16="http://schemas.microsoft.com/office/drawing/2014/main" id="{B584E9A1-6C06-D428-DAD2-FCEDDB1883C1}"/>
                  </a:ext>
                </a:extLst>
              </p:cNvPr>
              <p:cNvSpPr/>
              <p:nvPr/>
            </p:nvSpPr>
            <p:spPr>
              <a:xfrm>
                <a:off x="2155115" y="3220382"/>
                <a:ext cx="142184" cy="181352"/>
              </a:xfrm>
              <a:custGeom>
                <a:avLst/>
                <a:gdLst>
                  <a:gd name="connsiteX0" fmla="*/ 0 w 142184"/>
                  <a:gd name="connsiteY0" fmla="*/ 181352 h 181352"/>
                  <a:gd name="connsiteX1" fmla="*/ 0 w 142184"/>
                  <a:gd name="connsiteY1" fmla="*/ 0 h 181352"/>
                  <a:gd name="connsiteX2" fmla="*/ 24010 w 142184"/>
                  <a:gd name="connsiteY2" fmla="*/ 0 h 181352"/>
                  <a:gd name="connsiteX3" fmla="*/ 24010 w 142184"/>
                  <a:gd name="connsiteY3" fmla="*/ 74446 h 181352"/>
                  <a:gd name="connsiteX4" fmla="*/ 118241 w 142184"/>
                  <a:gd name="connsiteY4" fmla="*/ 74446 h 181352"/>
                  <a:gd name="connsiteX5" fmla="*/ 118241 w 142184"/>
                  <a:gd name="connsiteY5" fmla="*/ 0 h 181352"/>
                  <a:gd name="connsiteX6" fmla="*/ 142184 w 142184"/>
                  <a:gd name="connsiteY6" fmla="*/ 0 h 181352"/>
                  <a:gd name="connsiteX7" fmla="*/ 142184 w 142184"/>
                  <a:gd name="connsiteY7" fmla="*/ 181352 h 181352"/>
                  <a:gd name="connsiteX8" fmla="*/ 118308 w 142184"/>
                  <a:gd name="connsiteY8" fmla="*/ 181352 h 181352"/>
                  <a:gd name="connsiteX9" fmla="*/ 118308 w 142184"/>
                  <a:gd name="connsiteY9" fmla="*/ 95907 h 181352"/>
                  <a:gd name="connsiteX10" fmla="*/ 24077 w 142184"/>
                  <a:gd name="connsiteY10" fmla="*/ 95907 h 181352"/>
                  <a:gd name="connsiteX11" fmla="*/ 24077 w 142184"/>
                  <a:gd name="connsiteY11" fmla="*/ 181352 h 181352"/>
                  <a:gd name="connsiteX12" fmla="*/ 0 w 142184"/>
                  <a:gd name="connsiteY12" fmla="*/ 181352 h 1813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42184" h="181352">
                    <a:moveTo>
                      <a:pt x="0" y="181352"/>
                    </a:moveTo>
                    <a:lnTo>
                      <a:pt x="0" y="0"/>
                    </a:lnTo>
                    <a:lnTo>
                      <a:pt x="24010" y="0"/>
                    </a:lnTo>
                    <a:lnTo>
                      <a:pt x="24010" y="74446"/>
                    </a:lnTo>
                    <a:lnTo>
                      <a:pt x="118241" y="74446"/>
                    </a:lnTo>
                    <a:lnTo>
                      <a:pt x="118241" y="0"/>
                    </a:lnTo>
                    <a:lnTo>
                      <a:pt x="142184" y="0"/>
                    </a:lnTo>
                    <a:lnTo>
                      <a:pt x="142184" y="181352"/>
                    </a:lnTo>
                    <a:lnTo>
                      <a:pt x="118308" y="181352"/>
                    </a:lnTo>
                    <a:lnTo>
                      <a:pt x="118308" y="95907"/>
                    </a:lnTo>
                    <a:lnTo>
                      <a:pt x="24077" y="95907"/>
                    </a:lnTo>
                    <a:lnTo>
                      <a:pt x="24077" y="181352"/>
                    </a:lnTo>
                    <a:lnTo>
                      <a:pt x="0" y="181352"/>
                    </a:ln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grpSp>
          <p:nvGrpSpPr>
            <p:cNvPr id="10" name="グラフィックス 6">
              <a:extLst>
                <a:ext uri="{FF2B5EF4-FFF2-40B4-BE49-F238E27FC236}">
                  <a16:creationId xmlns:a16="http://schemas.microsoft.com/office/drawing/2014/main" id="{7D053082-099A-8B57-0DA1-D76A468B7098}"/>
                </a:ext>
              </a:extLst>
            </p:cNvPr>
            <p:cNvGrpSpPr/>
            <p:nvPr/>
          </p:nvGrpSpPr>
          <p:grpSpPr>
            <a:xfrm>
              <a:off x="1409116" y="3123536"/>
              <a:ext cx="513272" cy="216898"/>
              <a:chOff x="1409116" y="3123536"/>
              <a:chExt cx="513272" cy="216898"/>
            </a:xfrm>
            <a:solidFill>
              <a:srgbClr val="000000"/>
            </a:solidFill>
          </p:grpSpPr>
          <p:sp>
            <p:nvSpPr>
              <p:cNvPr id="11" name="フリーフォーム: 図形 10">
                <a:extLst>
                  <a:ext uri="{FF2B5EF4-FFF2-40B4-BE49-F238E27FC236}">
                    <a16:creationId xmlns:a16="http://schemas.microsoft.com/office/drawing/2014/main" id="{C75C0797-CA68-C30B-4EBC-E6B886997873}"/>
                  </a:ext>
                </a:extLst>
              </p:cNvPr>
              <p:cNvSpPr/>
              <p:nvPr/>
            </p:nvSpPr>
            <p:spPr>
              <a:xfrm>
                <a:off x="1409116" y="3123536"/>
                <a:ext cx="31656" cy="33735"/>
              </a:xfrm>
              <a:custGeom>
                <a:avLst/>
                <a:gdLst>
                  <a:gd name="connsiteX0" fmla="*/ 0 w 31656"/>
                  <a:gd name="connsiteY0" fmla="*/ 24346 h 33735"/>
                  <a:gd name="connsiteX1" fmla="*/ 0 w 31656"/>
                  <a:gd name="connsiteY1" fmla="*/ 24346 h 33735"/>
                  <a:gd name="connsiteX2" fmla="*/ 6573 w 31656"/>
                  <a:gd name="connsiteY2" fmla="*/ 0 h 33735"/>
                  <a:gd name="connsiteX3" fmla="*/ 31656 w 31656"/>
                  <a:gd name="connsiteY3" fmla="*/ 3555 h 33735"/>
                  <a:gd name="connsiteX4" fmla="*/ 23541 w 31656"/>
                  <a:gd name="connsiteY4" fmla="*/ 33735 h 33735"/>
                  <a:gd name="connsiteX5" fmla="*/ 0 w 31656"/>
                  <a:gd name="connsiteY5" fmla="*/ 24346 h 3373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1656" h="33735">
                    <a:moveTo>
                      <a:pt x="0" y="24346"/>
                    </a:moveTo>
                    <a:lnTo>
                      <a:pt x="0" y="24346"/>
                    </a:lnTo>
                    <a:lnTo>
                      <a:pt x="6573" y="0"/>
                    </a:lnTo>
                    <a:lnTo>
                      <a:pt x="31656" y="3555"/>
                    </a:lnTo>
                    <a:lnTo>
                      <a:pt x="23541" y="33735"/>
                    </a:lnTo>
                    <a:lnTo>
                      <a:pt x="0" y="24346"/>
                    </a:ln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2" name="フリーフォーム: 図形 11">
                <a:extLst>
                  <a:ext uri="{FF2B5EF4-FFF2-40B4-BE49-F238E27FC236}">
                    <a16:creationId xmlns:a16="http://schemas.microsoft.com/office/drawing/2014/main" id="{BE6106F9-2339-79DA-6B81-015D5216031F}"/>
                  </a:ext>
                </a:extLst>
              </p:cNvPr>
              <p:cNvSpPr/>
              <p:nvPr/>
            </p:nvSpPr>
            <p:spPr>
              <a:xfrm>
                <a:off x="1465654" y="3131919"/>
                <a:ext cx="35210" cy="48423"/>
              </a:xfrm>
              <a:custGeom>
                <a:avLst/>
                <a:gdLst>
                  <a:gd name="connsiteX0" fmla="*/ 0 w 35210"/>
                  <a:gd name="connsiteY0" fmla="*/ 38765 h 48423"/>
                  <a:gd name="connsiteX1" fmla="*/ 0 w 35210"/>
                  <a:gd name="connsiteY1" fmla="*/ 38765 h 48423"/>
                  <a:gd name="connsiteX2" fmla="*/ 10396 w 35210"/>
                  <a:gd name="connsiteY2" fmla="*/ 0 h 48423"/>
                  <a:gd name="connsiteX3" fmla="*/ 35211 w 35210"/>
                  <a:gd name="connsiteY3" fmla="*/ 3555 h 48423"/>
                  <a:gd name="connsiteX4" fmla="*/ 23273 w 35210"/>
                  <a:gd name="connsiteY4" fmla="*/ 48423 h 48423"/>
                  <a:gd name="connsiteX5" fmla="*/ 0 w 35210"/>
                  <a:gd name="connsiteY5" fmla="*/ 38765 h 484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5210" h="48423">
                    <a:moveTo>
                      <a:pt x="0" y="38765"/>
                    </a:moveTo>
                    <a:lnTo>
                      <a:pt x="0" y="38765"/>
                    </a:lnTo>
                    <a:lnTo>
                      <a:pt x="10396" y="0"/>
                    </a:lnTo>
                    <a:lnTo>
                      <a:pt x="35211" y="3555"/>
                    </a:lnTo>
                    <a:lnTo>
                      <a:pt x="23273" y="48423"/>
                    </a:lnTo>
                    <a:lnTo>
                      <a:pt x="0" y="38765"/>
                    </a:ln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3" name="フリーフォーム: 図形 12">
                <a:extLst>
                  <a:ext uri="{FF2B5EF4-FFF2-40B4-BE49-F238E27FC236}">
                    <a16:creationId xmlns:a16="http://schemas.microsoft.com/office/drawing/2014/main" id="{0C1F98D1-E2B5-AAE9-A8B0-BDD92438B697}"/>
                  </a:ext>
                </a:extLst>
              </p:cNvPr>
              <p:cNvSpPr/>
              <p:nvPr/>
            </p:nvSpPr>
            <p:spPr>
              <a:xfrm>
                <a:off x="1521858" y="3140303"/>
                <a:ext cx="39301" cy="62842"/>
              </a:xfrm>
              <a:custGeom>
                <a:avLst/>
                <a:gdLst>
                  <a:gd name="connsiteX0" fmla="*/ 0 w 39301"/>
                  <a:gd name="connsiteY0" fmla="*/ 53453 h 62842"/>
                  <a:gd name="connsiteX1" fmla="*/ 0 w 39301"/>
                  <a:gd name="connsiteY1" fmla="*/ 53453 h 62842"/>
                  <a:gd name="connsiteX2" fmla="*/ 14218 w 39301"/>
                  <a:gd name="connsiteY2" fmla="*/ 0 h 62842"/>
                  <a:gd name="connsiteX3" fmla="*/ 39302 w 39301"/>
                  <a:gd name="connsiteY3" fmla="*/ 3555 h 62842"/>
                  <a:gd name="connsiteX4" fmla="*/ 23340 w 39301"/>
                  <a:gd name="connsiteY4" fmla="*/ 62843 h 62842"/>
                  <a:gd name="connsiteX5" fmla="*/ 0 w 39301"/>
                  <a:gd name="connsiteY5" fmla="*/ 53453 h 6284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39301" h="62842">
                    <a:moveTo>
                      <a:pt x="0" y="53453"/>
                    </a:moveTo>
                    <a:lnTo>
                      <a:pt x="0" y="53453"/>
                    </a:lnTo>
                    <a:lnTo>
                      <a:pt x="14218" y="0"/>
                    </a:lnTo>
                    <a:lnTo>
                      <a:pt x="39302" y="3555"/>
                    </a:lnTo>
                    <a:lnTo>
                      <a:pt x="23340" y="62843"/>
                    </a:lnTo>
                    <a:lnTo>
                      <a:pt x="0" y="53453"/>
                    </a:ln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4" name="フリーフォーム: 図形 13">
                <a:extLst>
                  <a:ext uri="{FF2B5EF4-FFF2-40B4-BE49-F238E27FC236}">
                    <a16:creationId xmlns:a16="http://schemas.microsoft.com/office/drawing/2014/main" id="{7B8EAB22-7917-C403-A495-6AD51E8C6B6F}"/>
                  </a:ext>
                </a:extLst>
              </p:cNvPr>
              <p:cNvSpPr/>
              <p:nvPr/>
            </p:nvSpPr>
            <p:spPr>
              <a:xfrm>
                <a:off x="1578128" y="3148686"/>
                <a:ext cx="43326" cy="77262"/>
              </a:xfrm>
              <a:custGeom>
                <a:avLst/>
                <a:gdLst>
                  <a:gd name="connsiteX0" fmla="*/ 0 w 43326"/>
                  <a:gd name="connsiteY0" fmla="*/ 67873 h 77262"/>
                  <a:gd name="connsiteX1" fmla="*/ 0 w 43326"/>
                  <a:gd name="connsiteY1" fmla="*/ 67873 h 77262"/>
                  <a:gd name="connsiteX2" fmla="*/ 18242 w 43326"/>
                  <a:gd name="connsiteY2" fmla="*/ 0 h 77262"/>
                  <a:gd name="connsiteX3" fmla="*/ 43326 w 43326"/>
                  <a:gd name="connsiteY3" fmla="*/ 3286 h 77262"/>
                  <a:gd name="connsiteX4" fmla="*/ 23541 w 43326"/>
                  <a:gd name="connsiteY4" fmla="*/ 77263 h 77262"/>
                  <a:gd name="connsiteX5" fmla="*/ 0 w 43326"/>
                  <a:gd name="connsiteY5" fmla="*/ 67873 h 772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326" h="77262">
                    <a:moveTo>
                      <a:pt x="0" y="67873"/>
                    </a:moveTo>
                    <a:lnTo>
                      <a:pt x="0" y="67873"/>
                    </a:lnTo>
                    <a:lnTo>
                      <a:pt x="18242" y="0"/>
                    </a:lnTo>
                    <a:lnTo>
                      <a:pt x="43326" y="3286"/>
                    </a:lnTo>
                    <a:lnTo>
                      <a:pt x="23541" y="77263"/>
                    </a:lnTo>
                    <a:lnTo>
                      <a:pt x="0" y="67873"/>
                    </a:ln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5" name="フリーフォーム: 図形 14">
                <a:extLst>
                  <a:ext uri="{FF2B5EF4-FFF2-40B4-BE49-F238E27FC236}">
                    <a16:creationId xmlns:a16="http://schemas.microsoft.com/office/drawing/2014/main" id="{43BF4EF8-8023-8897-A484-4FE499D52DA5}"/>
                  </a:ext>
                </a:extLst>
              </p:cNvPr>
              <p:cNvSpPr/>
              <p:nvPr/>
            </p:nvSpPr>
            <p:spPr>
              <a:xfrm>
                <a:off x="1634331" y="3157003"/>
                <a:ext cx="47350" cy="91950"/>
              </a:xfrm>
              <a:custGeom>
                <a:avLst/>
                <a:gdLst>
                  <a:gd name="connsiteX0" fmla="*/ 0 w 47350"/>
                  <a:gd name="connsiteY0" fmla="*/ 82360 h 91950"/>
                  <a:gd name="connsiteX1" fmla="*/ 0 w 47350"/>
                  <a:gd name="connsiteY1" fmla="*/ 82360 h 91950"/>
                  <a:gd name="connsiteX2" fmla="*/ 22267 w 47350"/>
                  <a:gd name="connsiteY2" fmla="*/ 0 h 91950"/>
                  <a:gd name="connsiteX3" fmla="*/ 47350 w 47350"/>
                  <a:gd name="connsiteY3" fmla="*/ 3286 h 91950"/>
                  <a:gd name="connsiteX4" fmla="*/ 23541 w 47350"/>
                  <a:gd name="connsiteY4" fmla="*/ 91950 h 91950"/>
                  <a:gd name="connsiteX5" fmla="*/ 0 w 47350"/>
                  <a:gd name="connsiteY5" fmla="*/ 82360 h 919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7350" h="91950">
                    <a:moveTo>
                      <a:pt x="0" y="82360"/>
                    </a:moveTo>
                    <a:lnTo>
                      <a:pt x="0" y="82360"/>
                    </a:lnTo>
                    <a:lnTo>
                      <a:pt x="22267" y="0"/>
                    </a:lnTo>
                    <a:lnTo>
                      <a:pt x="47350" y="3286"/>
                    </a:lnTo>
                    <a:lnTo>
                      <a:pt x="23541" y="91950"/>
                    </a:lnTo>
                    <a:lnTo>
                      <a:pt x="0" y="82360"/>
                    </a:ln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6" name="フリーフォーム: 図形 15">
                <a:extLst>
                  <a:ext uri="{FF2B5EF4-FFF2-40B4-BE49-F238E27FC236}">
                    <a16:creationId xmlns:a16="http://schemas.microsoft.com/office/drawing/2014/main" id="{73AC800D-4851-75BC-E7DC-7671A7B8B271}"/>
                  </a:ext>
                </a:extLst>
              </p:cNvPr>
              <p:cNvSpPr/>
              <p:nvPr/>
            </p:nvSpPr>
            <p:spPr>
              <a:xfrm>
                <a:off x="1690869" y="3165051"/>
                <a:ext cx="50904" cy="106638"/>
              </a:xfrm>
              <a:custGeom>
                <a:avLst/>
                <a:gdLst>
                  <a:gd name="connsiteX0" fmla="*/ 0 w 50904"/>
                  <a:gd name="connsiteY0" fmla="*/ 97316 h 106638"/>
                  <a:gd name="connsiteX1" fmla="*/ 0 w 50904"/>
                  <a:gd name="connsiteY1" fmla="*/ 97316 h 106638"/>
                  <a:gd name="connsiteX2" fmla="*/ 25821 w 50904"/>
                  <a:gd name="connsiteY2" fmla="*/ 0 h 106638"/>
                  <a:gd name="connsiteX3" fmla="*/ 50905 w 50904"/>
                  <a:gd name="connsiteY3" fmla="*/ 3555 h 106638"/>
                  <a:gd name="connsiteX4" fmla="*/ 23273 w 50904"/>
                  <a:gd name="connsiteY4" fmla="*/ 106638 h 106638"/>
                  <a:gd name="connsiteX5" fmla="*/ 0 w 50904"/>
                  <a:gd name="connsiteY5" fmla="*/ 97316 h 10663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0904" h="106638">
                    <a:moveTo>
                      <a:pt x="0" y="97316"/>
                    </a:moveTo>
                    <a:lnTo>
                      <a:pt x="0" y="97316"/>
                    </a:lnTo>
                    <a:lnTo>
                      <a:pt x="25821" y="0"/>
                    </a:lnTo>
                    <a:lnTo>
                      <a:pt x="50905" y="3555"/>
                    </a:lnTo>
                    <a:lnTo>
                      <a:pt x="23273" y="106638"/>
                    </a:lnTo>
                    <a:lnTo>
                      <a:pt x="0" y="97316"/>
                    </a:ln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7" name="フリーフォーム: 図形 16">
                <a:extLst>
                  <a:ext uri="{FF2B5EF4-FFF2-40B4-BE49-F238E27FC236}">
                    <a16:creationId xmlns:a16="http://schemas.microsoft.com/office/drawing/2014/main" id="{D6F23760-FC35-0F3F-A94A-BC9CA270F100}"/>
                  </a:ext>
                </a:extLst>
              </p:cNvPr>
              <p:cNvSpPr/>
              <p:nvPr/>
            </p:nvSpPr>
            <p:spPr>
              <a:xfrm>
                <a:off x="1747072" y="3173435"/>
                <a:ext cx="54995" cy="121326"/>
              </a:xfrm>
              <a:custGeom>
                <a:avLst/>
                <a:gdLst>
                  <a:gd name="connsiteX0" fmla="*/ 0 w 54995"/>
                  <a:gd name="connsiteY0" fmla="*/ 111736 h 121326"/>
                  <a:gd name="connsiteX1" fmla="*/ 0 w 54995"/>
                  <a:gd name="connsiteY1" fmla="*/ 111736 h 121326"/>
                  <a:gd name="connsiteX2" fmla="*/ 29912 w 54995"/>
                  <a:gd name="connsiteY2" fmla="*/ 0 h 121326"/>
                  <a:gd name="connsiteX3" fmla="*/ 54996 w 54995"/>
                  <a:gd name="connsiteY3" fmla="*/ 3555 h 121326"/>
                  <a:gd name="connsiteX4" fmla="*/ 23608 w 54995"/>
                  <a:gd name="connsiteY4" fmla="*/ 121326 h 121326"/>
                  <a:gd name="connsiteX5" fmla="*/ 0 w 54995"/>
                  <a:gd name="connsiteY5" fmla="*/ 111736 h 1213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4995" h="121326">
                    <a:moveTo>
                      <a:pt x="0" y="111736"/>
                    </a:moveTo>
                    <a:lnTo>
                      <a:pt x="0" y="111736"/>
                    </a:lnTo>
                    <a:lnTo>
                      <a:pt x="29912" y="0"/>
                    </a:lnTo>
                    <a:lnTo>
                      <a:pt x="54996" y="3555"/>
                    </a:lnTo>
                    <a:lnTo>
                      <a:pt x="23608" y="121326"/>
                    </a:lnTo>
                    <a:lnTo>
                      <a:pt x="0" y="111736"/>
                    </a:ln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8" name="フリーフォーム: 図形 17">
                <a:extLst>
                  <a:ext uri="{FF2B5EF4-FFF2-40B4-BE49-F238E27FC236}">
                    <a16:creationId xmlns:a16="http://schemas.microsoft.com/office/drawing/2014/main" id="{562259CF-C5F2-DEA5-EEC6-4F724E28DD4D}"/>
                  </a:ext>
                </a:extLst>
              </p:cNvPr>
              <p:cNvSpPr/>
              <p:nvPr/>
            </p:nvSpPr>
            <p:spPr>
              <a:xfrm>
                <a:off x="1803342" y="3181818"/>
                <a:ext cx="59020" cy="135813"/>
              </a:xfrm>
              <a:custGeom>
                <a:avLst/>
                <a:gdLst>
                  <a:gd name="connsiteX0" fmla="*/ 0 w 59020"/>
                  <a:gd name="connsiteY0" fmla="*/ 126155 h 135813"/>
                  <a:gd name="connsiteX1" fmla="*/ 0 w 59020"/>
                  <a:gd name="connsiteY1" fmla="*/ 126155 h 135813"/>
                  <a:gd name="connsiteX2" fmla="*/ 33937 w 59020"/>
                  <a:gd name="connsiteY2" fmla="*/ 0 h 135813"/>
                  <a:gd name="connsiteX3" fmla="*/ 59020 w 59020"/>
                  <a:gd name="connsiteY3" fmla="*/ 3555 h 135813"/>
                  <a:gd name="connsiteX4" fmla="*/ 23541 w 59020"/>
                  <a:gd name="connsiteY4" fmla="*/ 135813 h 135813"/>
                  <a:gd name="connsiteX5" fmla="*/ 0 w 59020"/>
                  <a:gd name="connsiteY5" fmla="*/ 126155 h 1358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9020" h="135813">
                    <a:moveTo>
                      <a:pt x="0" y="126155"/>
                    </a:moveTo>
                    <a:lnTo>
                      <a:pt x="0" y="126155"/>
                    </a:lnTo>
                    <a:lnTo>
                      <a:pt x="33937" y="0"/>
                    </a:lnTo>
                    <a:lnTo>
                      <a:pt x="59020" y="3555"/>
                    </a:lnTo>
                    <a:lnTo>
                      <a:pt x="23541" y="135813"/>
                    </a:lnTo>
                    <a:lnTo>
                      <a:pt x="0" y="126155"/>
                    </a:ln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9" name="フリーフォーム: 図形 18">
                <a:extLst>
                  <a:ext uri="{FF2B5EF4-FFF2-40B4-BE49-F238E27FC236}">
                    <a16:creationId xmlns:a16="http://schemas.microsoft.com/office/drawing/2014/main" id="{74CB468B-A858-7AF0-2CFE-BC67B7EDC441}"/>
                  </a:ext>
                </a:extLst>
              </p:cNvPr>
              <p:cNvSpPr/>
              <p:nvPr/>
            </p:nvSpPr>
            <p:spPr>
              <a:xfrm>
                <a:off x="1859814" y="3190202"/>
                <a:ext cx="62574" cy="150232"/>
              </a:xfrm>
              <a:custGeom>
                <a:avLst/>
                <a:gdLst>
                  <a:gd name="connsiteX0" fmla="*/ 0 w 62574"/>
                  <a:gd name="connsiteY0" fmla="*/ 140843 h 150232"/>
                  <a:gd name="connsiteX1" fmla="*/ 0 w 62574"/>
                  <a:gd name="connsiteY1" fmla="*/ 140843 h 150232"/>
                  <a:gd name="connsiteX2" fmla="*/ 37759 w 62574"/>
                  <a:gd name="connsiteY2" fmla="*/ 0 h 150232"/>
                  <a:gd name="connsiteX3" fmla="*/ 62574 w 62574"/>
                  <a:gd name="connsiteY3" fmla="*/ 3555 h 150232"/>
                  <a:gd name="connsiteX4" fmla="*/ 23340 w 62574"/>
                  <a:gd name="connsiteY4" fmla="*/ 150233 h 150232"/>
                  <a:gd name="connsiteX5" fmla="*/ 0 w 62574"/>
                  <a:gd name="connsiteY5" fmla="*/ 140843 h 1502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2574" h="150232">
                    <a:moveTo>
                      <a:pt x="0" y="140843"/>
                    </a:moveTo>
                    <a:lnTo>
                      <a:pt x="0" y="140843"/>
                    </a:lnTo>
                    <a:lnTo>
                      <a:pt x="37759" y="0"/>
                    </a:lnTo>
                    <a:lnTo>
                      <a:pt x="62574" y="3555"/>
                    </a:lnTo>
                    <a:lnTo>
                      <a:pt x="23340" y="150233"/>
                    </a:lnTo>
                    <a:lnTo>
                      <a:pt x="0" y="140843"/>
                    </a:lnTo>
                    <a:close/>
                  </a:path>
                </a:pathLst>
              </a:custGeom>
              <a:solidFill>
                <a:srgbClr val="000000"/>
              </a:solidFill>
              <a:ln w="67051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</p:grp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E7F9FB37-F088-A300-5083-63BCE8F6AEF0}"/>
              </a:ext>
            </a:extLst>
          </p:cNvPr>
          <p:cNvGrpSpPr/>
          <p:nvPr/>
        </p:nvGrpSpPr>
        <p:grpSpPr>
          <a:xfrm>
            <a:off x="3460954" y="5087728"/>
            <a:ext cx="3842865" cy="2308736"/>
            <a:chOff x="1966914" y="1784713"/>
            <a:chExt cx="2352150" cy="1413137"/>
          </a:xfrm>
        </p:grpSpPr>
        <p:sp>
          <p:nvSpPr>
            <p:cNvPr id="30" name="フリーフォーム: 図形 29">
              <a:extLst>
                <a:ext uri="{FF2B5EF4-FFF2-40B4-BE49-F238E27FC236}">
                  <a16:creationId xmlns:a16="http://schemas.microsoft.com/office/drawing/2014/main" id="{D5F91FF9-F926-31AA-C2F7-3436BDE6A373}"/>
                </a:ext>
              </a:extLst>
            </p:cNvPr>
            <p:cNvSpPr/>
            <p:nvPr/>
          </p:nvSpPr>
          <p:spPr>
            <a:xfrm>
              <a:off x="3467236" y="2225902"/>
              <a:ext cx="102753" cy="111165"/>
            </a:xfrm>
            <a:custGeom>
              <a:avLst/>
              <a:gdLst>
                <a:gd name="connsiteX0" fmla="*/ 0 w 59986"/>
                <a:gd name="connsiteY0" fmla="*/ 33269 h 64897"/>
                <a:gd name="connsiteX1" fmla="*/ 8386 w 59986"/>
                <a:gd name="connsiteY1" fmla="*/ 8828 h 64897"/>
                <a:gd name="connsiteX2" fmla="*/ 30028 w 59986"/>
                <a:gd name="connsiteY2" fmla="*/ 0 h 64897"/>
                <a:gd name="connsiteX3" fmla="*/ 45683 w 59986"/>
                <a:gd name="connsiteY3" fmla="*/ 4152 h 64897"/>
                <a:gd name="connsiteX4" fmla="*/ 56318 w 59986"/>
                <a:gd name="connsiteY4" fmla="*/ 15724 h 64897"/>
                <a:gd name="connsiteX5" fmla="*/ 59987 w 59986"/>
                <a:gd name="connsiteY5" fmla="*/ 32552 h 64897"/>
                <a:gd name="connsiteX6" fmla="*/ 56139 w 59986"/>
                <a:gd name="connsiteY6" fmla="*/ 49614 h 64897"/>
                <a:gd name="connsiteX7" fmla="*/ 45228 w 59986"/>
                <a:gd name="connsiteY7" fmla="*/ 61021 h 64897"/>
                <a:gd name="connsiteX8" fmla="*/ 30000 w 59986"/>
                <a:gd name="connsiteY8" fmla="*/ 64897 h 64897"/>
                <a:gd name="connsiteX9" fmla="*/ 14193 w 59986"/>
                <a:gd name="connsiteY9" fmla="*/ 60621 h 64897"/>
                <a:gd name="connsiteX10" fmla="*/ 3614 w 59986"/>
                <a:gd name="connsiteY10" fmla="*/ 48939 h 64897"/>
                <a:gd name="connsiteX11" fmla="*/ 0 w 59986"/>
                <a:gd name="connsiteY11" fmla="*/ 33269 h 64897"/>
                <a:gd name="connsiteX12" fmla="*/ 8566 w 59986"/>
                <a:gd name="connsiteY12" fmla="*/ 33407 h 64897"/>
                <a:gd name="connsiteX13" fmla="*/ 14648 w 59986"/>
                <a:gd name="connsiteY13" fmla="*/ 51270 h 64897"/>
                <a:gd name="connsiteX14" fmla="*/ 29931 w 59986"/>
                <a:gd name="connsiteY14" fmla="*/ 57794 h 64897"/>
                <a:gd name="connsiteX15" fmla="*/ 45352 w 59986"/>
                <a:gd name="connsiteY15" fmla="*/ 51201 h 64897"/>
                <a:gd name="connsiteX16" fmla="*/ 51394 w 59986"/>
                <a:gd name="connsiteY16" fmla="*/ 32511 h 64897"/>
                <a:gd name="connsiteX17" fmla="*/ 48801 w 59986"/>
                <a:gd name="connsiteY17" fmla="*/ 19145 h 64897"/>
                <a:gd name="connsiteX18" fmla="*/ 41228 w 59986"/>
                <a:gd name="connsiteY18" fmla="*/ 10290 h 64897"/>
                <a:gd name="connsiteX19" fmla="*/ 30042 w 59986"/>
                <a:gd name="connsiteY19" fmla="*/ 7145 h 64897"/>
                <a:gd name="connsiteX20" fmla="*/ 14869 w 59986"/>
                <a:gd name="connsiteY20" fmla="*/ 13186 h 64897"/>
                <a:gd name="connsiteX21" fmla="*/ 8566 w 59986"/>
                <a:gd name="connsiteY21" fmla="*/ 33407 h 64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9986" h="64897">
                  <a:moveTo>
                    <a:pt x="0" y="33269"/>
                  </a:moveTo>
                  <a:cubicBezTo>
                    <a:pt x="0" y="22869"/>
                    <a:pt x="2800" y="14717"/>
                    <a:pt x="8386" y="8828"/>
                  </a:cubicBezTo>
                  <a:cubicBezTo>
                    <a:pt x="13973" y="2938"/>
                    <a:pt x="21187" y="0"/>
                    <a:pt x="30028" y="0"/>
                  </a:cubicBezTo>
                  <a:cubicBezTo>
                    <a:pt x="35807" y="0"/>
                    <a:pt x="41035" y="1379"/>
                    <a:pt x="45683" y="4152"/>
                  </a:cubicBezTo>
                  <a:cubicBezTo>
                    <a:pt x="50332" y="6924"/>
                    <a:pt x="53877" y="10773"/>
                    <a:pt x="56318" y="15724"/>
                  </a:cubicBezTo>
                  <a:cubicBezTo>
                    <a:pt x="58760" y="20676"/>
                    <a:pt x="59987" y="26290"/>
                    <a:pt x="59987" y="32552"/>
                  </a:cubicBezTo>
                  <a:cubicBezTo>
                    <a:pt x="59987" y="38911"/>
                    <a:pt x="58690" y="44607"/>
                    <a:pt x="56139" y="49614"/>
                  </a:cubicBezTo>
                  <a:cubicBezTo>
                    <a:pt x="53559" y="54635"/>
                    <a:pt x="49932" y="58442"/>
                    <a:pt x="45228" y="61021"/>
                  </a:cubicBezTo>
                  <a:cubicBezTo>
                    <a:pt x="40525" y="63601"/>
                    <a:pt x="35449" y="64897"/>
                    <a:pt x="30000" y="64897"/>
                  </a:cubicBezTo>
                  <a:cubicBezTo>
                    <a:pt x="24097" y="64897"/>
                    <a:pt x="18828" y="63463"/>
                    <a:pt x="14193" y="60621"/>
                  </a:cubicBezTo>
                  <a:cubicBezTo>
                    <a:pt x="9531" y="57766"/>
                    <a:pt x="6014" y="53877"/>
                    <a:pt x="3614" y="48939"/>
                  </a:cubicBezTo>
                  <a:cubicBezTo>
                    <a:pt x="1186" y="44001"/>
                    <a:pt x="0" y="38773"/>
                    <a:pt x="0" y="33269"/>
                  </a:cubicBezTo>
                  <a:close/>
                  <a:moveTo>
                    <a:pt x="8566" y="33407"/>
                  </a:moveTo>
                  <a:cubicBezTo>
                    <a:pt x="8566" y="40966"/>
                    <a:pt x="10579" y="46911"/>
                    <a:pt x="14648" y="51270"/>
                  </a:cubicBezTo>
                  <a:cubicBezTo>
                    <a:pt x="18718" y="55628"/>
                    <a:pt x="23807" y="57794"/>
                    <a:pt x="29931" y="57794"/>
                  </a:cubicBezTo>
                  <a:cubicBezTo>
                    <a:pt x="36180" y="57794"/>
                    <a:pt x="41325" y="55601"/>
                    <a:pt x="45352" y="51201"/>
                  </a:cubicBezTo>
                  <a:cubicBezTo>
                    <a:pt x="49394" y="46814"/>
                    <a:pt x="51394" y="40580"/>
                    <a:pt x="51394" y="32511"/>
                  </a:cubicBezTo>
                  <a:cubicBezTo>
                    <a:pt x="51394" y="27407"/>
                    <a:pt x="50525" y="22952"/>
                    <a:pt x="48801" y="19145"/>
                  </a:cubicBezTo>
                  <a:cubicBezTo>
                    <a:pt x="47077" y="15338"/>
                    <a:pt x="44552" y="12386"/>
                    <a:pt x="41228" y="10290"/>
                  </a:cubicBezTo>
                  <a:cubicBezTo>
                    <a:pt x="37918" y="8193"/>
                    <a:pt x="34180" y="7145"/>
                    <a:pt x="30042" y="7145"/>
                  </a:cubicBezTo>
                  <a:cubicBezTo>
                    <a:pt x="24166" y="7145"/>
                    <a:pt x="19104" y="9159"/>
                    <a:pt x="14869" y="13186"/>
                  </a:cubicBezTo>
                  <a:cubicBezTo>
                    <a:pt x="10676" y="17228"/>
                    <a:pt x="8566" y="23973"/>
                    <a:pt x="8566" y="33407"/>
                  </a:cubicBezTo>
                  <a:close/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1" name="フリーフォーム: 図形 30">
              <a:extLst>
                <a:ext uri="{FF2B5EF4-FFF2-40B4-BE49-F238E27FC236}">
                  <a16:creationId xmlns:a16="http://schemas.microsoft.com/office/drawing/2014/main" id="{4D82F9D4-D35C-C6F0-DD0C-D59D2F38BB6B}"/>
                </a:ext>
              </a:extLst>
            </p:cNvPr>
            <p:cNvSpPr/>
            <p:nvPr/>
          </p:nvSpPr>
          <p:spPr>
            <a:xfrm>
              <a:off x="3557018" y="2351385"/>
              <a:ext cx="241729" cy="405252"/>
            </a:xfrm>
            <a:custGeom>
              <a:avLst/>
              <a:gdLst>
                <a:gd name="connsiteX0" fmla="*/ 141119 w 141119"/>
                <a:gd name="connsiteY0" fmla="*/ 231341 h 236582"/>
                <a:gd name="connsiteX1" fmla="*/ 138484 w 141119"/>
                <a:gd name="connsiteY1" fmla="*/ 236582 h 236582"/>
                <a:gd name="connsiteX2" fmla="*/ 129050 w 141119"/>
                <a:gd name="connsiteY2" fmla="*/ 228182 h 236582"/>
                <a:gd name="connsiteX3" fmla="*/ 0 w 141119"/>
                <a:gd name="connsiteY3" fmla="*/ 4193 h 236582"/>
                <a:gd name="connsiteX4" fmla="*/ 7876 w 141119"/>
                <a:gd name="connsiteY4" fmla="*/ 0 h 236582"/>
                <a:gd name="connsiteX5" fmla="*/ 141119 w 141119"/>
                <a:gd name="connsiteY5" fmla="*/ 231341 h 2365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1119" h="236582">
                  <a:moveTo>
                    <a:pt x="141119" y="231341"/>
                  </a:moveTo>
                  <a:lnTo>
                    <a:pt x="138484" y="236582"/>
                  </a:lnTo>
                  <a:lnTo>
                    <a:pt x="129050" y="228182"/>
                  </a:lnTo>
                  <a:lnTo>
                    <a:pt x="0" y="4193"/>
                  </a:lnTo>
                  <a:lnTo>
                    <a:pt x="7876" y="0"/>
                  </a:lnTo>
                  <a:lnTo>
                    <a:pt x="141119" y="231341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2" name="フリーフォーム: 図形 31">
              <a:extLst>
                <a:ext uri="{FF2B5EF4-FFF2-40B4-BE49-F238E27FC236}">
                  <a16:creationId xmlns:a16="http://schemas.microsoft.com/office/drawing/2014/main" id="{BB857CDC-729F-B3BD-DB4A-A8C73E2FFEFA}"/>
                </a:ext>
              </a:extLst>
            </p:cNvPr>
            <p:cNvSpPr/>
            <p:nvPr/>
          </p:nvSpPr>
          <p:spPr>
            <a:xfrm>
              <a:off x="3256616" y="2571187"/>
              <a:ext cx="537621" cy="190837"/>
            </a:xfrm>
            <a:custGeom>
              <a:avLst/>
              <a:gdLst>
                <a:gd name="connsiteX0" fmla="*/ 46690 w 310541"/>
                <a:gd name="connsiteY0" fmla="*/ 62953 h 118553"/>
                <a:gd name="connsiteX1" fmla="*/ 0 w 310541"/>
                <a:gd name="connsiteY1" fmla="*/ 26235 h 118553"/>
                <a:gd name="connsiteX2" fmla="*/ 4193 w 310541"/>
                <a:gd name="connsiteY2" fmla="*/ 0 h 118553"/>
                <a:gd name="connsiteX3" fmla="*/ 301107 w 310541"/>
                <a:gd name="connsiteY3" fmla="*/ 107008 h 118553"/>
                <a:gd name="connsiteX4" fmla="*/ 310542 w 310541"/>
                <a:gd name="connsiteY4" fmla="*/ 115408 h 118553"/>
                <a:gd name="connsiteX5" fmla="*/ 306349 w 310541"/>
                <a:gd name="connsiteY5" fmla="*/ 118553 h 118553"/>
                <a:gd name="connsiteX6" fmla="*/ 46690 w 310541"/>
                <a:gd name="connsiteY6" fmla="*/ 62953 h 118553"/>
                <a:gd name="connsiteX0" fmla="*/ 42497 w 306349"/>
                <a:gd name="connsiteY0" fmla="*/ 62953 h 118553"/>
                <a:gd name="connsiteX1" fmla="*/ 0 w 306349"/>
                <a:gd name="connsiteY1" fmla="*/ 0 h 118553"/>
                <a:gd name="connsiteX2" fmla="*/ 296914 w 306349"/>
                <a:gd name="connsiteY2" fmla="*/ 107008 h 118553"/>
                <a:gd name="connsiteX3" fmla="*/ 306349 w 306349"/>
                <a:gd name="connsiteY3" fmla="*/ 115408 h 118553"/>
                <a:gd name="connsiteX4" fmla="*/ 302156 w 306349"/>
                <a:gd name="connsiteY4" fmla="*/ 118553 h 118553"/>
                <a:gd name="connsiteX5" fmla="*/ 42497 w 306349"/>
                <a:gd name="connsiteY5" fmla="*/ 62953 h 118553"/>
                <a:gd name="connsiteX0" fmla="*/ 50006 w 313858"/>
                <a:gd name="connsiteY0" fmla="*/ 62953 h 118553"/>
                <a:gd name="connsiteX1" fmla="*/ 7509 w 313858"/>
                <a:gd name="connsiteY1" fmla="*/ 0 h 118553"/>
                <a:gd name="connsiteX2" fmla="*/ 304423 w 313858"/>
                <a:gd name="connsiteY2" fmla="*/ 107008 h 118553"/>
                <a:gd name="connsiteX3" fmla="*/ 313858 w 313858"/>
                <a:gd name="connsiteY3" fmla="*/ 115408 h 118553"/>
                <a:gd name="connsiteX4" fmla="*/ 309665 w 313858"/>
                <a:gd name="connsiteY4" fmla="*/ 118553 h 118553"/>
                <a:gd name="connsiteX5" fmla="*/ 0 w 313858"/>
                <a:gd name="connsiteY5" fmla="*/ 43903 h 118553"/>
                <a:gd name="connsiteX0" fmla="*/ 7509 w 313858"/>
                <a:gd name="connsiteY0" fmla="*/ 0 h 118553"/>
                <a:gd name="connsiteX1" fmla="*/ 304423 w 313858"/>
                <a:gd name="connsiteY1" fmla="*/ 107008 h 118553"/>
                <a:gd name="connsiteX2" fmla="*/ 313858 w 313858"/>
                <a:gd name="connsiteY2" fmla="*/ 115408 h 118553"/>
                <a:gd name="connsiteX3" fmla="*/ 309665 w 313858"/>
                <a:gd name="connsiteY3" fmla="*/ 118553 h 118553"/>
                <a:gd name="connsiteX4" fmla="*/ 0 w 313858"/>
                <a:gd name="connsiteY4" fmla="*/ 43903 h 118553"/>
                <a:gd name="connsiteX0" fmla="*/ 7509 w 313858"/>
                <a:gd name="connsiteY0" fmla="*/ 0 h 111409"/>
                <a:gd name="connsiteX1" fmla="*/ 304423 w 313858"/>
                <a:gd name="connsiteY1" fmla="*/ 99864 h 111409"/>
                <a:gd name="connsiteX2" fmla="*/ 313858 w 313858"/>
                <a:gd name="connsiteY2" fmla="*/ 108264 h 111409"/>
                <a:gd name="connsiteX3" fmla="*/ 309665 w 313858"/>
                <a:gd name="connsiteY3" fmla="*/ 111409 h 111409"/>
                <a:gd name="connsiteX4" fmla="*/ 0 w 313858"/>
                <a:gd name="connsiteY4" fmla="*/ 36759 h 111409"/>
                <a:gd name="connsiteX0" fmla="*/ 3338 w 313858"/>
                <a:gd name="connsiteY0" fmla="*/ 0 h 111409"/>
                <a:gd name="connsiteX1" fmla="*/ 304423 w 313858"/>
                <a:gd name="connsiteY1" fmla="*/ 99864 h 111409"/>
                <a:gd name="connsiteX2" fmla="*/ 313858 w 313858"/>
                <a:gd name="connsiteY2" fmla="*/ 108264 h 111409"/>
                <a:gd name="connsiteX3" fmla="*/ 309665 w 313858"/>
                <a:gd name="connsiteY3" fmla="*/ 111409 h 111409"/>
                <a:gd name="connsiteX4" fmla="*/ 0 w 313858"/>
                <a:gd name="connsiteY4" fmla="*/ 36759 h 1114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13858" h="111409">
                  <a:moveTo>
                    <a:pt x="3338" y="0"/>
                  </a:moveTo>
                  <a:lnTo>
                    <a:pt x="304423" y="99864"/>
                  </a:lnTo>
                  <a:lnTo>
                    <a:pt x="313858" y="108264"/>
                  </a:lnTo>
                  <a:lnTo>
                    <a:pt x="309665" y="111409"/>
                  </a:lnTo>
                  <a:lnTo>
                    <a:pt x="0" y="36759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3" name="フリーフォーム: 図形 32">
              <a:extLst>
                <a:ext uri="{FF2B5EF4-FFF2-40B4-BE49-F238E27FC236}">
                  <a16:creationId xmlns:a16="http://schemas.microsoft.com/office/drawing/2014/main" id="{FB0577C8-D187-A0D7-A380-71E19BA59B1C}"/>
                </a:ext>
              </a:extLst>
            </p:cNvPr>
            <p:cNvSpPr/>
            <p:nvPr/>
          </p:nvSpPr>
          <p:spPr>
            <a:xfrm>
              <a:off x="2447280" y="2275901"/>
              <a:ext cx="317758" cy="524431"/>
            </a:xfrm>
            <a:custGeom>
              <a:avLst/>
              <a:gdLst>
                <a:gd name="connsiteX0" fmla="*/ 178361 w 178360"/>
                <a:gd name="connsiteY0" fmla="*/ 257576 h 280651"/>
                <a:gd name="connsiteX1" fmla="*/ 162099 w 178360"/>
                <a:gd name="connsiteY1" fmla="*/ 280652 h 280651"/>
                <a:gd name="connsiteX2" fmla="*/ 126953 w 178360"/>
                <a:gd name="connsiteY2" fmla="*/ 268059 h 280651"/>
                <a:gd name="connsiteX3" fmla="*/ 0 w 178360"/>
                <a:gd name="connsiteY3" fmla="*/ 6304 h 280651"/>
                <a:gd name="connsiteX4" fmla="*/ 1586 w 178360"/>
                <a:gd name="connsiteY4" fmla="*/ 0 h 280651"/>
                <a:gd name="connsiteX5" fmla="*/ 12069 w 178360"/>
                <a:gd name="connsiteY5" fmla="*/ 7352 h 280651"/>
                <a:gd name="connsiteX6" fmla="*/ 178361 w 178360"/>
                <a:gd name="connsiteY6" fmla="*/ 257576 h 280651"/>
                <a:gd name="connsiteX0" fmla="*/ 178361 w 178361"/>
                <a:gd name="connsiteY0" fmla="*/ 257576 h 280652"/>
                <a:gd name="connsiteX1" fmla="*/ 162099 w 178361"/>
                <a:gd name="connsiteY1" fmla="*/ 280652 h 280652"/>
                <a:gd name="connsiteX2" fmla="*/ 126953 w 178361"/>
                <a:gd name="connsiteY2" fmla="*/ 268059 h 280652"/>
                <a:gd name="connsiteX3" fmla="*/ 0 w 178361"/>
                <a:gd name="connsiteY3" fmla="*/ 6304 h 280652"/>
                <a:gd name="connsiteX4" fmla="*/ 1586 w 178361"/>
                <a:gd name="connsiteY4" fmla="*/ 0 h 280652"/>
                <a:gd name="connsiteX5" fmla="*/ 12069 w 178361"/>
                <a:gd name="connsiteY5" fmla="*/ 7352 h 280652"/>
                <a:gd name="connsiteX6" fmla="*/ 178361 w 178361"/>
                <a:gd name="connsiteY6" fmla="*/ 274244 h 280652"/>
                <a:gd name="connsiteX0" fmla="*/ 178361 w 178361"/>
                <a:gd name="connsiteY0" fmla="*/ 257576 h 299015"/>
                <a:gd name="connsiteX1" fmla="*/ 162099 w 178361"/>
                <a:gd name="connsiteY1" fmla="*/ 280652 h 299015"/>
                <a:gd name="connsiteX2" fmla="*/ 136478 w 178361"/>
                <a:gd name="connsiteY2" fmla="*/ 299015 h 299015"/>
                <a:gd name="connsiteX3" fmla="*/ 0 w 178361"/>
                <a:gd name="connsiteY3" fmla="*/ 6304 h 299015"/>
                <a:gd name="connsiteX4" fmla="*/ 1586 w 178361"/>
                <a:gd name="connsiteY4" fmla="*/ 0 h 299015"/>
                <a:gd name="connsiteX5" fmla="*/ 12069 w 178361"/>
                <a:gd name="connsiteY5" fmla="*/ 7352 h 299015"/>
                <a:gd name="connsiteX6" fmla="*/ 178361 w 178361"/>
                <a:gd name="connsiteY6" fmla="*/ 274244 h 299015"/>
                <a:gd name="connsiteX0" fmla="*/ 178361 w 183123"/>
                <a:gd name="connsiteY0" fmla="*/ 257576 h 299015"/>
                <a:gd name="connsiteX1" fmla="*/ 162099 w 183123"/>
                <a:gd name="connsiteY1" fmla="*/ 280652 h 299015"/>
                <a:gd name="connsiteX2" fmla="*/ 136478 w 183123"/>
                <a:gd name="connsiteY2" fmla="*/ 299015 h 299015"/>
                <a:gd name="connsiteX3" fmla="*/ 0 w 183123"/>
                <a:gd name="connsiteY3" fmla="*/ 6304 h 299015"/>
                <a:gd name="connsiteX4" fmla="*/ 1586 w 183123"/>
                <a:gd name="connsiteY4" fmla="*/ 0 h 299015"/>
                <a:gd name="connsiteX5" fmla="*/ 12069 w 183123"/>
                <a:gd name="connsiteY5" fmla="*/ 7352 h 299015"/>
                <a:gd name="connsiteX6" fmla="*/ 183123 w 183123"/>
                <a:gd name="connsiteY6" fmla="*/ 286151 h 299015"/>
                <a:gd name="connsiteX0" fmla="*/ 162099 w 183123"/>
                <a:gd name="connsiteY0" fmla="*/ 280652 h 299015"/>
                <a:gd name="connsiteX1" fmla="*/ 136478 w 183123"/>
                <a:gd name="connsiteY1" fmla="*/ 299015 h 299015"/>
                <a:gd name="connsiteX2" fmla="*/ 0 w 183123"/>
                <a:gd name="connsiteY2" fmla="*/ 6304 h 299015"/>
                <a:gd name="connsiteX3" fmla="*/ 1586 w 183123"/>
                <a:gd name="connsiteY3" fmla="*/ 0 h 299015"/>
                <a:gd name="connsiteX4" fmla="*/ 12069 w 183123"/>
                <a:gd name="connsiteY4" fmla="*/ 7352 h 299015"/>
                <a:gd name="connsiteX5" fmla="*/ 183123 w 183123"/>
                <a:gd name="connsiteY5" fmla="*/ 286151 h 299015"/>
                <a:gd name="connsiteX0" fmla="*/ 136478 w 183123"/>
                <a:gd name="connsiteY0" fmla="*/ 299015 h 299015"/>
                <a:gd name="connsiteX1" fmla="*/ 0 w 183123"/>
                <a:gd name="connsiteY1" fmla="*/ 6304 h 299015"/>
                <a:gd name="connsiteX2" fmla="*/ 1586 w 183123"/>
                <a:gd name="connsiteY2" fmla="*/ 0 h 299015"/>
                <a:gd name="connsiteX3" fmla="*/ 12069 w 183123"/>
                <a:gd name="connsiteY3" fmla="*/ 7352 h 299015"/>
                <a:gd name="connsiteX4" fmla="*/ 183123 w 183123"/>
                <a:gd name="connsiteY4" fmla="*/ 286151 h 299015"/>
                <a:gd name="connsiteX0" fmla="*/ 143622 w 183123"/>
                <a:gd name="connsiteY0" fmla="*/ 306158 h 306158"/>
                <a:gd name="connsiteX1" fmla="*/ 0 w 183123"/>
                <a:gd name="connsiteY1" fmla="*/ 6304 h 306158"/>
                <a:gd name="connsiteX2" fmla="*/ 1586 w 183123"/>
                <a:gd name="connsiteY2" fmla="*/ 0 h 306158"/>
                <a:gd name="connsiteX3" fmla="*/ 12069 w 183123"/>
                <a:gd name="connsiteY3" fmla="*/ 7352 h 306158"/>
                <a:gd name="connsiteX4" fmla="*/ 183123 w 183123"/>
                <a:gd name="connsiteY4" fmla="*/ 286151 h 306158"/>
                <a:gd name="connsiteX0" fmla="*/ 143622 w 185504"/>
                <a:gd name="connsiteY0" fmla="*/ 306158 h 306158"/>
                <a:gd name="connsiteX1" fmla="*/ 0 w 185504"/>
                <a:gd name="connsiteY1" fmla="*/ 6304 h 306158"/>
                <a:gd name="connsiteX2" fmla="*/ 1586 w 185504"/>
                <a:gd name="connsiteY2" fmla="*/ 0 h 306158"/>
                <a:gd name="connsiteX3" fmla="*/ 12069 w 185504"/>
                <a:gd name="connsiteY3" fmla="*/ 7352 h 306158"/>
                <a:gd name="connsiteX4" fmla="*/ 185504 w 185504"/>
                <a:gd name="connsiteY4" fmla="*/ 293295 h 306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85504" h="306158">
                  <a:moveTo>
                    <a:pt x="143622" y="306158"/>
                  </a:moveTo>
                  <a:lnTo>
                    <a:pt x="0" y="6304"/>
                  </a:lnTo>
                  <a:lnTo>
                    <a:pt x="1586" y="0"/>
                  </a:lnTo>
                  <a:lnTo>
                    <a:pt x="12069" y="7352"/>
                  </a:lnTo>
                  <a:cubicBezTo>
                    <a:pt x="67500" y="90760"/>
                    <a:pt x="130073" y="209887"/>
                    <a:pt x="185504" y="293295"/>
                  </a:cubicBez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4" name="フリーフォーム: 図形 33">
              <a:extLst>
                <a:ext uri="{FF2B5EF4-FFF2-40B4-BE49-F238E27FC236}">
                  <a16:creationId xmlns:a16="http://schemas.microsoft.com/office/drawing/2014/main" id="{341D6F56-D5BC-AB08-7396-4C3B0EE47F3E}"/>
                </a:ext>
              </a:extLst>
            </p:cNvPr>
            <p:cNvSpPr/>
            <p:nvPr/>
          </p:nvSpPr>
          <p:spPr>
            <a:xfrm>
              <a:off x="2449995" y="2270511"/>
              <a:ext cx="533736" cy="164444"/>
            </a:xfrm>
            <a:custGeom>
              <a:avLst/>
              <a:gdLst>
                <a:gd name="connsiteX0" fmla="*/ 285893 w 311590"/>
                <a:gd name="connsiteY0" fmla="*/ 80787 h 96001"/>
                <a:gd name="connsiteX1" fmla="*/ 311590 w 311590"/>
                <a:gd name="connsiteY1" fmla="*/ 92843 h 96001"/>
                <a:gd name="connsiteX2" fmla="*/ 306873 w 311590"/>
                <a:gd name="connsiteY2" fmla="*/ 96001 h 96001"/>
                <a:gd name="connsiteX3" fmla="*/ 10483 w 311590"/>
                <a:gd name="connsiteY3" fmla="*/ 10497 h 96001"/>
                <a:gd name="connsiteX4" fmla="*/ 0 w 311590"/>
                <a:gd name="connsiteY4" fmla="*/ 3145 h 96001"/>
                <a:gd name="connsiteX5" fmla="*/ 4717 w 311590"/>
                <a:gd name="connsiteY5" fmla="*/ 0 h 96001"/>
                <a:gd name="connsiteX6" fmla="*/ 285893 w 311590"/>
                <a:gd name="connsiteY6" fmla="*/ 80787 h 9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11590" h="96001">
                  <a:moveTo>
                    <a:pt x="285893" y="80787"/>
                  </a:moveTo>
                  <a:lnTo>
                    <a:pt x="311590" y="92843"/>
                  </a:lnTo>
                  <a:lnTo>
                    <a:pt x="306873" y="96001"/>
                  </a:lnTo>
                  <a:lnTo>
                    <a:pt x="10483" y="10497"/>
                  </a:lnTo>
                  <a:lnTo>
                    <a:pt x="0" y="3145"/>
                  </a:lnTo>
                  <a:lnTo>
                    <a:pt x="4717" y="0"/>
                  </a:lnTo>
                  <a:lnTo>
                    <a:pt x="285893" y="80787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5" name="フリーフォーム: 図形 34">
              <a:extLst>
                <a:ext uri="{FF2B5EF4-FFF2-40B4-BE49-F238E27FC236}">
                  <a16:creationId xmlns:a16="http://schemas.microsoft.com/office/drawing/2014/main" id="{EF6A8466-2804-D4AB-4662-4765C2ECF0A9}"/>
                </a:ext>
              </a:extLst>
            </p:cNvPr>
            <p:cNvSpPr/>
            <p:nvPr/>
          </p:nvSpPr>
          <p:spPr>
            <a:xfrm>
              <a:off x="2983731" y="2352283"/>
              <a:ext cx="240830" cy="82670"/>
            </a:xfrm>
            <a:custGeom>
              <a:avLst/>
              <a:gdLst>
                <a:gd name="connsiteX0" fmla="*/ 4193 w 140594"/>
                <a:gd name="connsiteY0" fmla="*/ 48263 h 48262"/>
                <a:gd name="connsiteX1" fmla="*/ 0 w 140594"/>
                <a:gd name="connsiteY1" fmla="*/ 45104 h 48262"/>
                <a:gd name="connsiteX2" fmla="*/ 524 w 140594"/>
                <a:gd name="connsiteY2" fmla="*/ 40387 h 48262"/>
                <a:gd name="connsiteX3" fmla="*/ 140595 w 140594"/>
                <a:gd name="connsiteY3" fmla="*/ 0 h 48262"/>
                <a:gd name="connsiteX4" fmla="*/ 140595 w 140594"/>
                <a:gd name="connsiteY4" fmla="*/ 8910 h 48262"/>
                <a:gd name="connsiteX5" fmla="*/ 4193 w 140594"/>
                <a:gd name="connsiteY5" fmla="*/ 48263 h 482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0594" h="48262">
                  <a:moveTo>
                    <a:pt x="4193" y="48263"/>
                  </a:moveTo>
                  <a:lnTo>
                    <a:pt x="0" y="45104"/>
                  </a:lnTo>
                  <a:lnTo>
                    <a:pt x="524" y="40387"/>
                  </a:lnTo>
                  <a:lnTo>
                    <a:pt x="140595" y="0"/>
                  </a:lnTo>
                  <a:lnTo>
                    <a:pt x="140595" y="8910"/>
                  </a:lnTo>
                  <a:lnTo>
                    <a:pt x="4193" y="48263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6" name="フリーフォーム: 図形 35">
              <a:extLst>
                <a:ext uri="{FF2B5EF4-FFF2-40B4-BE49-F238E27FC236}">
                  <a16:creationId xmlns:a16="http://schemas.microsoft.com/office/drawing/2014/main" id="{E12D3ECF-0E47-FD20-D9FF-CB3E6120BBE5}"/>
                </a:ext>
              </a:extLst>
            </p:cNvPr>
            <p:cNvSpPr/>
            <p:nvPr/>
          </p:nvSpPr>
          <p:spPr>
            <a:xfrm>
              <a:off x="3300027" y="2292082"/>
              <a:ext cx="140179" cy="53917"/>
            </a:xfrm>
            <a:custGeom>
              <a:avLst/>
              <a:gdLst>
                <a:gd name="connsiteX0" fmla="*/ 79215 w 81835"/>
                <a:gd name="connsiteY0" fmla="*/ 0 h 31476"/>
                <a:gd name="connsiteX1" fmla="*/ 81836 w 81835"/>
                <a:gd name="connsiteY1" fmla="*/ 8386 h 31476"/>
                <a:gd name="connsiteX2" fmla="*/ 0 w 81835"/>
                <a:gd name="connsiteY2" fmla="*/ 31476 h 31476"/>
                <a:gd name="connsiteX3" fmla="*/ 0 w 81835"/>
                <a:gd name="connsiteY3" fmla="*/ 22552 h 31476"/>
                <a:gd name="connsiteX4" fmla="*/ 79215 w 81835"/>
                <a:gd name="connsiteY4" fmla="*/ 0 h 3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1835" h="31476">
                  <a:moveTo>
                    <a:pt x="79215" y="0"/>
                  </a:moveTo>
                  <a:lnTo>
                    <a:pt x="81836" y="8386"/>
                  </a:lnTo>
                  <a:lnTo>
                    <a:pt x="0" y="31476"/>
                  </a:lnTo>
                  <a:lnTo>
                    <a:pt x="0" y="22552"/>
                  </a:lnTo>
                  <a:lnTo>
                    <a:pt x="79215" y="0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7" name="フリーフォーム: 図形 36">
              <a:extLst>
                <a:ext uri="{FF2B5EF4-FFF2-40B4-BE49-F238E27FC236}">
                  <a16:creationId xmlns:a16="http://schemas.microsoft.com/office/drawing/2014/main" id="{8965AAA3-7D33-D21C-3037-C77B17F74567}"/>
                </a:ext>
              </a:extLst>
            </p:cNvPr>
            <p:cNvSpPr/>
            <p:nvPr/>
          </p:nvSpPr>
          <p:spPr>
            <a:xfrm>
              <a:off x="2408079" y="1845884"/>
              <a:ext cx="84277" cy="107432"/>
            </a:xfrm>
            <a:custGeom>
              <a:avLst/>
              <a:gdLst>
                <a:gd name="connsiteX0" fmla="*/ 0 w 49200"/>
                <a:gd name="connsiteY0" fmla="*/ 62718 h 62718"/>
                <a:gd name="connsiteX1" fmla="*/ 0 w 49200"/>
                <a:gd name="connsiteY1" fmla="*/ 0 h 62718"/>
                <a:gd name="connsiteX2" fmla="*/ 8304 w 49200"/>
                <a:gd name="connsiteY2" fmla="*/ 0 h 62718"/>
                <a:gd name="connsiteX3" fmla="*/ 8304 w 49200"/>
                <a:gd name="connsiteY3" fmla="*/ 25752 h 62718"/>
                <a:gd name="connsiteX4" fmla="*/ 40897 w 49200"/>
                <a:gd name="connsiteY4" fmla="*/ 25752 h 62718"/>
                <a:gd name="connsiteX5" fmla="*/ 40897 w 49200"/>
                <a:gd name="connsiteY5" fmla="*/ 0 h 62718"/>
                <a:gd name="connsiteX6" fmla="*/ 49201 w 49200"/>
                <a:gd name="connsiteY6" fmla="*/ 0 h 62718"/>
                <a:gd name="connsiteX7" fmla="*/ 49201 w 49200"/>
                <a:gd name="connsiteY7" fmla="*/ 62704 h 62718"/>
                <a:gd name="connsiteX8" fmla="*/ 40897 w 49200"/>
                <a:gd name="connsiteY8" fmla="*/ 62704 h 62718"/>
                <a:gd name="connsiteX9" fmla="*/ 40897 w 49200"/>
                <a:gd name="connsiteY9" fmla="*/ 33145 h 62718"/>
                <a:gd name="connsiteX10" fmla="*/ 8304 w 49200"/>
                <a:gd name="connsiteY10" fmla="*/ 33145 h 62718"/>
                <a:gd name="connsiteX11" fmla="*/ 8304 w 49200"/>
                <a:gd name="connsiteY11" fmla="*/ 62704 h 62718"/>
                <a:gd name="connsiteX12" fmla="*/ 0 w 49200"/>
                <a:gd name="connsiteY12" fmla="*/ 62704 h 62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00" h="62718">
                  <a:moveTo>
                    <a:pt x="0" y="62718"/>
                  </a:moveTo>
                  <a:lnTo>
                    <a:pt x="0" y="0"/>
                  </a:lnTo>
                  <a:lnTo>
                    <a:pt x="8304" y="0"/>
                  </a:lnTo>
                  <a:lnTo>
                    <a:pt x="8304" y="25752"/>
                  </a:lnTo>
                  <a:lnTo>
                    <a:pt x="40897" y="25752"/>
                  </a:lnTo>
                  <a:lnTo>
                    <a:pt x="40897" y="0"/>
                  </a:lnTo>
                  <a:lnTo>
                    <a:pt x="49201" y="0"/>
                  </a:lnTo>
                  <a:lnTo>
                    <a:pt x="49201" y="62704"/>
                  </a:lnTo>
                  <a:lnTo>
                    <a:pt x="40897" y="62704"/>
                  </a:lnTo>
                  <a:lnTo>
                    <a:pt x="40897" y="33145"/>
                  </a:lnTo>
                  <a:lnTo>
                    <a:pt x="8304" y="33145"/>
                  </a:lnTo>
                  <a:lnTo>
                    <a:pt x="8304" y="62704"/>
                  </a:lnTo>
                  <a:lnTo>
                    <a:pt x="0" y="62704"/>
                  </a:lnTo>
                  <a:close/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38" name="フリーフォーム: 図形 37">
              <a:extLst>
                <a:ext uri="{FF2B5EF4-FFF2-40B4-BE49-F238E27FC236}">
                  <a16:creationId xmlns:a16="http://schemas.microsoft.com/office/drawing/2014/main" id="{B2C3F0FC-49D5-D523-9C06-3AC78E5C7944}"/>
                </a:ext>
              </a:extLst>
            </p:cNvPr>
            <p:cNvSpPr/>
            <p:nvPr/>
          </p:nvSpPr>
          <p:spPr>
            <a:xfrm>
              <a:off x="2442788" y="1982070"/>
              <a:ext cx="15286" cy="293826"/>
            </a:xfrm>
            <a:custGeom>
              <a:avLst/>
              <a:gdLst>
                <a:gd name="connsiteX0" fmla="*/ 0 w 8924"/>
                <a:gd name="connsiteY0" fmla="*/ 0 h 171533"/>
                <a:gd name="connsiteX1" fmla="*/ 8924 w 8924"/>
                <a:gd name="connsiteY1" fmla="*/ 0 h 171533"/>
                <a:gd name="connsiteX2" fmla="*/ 8924 w 8924"/>
                <a:gd name="connsiteY2" fmla="*/ 168388 h 171533"/>
                <a:gd name="connsiteX3" fmla="*/ 4207 w 8924"/>
                <a:gd name="connsiteY3" fmla="*/ 171533 h 171533"/>
                <a:gd name="connsiteX4" fmla="*/ 0 w 8924"/>
                <a:gd name="connsiteY4" fmla="*/ 168913 h 171533"/>
                <a:gd name="connsiteX5" fmla="*/ 0 w 8924"/>
                <a:gd name="connsiteY5" fmla="*/ 0 h 171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24" h="171533">
                  <a:moveTo>
                    <a:pt x="0" y="0"/>
                  </a:moveTo>
                  <a:lnTo>
                    <a:pt x="8924" y="0"/>
                  </a:lnTo>
                  <a:lnTo>
                    <a:pt x="8924" y="168388"/>
                  </a:lnTo>
                  <a:lnTo>
                    <a:pt x="4207" y="171533"/>
                  </a:lnTo>
                  <a:lnTo>
                    <a:pt x="0" y="168913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grpSp>
          <p:nvGrpSpPr>
            <p:cNvPr id="39" name="グラフィックス 4">
              <a:extLst>
                <a:ext uri="{FF2B5EF4-FFF2-40B4-BE49-F238E27FC236}">
                  <a16:creationId xmlns:a16="http://schemas.microsoft.com/office/drawing/2014/main" id="{0CD05D86-EE39-A877-F324-CEA1521803FB}"/>
                </a:ext>
              </a:extLst>
            </p:cNvPr>
            <p:cNvGrpSpPr/>
            <p:nvPr/>
          </p:nvGrpSpPr>
          <p:grpSpPr>
            <a:xfrm>
              <a:off x="1966914" y="2422692"/>
              <a:ext cx="206641" cy="111165"/>
              <a:chOff x="2945900" y="2157160"/>
              <a:chExt cx="120635" cy="64897"/>
            </a:xfrm>
            <a:solidFill>
              <a:srgbClr val="000000"/>
            </a:solidFill>
          </p:grpSpPr>
          <p:sp>
            <p:nvSpPr>
              <p:cNvPr id="106" name="フリーフォーム: 図形 105">
                <a:extLst>
                  <a:ext uri="{FF2B5EF4-FFF2-40B4-BE49-F238E27FC236}">
                    <a16:creationId xmlns:a16="http://schemas.microsoft.com/office/drawing/2014/main" id="{438B7347-89C7-550D-B88F-93EB778F2318}"/>
                  </a:ext>
                </a:extLst>
              </p:cNvPr>
              <p:cNvSpPr/>
              <p:nvPr/>
            </p:nvSpPr>
            <p:spPr>
              <a:xfrm>
                <a:off x="2945900" y="2158278"/>
                <a:ext cx="49200" cy="62704"/>
              </a:xfrm>
              <a:custGeom>
                <a:avLst/>
                <a:gdLst>
                  <a:gd name="connsiteX0" fmla="*/ 0 w 49200"/>
                  <a:gd name="connsiteY0" fmla="*/ 62704 h 62704"/>
                  <a:gd name="connsiteX1" fmla="*/ 0 w 49200"/>
                  <a:gd name="connsiteY1" fmla="*/ 0 h 62704"/>
                  <a:gd name="connsiteX2" fmla="*/ 8304 w 49200"/>
                  <a:gd name="connsiteY2" fmla="*/ 0 h 62704"/>
                  <a:gd name="connsiteX3" fmla="*/ 8304 w 49200"/>
                  <a:gd name="connsiteY3" fmla="*/ 25752 h 62704"/>
                  <a:gd name="connsiteX4" fmla="*/ 40897 w 49200"/>
                  <a:gd name="connsiteY4" fmla="*/ 25752 h 62704"/>
                  <a:gd name="connsiteX5" fmla="*/ 40897 w 49200"/>
                  <a:gd name="connsiteY5" fmla="*/ 0 h 62704"/>
                  <a:gd name="connsiteX6" fmla="*/ 49201 w 49200"/>
                  <a:gd name="connsiteY6" fmla="*/ 0 h 62704"/>
                  <a:gd name="connsiteX7" fmla="*/ 49201 w 49200"/>
                  <a:gd name="connsiteY7" fmla="*/ 62704 h 62704"/>
                  <a:gd name="connsiteX8" fmla="*/ 40897 w 49200"/>
                  <a:gd name="connsiteY8" fmla="*/ 62704 h 62704"/>
                  <a:gd name="connsiteX9" fmla="*/ 40897 w 49200"/>
                  <a:gd name="connsiteY9" fmla="*/ 33145 h 62704"/>
                  <a:gd name="connsiteX10" fmla="*/ 8304 w 49200"/>
                  <a:gd name="connsiteY10" fmla="*/ 33145 h 62704"/>
                  <a:gd name="connsiteX11" fmla="*/ 8304 w 49200"/>
                  <a:gd name="connsiteY11" fmla="*/ 62704 h 62704"/>
                  <a:gd name="connsiteX12" fmla="*/ 0 w 49200"/>
                  <a:gd name="connsiteY12" fmla="*/ 62704 h 62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200" h="62704">
                    <a:moveTo>
                      <a:pt x="0" y="62704"/>
                    </a:moveTo>
                    <a:lnTo>
                      <a:pt x="0" y="0"/>
                    </a:lnTo>
                    <a:lnTo>
                      <a:pt x="8304" y="0"/>
                    </a:lnTo>
                    <a:lnTo>
                      <a:pt x="8304" y="25752"/>
                    </a:lnTo>
                    <a:lnTo>
                      <a:pt x="40897" y="25752"/>
                    </a:lnTo>
                    <a:lnTo>
                      <a:pt x="40897" y="0"/>
                    </a:lnTo>
                    <a:lnTo>
                      <a:pt x="49201" y="0"/>
                    </a:lnTo>
                    <a:lnTo>
                      <a:pt x="49201" y="62704"/>
                    </a:lnTo>
                    <a:lnTo>
                      <a:pt x="40897" y="62704"/>
                    </a:lnTo>
                    <a:lnTo>
                      <a:pt x="40897" y="33145"/>
                    </a:lnTo>
                    <a:lnTo>
                      <a:pt x="8304" y="33145"/>
                    </a:lnTo>
                    <a:lnTo>
                      <a:pt x="8304" y="62704"/>
                    </a:lnTo>
                    <a:lnTo>
                      <a:pt x="0" y="62704"/>
                    </a:lnTo>
                    <a:close/>
                  </a:path>
                </a:pathLst>
              </a:custGeom>
              <a:solidFill>
                <a:srgbClr val="000000"/>
              </a:solidFill>
              <a:ln w="137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7" name="フリーフォーム: 図形 106">
                <a:extLst>
                  <a:ext uri="{FF2B5EF4-FFF2-40B4-BE49-F238E27FC236}">
                    <a16:creationId xmlns:a16="http://schemas.microsoft.com/office/drawing/2014/main" id="{E13C60A5-B694-2C2E-DE07-3C4D1F955418}"/>
                  </a:ext>
                </a:extLst>
              </p:cNvPr>
              <p:cNvSpPr/>
              <p:nvPr/>
            </p:nvSpPr>
            <p:spPr>
              <a:xfrm>
                <a:off x="3006549" y="2157160"/>
                <a:ext cx="59986" cy="64897"/>
              </a:xfrm>
              <a:custGeom>
                <a:avLst/>
                <a:gdLst>
                  <a:gd name="connsiteX0" fmla="*/ 0 w 59986"/>
                  <a:gd name="connsiteY0" fmla="*/ 33269 h 64897"/>
                  <a:gd name="connsiteX1" fmla="*/ 8386 w 59986"/>
                  <a:gd name="connsiteY1" fmla="*/ 8828 h 64897"/>
                  <a:gd name="connsiteX2" fmla="*/ 30028 w 59986"/>
                  <a:gd name="connsiteY2" fmla="*/ 0 h 64897"/>
                  <a:gd name="connsiteX3" fmla="*/ 45683 w 59986"/>
                  <a:gd name="connsiteY3" fmla="*/ 4152 h 64897"/>
                  <a:gd name="connsiteX4" fmla="*/ 56318 w 59986"/>
                  <a:gd name="connsiteY4" fmla="*/ 15724 h 64897"/>
                  <a:gd name="connsiteX5" fmla="*/ 59987 w 59986"/>
                  <a:gd name="connsiteY5" fmla="*/ 32552 h 64897"/>
                  <a:gd name="connsiteX6" fmla="*/ 56139 w 59986"/>
                  <a:gd name="connsiteY6" fmla="*/ 49614 h 64897"/>
                  <a:gd name="connsiteX7" fmla="*/ 45228 w 59986"/>
                  <a:gd name="connsiteY7" fmla="*/ 61021 h 64897"/>
                  <a:gd name="connsiteX8" fmla="*/ 30000 w 59986"/>
                  <a:gd name="connsiteY8" fmla="*/ 64897 h 64897"/>
                  <a:gd name="connsiteX9" fmla="*/ 14193 w 59986"/>
                  <a:gd name="connsiteY9" fmla="*/ 60621 h 64897"/>
                  <a:gd name="connsiteX10" fmla="*/ 3614 w 59986"/>
                  <a:gd name="connsiteY10" fmla="*/ 48939 h 64897"/>
                  <a:gd name="connsiteX11" fmla="*/ 0 w 59986"/>
                  <a:gd name="connsiteY11" fmla="*/ 33269 h 64897"/>
                  <a:gd name="connsiteX12" fmla="*/ 8566 w 59986"/>
                  <a:gd name="connsiteY12" fmla="*/ 33407 h 64897"/>
                  <a:gd name="connsiteX13" fmla="*/ 14648 w 59986"/>
                  <a:gd name="connsiteY13" fmla="*/ 51270 h 64897"/>
                  <a:gd name="connsiteX14" fmla="*/ 29931 w 59986"/>
                  <a:gd name="connsiteY14" fmla="*/ 57794 h 64897"/>
                  <a:gd name="connsiteX15" fmla="*/ 45352 w 59986"/>
                  <a:gd name="connsiteY15" fmla="*/ 51201 h 64897"/>
                  <a:gd name="connsiteX16" fmla="*/ 51394 w 59986"/>
                  <a:gd name="connsiteY16" fmla="*/ 32511 h 64897"/>
                  <a:gd name="connsiteX17" fmla="*/ 48801 w 59986"/>
                  <a:gd name="connsiteY17" fmla="*/ 19145 h 64897"/>
                  <a:gd name="connsiteX18" fmla="*/ 41228 w 59986"/>
                  <a:gd name="connsiteY18" fmla="*/ 10290 h 64897"/>
                  <a:gd name="connsiteX19" fmla="*/ 30042 w 59986"/>
                  <a:gd name="connsiteY19" fmla="*/ 7145 h 64897"/>
                  <a:gd name="connsiteX20" fmla="*/ 14869 w 59986"/>
                  <a:gd name="connsiteY20" fmla="*/ 13186 h 64897"/>
                  <a:gd name="connsiteX21" fmla="*/ 8566 w 59986"/>
                  <a:gd name="connsiteY21" fmla="*/ 33407 h 64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9986" h="64897">
                    <a:moveTo>
                      <a:pt x="0" y="33269"/>
                    </a:moveTo>
                    <a:cubicBezTo>
                      <a:pt x="0" y="22869"/>
                      <a:pt x="2800" y="14717"/>
                      <a:pt x="8386" y="8828"/>
                    </a:cubicBezTo>
                    <a:cubicBezTo>
                      <a:pt x="13973" y="2938"/>
                      <a:pt x="21186" y="0"/>
                      <a:pt x="30028" y="0"/>
                    </a:cubicBezTo>
                    <a:cubicBezTo>
                      <a:pt x="35807" y="0"/>
                      <a:pt x="41035" y="1379"/>
                      <a:pt x="45683" y="4152"/>
                    </a:cubicBezTo>
                    <a:cubicBezTo>
                      <a:pt x="50332" y="6924"/>
                      <a:pt x="53877" y="10773"/>
                      <a:pt x="56318" y="15724"/>
                    </a:cubicBezTo>
                    <a:cubicBezTo>
                      <a:pt x="58759" y="20676"/>
                      <a:pt x="59987" y="26290"/>
                      <a:pt x="59987" y="32552"/>
                    </a:cubicBezTo>
                    <a:cubicBezTo>
                      <a:pt x="59987" y="38911"/>
                      <a:pt x="58690" y="44607"/>
                      <a:pt x="56139" y="49614"/>
                    </a:cubicBezTo>
                    <a:cubicBezTo>
                      <a:pt x="53559" y="54635"/>
                      <a:pt x="49932" y="58442"/>
                      <a:pt x="45228" y="61021"/>
                    </a:cubicBezTo>
                    <a:cubicBezTo>
                      <a:pt x="40525" y="63601"/>
                      <a:pt x="35449" y="64897"/>
                      <a:pt x="30000" y="64897"/>
                    </a:cubicBezTo>
                    <a:cubicBezTo>
                      <a:pt x="24097" y="64897"/>
                      <a:pt x="18828" y="63463"/>
                      <a:pt x="14193" y="60621"/>
                    </a:cubicBezTo>
                    <a:cubicBezTo>
                      <a:pt x="9531" y="57766"/>
                      <a:pt x="6014" y="53877"/>
                      <a:pt x="3614" y="48939"/>
                    </a:cubicBezTo>
                    <a:cubicBezTo>
                      <a:pt x="1200" y="44001"/>
                      <a:pt x="0" y="38773"/>
                      <a:pt x="0" y="33269"/>
                    </a:cubicBezTo>
                    <a:close/>
                    <a:moveTo>
                      <a:pt x="8566" y="33407"/>
                    </a:moveTo>
                    <a:cubicBezTo>
                      <a:pt x="8566" y="40966"/>
                      <a:pt x="10579" y="46911"/>
                      <a:pt x="14648" y="51270"/>
                    </a:cubicBezTo>
                    <a:cubicBezTo>
                      <a:pt x="18717" y="55628"/>
                      <a:pt x="23807" y="57794"/>
                      <a:pt x="29931" y="57794"/>
                    </a:cubicBezTo>
                    <a:cubicBezTo>
                      <a:pt x="36180" y="57794"/>
                      <a:pt x="41325" y="55601"/>
                      <a:pt x="45352" y="51201"/>
                    </a:cubicBezTo>
                    <a:cubicBezTo>
                      <a:pt x="49394" y="46814"/>
                      <a:pt x="51394" y="40580"/>
                      <a:pt x="51394" y="32511"/>
                    </a:cubicBezTo>
                    <a:cubicBezTo>
                      <a:pt x="51394" y="27407"/>
                      <a:pt x="50525" y="22952"/>
                      <a:pt x="48801" y="19145"/>
                    </a:cubicBezTo>
                    <a:cubicBezTo>
                      <a:pt x="47076" y="15338"/>
                      <a:pt x="44552" y="12386"/>
                      <a:pt x="41228" y="10290"/>
                    </a:cubicBezTo>
                    <a:cubicBezTo>
                      <a:pt x="37918" y="8193"/>
                      <a:pt x="34180" y="7145"/>
                      <a:pt x="30042" y="7145"/>
                    </a:cubicBezTo>
                    <a:cubicBezTo>
                      <a:pt x="24166" y="7145"/>
                      <a:pt x="19104" y="9159"/>
                      <a:pt x="14869" y="13186"/>
                    </a:cubicBezTo>
                    <a:cubicBezTo>
                      <a:pt x="10676" y="17228"/>
                      <a:pt x="8566" y="23973"/>
                      <a:pt x="8566" y="334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40" name="フリーフォーム: 図形 39">
              <a:extLst>
                <a:ext uri="{FF2B5EF4-FFF2-40B4-BE49-F238E27FC236}">
                  <a16:creationId xmlns:a16="http://schemas.microsoft.com/office/drawing/2014/main" id="{CF446EFF-B096-AEF2-0D35-EE146D086BB2}"/>
                </a:ext>
              </a:extLst>
            </p:cNvPr>
            <p:cNvSpPr/>
            <p:nvPr/>
          </p:nvSpPr>
          <p:spPr>
            <a:xfrm>
              <a:off x="2187592" y="2271408"/>
              <a:ext cx="262402" cy="166239"/>
            </a:xfrm>
            <a:custGeom>
              <a:avLst/>
              <a:gdLst>
                <a:gd name="connsiteX0" fmla="*/ 4207 w 153188"/>
                <a:gd name="connsiteY0" fmla="*/ 97050 h 97049"/>
                <a:gd name="connsiteX1" fmla="*/ 0 w 153188"/>
                <a:gd name="connsiteY1" fmla="*/ 89698 h 97049"/>
                <a:gd name="connsiteX2" fmla="*/ 148981 w 153188"/>
                <a:gd name="connsiteY2" fmla="*/ 0 h 97049"/>
                <a:gd name="connsiteX3" fmla="*/ 153188 w 153188"/>
                <a:gd name="connsiteY3" fmla="*/ 2621 h 97049"/>
                <a:gd name="connsiteX4" fmla="*/ 151602 w 153188"/>
                <a:gd name="connsiteY4" fmla="*/ 8924 h 97049"/>
                <a:gd name="connsiteX5" fmla="*/ 4207 w 153188"/>
                <a:gd name="connsiteY5" fmla="*/ 97050 h 97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3188" h="97049">
                  <a:moveTo>
                    <a:pt x="4207" y="97050"/>
                  </a:moveTo>
                  <a:lnTo>
                    <a:pt x="0" y="89698"/>
                  </a:lnTo>
                  <a:lnTo>
                    <a:pt x="148981" y="0"/>
                  </a:lnTo>
                  <a:lnTo>
                    <a:pt x="153188" y="2621"/>
                  </a:lnTo>
                  <a:lnTo>
                    <a:pt x="151602" y="8924"/>
                  </a:lnTo>
                  <a:lnTo>
                    <a:pt x="4207" y="97050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1" name="フリーフォーム: 図形 40">
              <a:extLst>
                <a:ext uri="{FF2B5EF4-FFF2-40B4-BE49-F238E27FC236}">
                  <a16:creationId xmlns:a16="http://schemas.microsoft.com/office/drawing/2014/main" id="{E4A22BAD-AC63-72FF-9495-D8BB5BFF73F0}"/>
                </a:ext>
              </a:extLst>
            </p:cNvPr>
            <p:cNvSpPr/>
            <p:nvPr/>
          </p:nvSpPr>
          <p:spPr>
            <a:xfrm>
              <a:off x="2683053" y="3090442"/>
              <a:ext cx="84277" cy="107408"/>
            </a:xfrm>
            <a:custGeom>
              <a:avLst/>
              <a:gdLst>
                <a:gd name="connsiteX0" fmla="*/ 0 w 49200"/>
                <a:gd name="connsiteY0" fmla="*/ 62704 h 62704"/>
                <a:gd name="connsiteX1" fmla="*/ 0 w 49200"/>
                <a:gd name="connsiteY1" fmla="*/ 0 h 62704"/>
                <a:gd name="connsiteX2" fmla="*/ 8304 w 49200"/>
                <a:gd name="connsiteY2" fmla="*/ 0 h 62704"/>
                <a:gd name="connsiteX3" fmla="*/ 8304 w 49200"/>
                <a:gd name="connsiteY3" fmla="*/ 25738 h 62704"/>
                <a:gd name="connsiteX4" fmla="*/ 40897 w 49200"/>
                <a:gd name="connsiteY4" fmla="*/ 25738 h 62704"/>
                <a:gd name="connsiteX5" fmla="*/ 40897 w 49200"/>
                <a:gd name="connsiteY5" fmla="*/ 0 h 62704"/>
                <a:gd name="connsiteX6" fmla="*/ 49201 w 49200"/>
                <a:gd name="connsiteY6" fmla="*/ 0 h 62704"/>
                <a:gd name="connsiteX7" fmla="*/ 49201 w 49200"/>
                <a:gd name="connsiteY7" fmla="*/ 62704 h 62704"/>
                <a:gd name="connsiteX8" fmla="*/ 40897 w 49200"/>
                <a:gd name="connsiteY8" fmla="*/ 62704 h 62704"/>
                <a:gd name="connsiteX9" fmla="*/ 40897 w 49200"/>
                <a:gd name="connsiteY9" fmla="*/ 33145 h 62704"/>
                <a:gd name="connsiteX10" fmla="*/ 8304 w 49200"/>
                <a:gd name="connsiteY10" fmla="*/ 33145 h 62704"/>
                <a:gd name="connsiteX11" fmla="*/ 8304 w 49200"/>
                <a:gd name="connsiteY11" fmla="*/ 62704 h 62704"/>
                <a:gd name="connsiteX12" fmla="*/ 0 w 49200"/>
                <a:gd name="connsiteY12" fmla="*/ 62704 h 62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00" h="62704">
                  <a:moveTo>
                    <a:pt x="0" y="62704"/>
                  </a:moveTo>
                  <a:lnTo>
                    <a:pt x="0" y="0"/>
                  </a:lnTo>
                  <a:lnTo>
                    <a:pt x="8304" y="0"/>
                  </a:lnTo>
                  <a:lnTo>
                    <a:pt x="8304" y="25738"/>
                  </a:lnTo>
                  <a:lnTo>
                    <a:pt x="40897" y="25738"/>
                  </a:lnTo>
                  <a:lnTo>
                    <a:pt x="40897" y="0"/>
                  </a:lnTo>
                  <a:lnTo>
                    <a:pt x="49201" y="0"/>
                  </a:lnTo>
                  <a:lnTo>
                    <a:pt x="49201" y="62704"/>
                  </a:lnTo>
                  <a:lnTo>
                    <a:pt x="40897" y="62704"/>
                  </a:lnTo>
                  <a:lnTo>
                    <a:pt x="40897" y="33145"/>
                  </a:lnTo>
                  <a:lnTo>
                    <a:pt x="8304" y="33145"/>
                  </a:lnTo>
                  <a:lnTo>
                    <a:pt x="8304" y="62704"/>
                  </a:lnTo>
                  <a:lnTo>
                    <a:pt x="0" y="62704"/>
                  </a:lnTo>
                  <a:close/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2" name="フリーフォーム: 図形 41">
              <a:extLst>
                <a:ext uri="{FF2B5EF4-FFF2-40B4-BE49-F238E27FC236}">
                  <a16:creationId xmlns:a16="http://schemas.microsoft.com/office/drawing/2014/main" id="{8134500B-7DB1-C7C0-1D5A-BADF730DE402}"/>
                </a:ext>
              </a:extLst>
            </p:cNvPr>
            <p:cNvSpPr/>
            <p:nvPr/>
          </p:nvSpPr>
          <p:spPr>
            <a:xfrm>
              <a:off x="2717760" y="2756639"/>
              <a:ext cx="15262" cy="304623"/>
            </a:xfrm>
            <a:custGeom>
              <a:avLst/>
              <a:gdLst>
                <a:gd name="connsiteX0" fmla="*/ 0 w 8910"/>
                <a:gd name="connsiteY0" fmla="*/ 3145 h 177836"/>
                <a:gd name="connsiteX1" fmla="*/ 4193 w 8910"/>
                <a:gd name="connsiteY1" fmla="*/ 0 h 177836"/>
                <a:gd name="connsiteX2" fmla="*/ 8910 w 8910"/>
                <a:gd name="connsiteY2" fmla="*/ 16786 h 177836"/>
                <a:gd name="connsiteX3" fmla="*/ 8910 w 8910"/>
                <a:gd name="connsiteY3" fmla="*/ 177837 h 177836"/>
                <a:gd name="connsiteX4" fmla="*/ 0 w 8910"/>
                <a:gd name="connsiteY4" fmla="*/ 177837 h 177836"/>
                <a:gd name="connsiteX5" fmla="*/ 0 w 8910"/>
                <a:gd name="connsiteY5" fmla="*/ 3145 h 17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10" h="177836">
                  <a:moveTo>
                    <a:pt x="0" y="3145"/>
                  </a:moveTo>
                  <a:lnTo>
                    <a:pt x="4193" y="0"/>
                  </a:lnTo>
                  <a:lnTo>
                    <a:pt x="8910" y="16786"/>
                  </a:lnTo>
                  <a:lnTo>
                    <a:pt x="8910" y="177837"/>
                  </a:lnTo>
                  <a:lnTo>
                    <a:pt x="0" y="177837"/>
                  </a:lnTo>
                  <a:lnTo>
                    <a:pt x="0" y="3145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grpSp>
          <p:nvGrpSpPr>
            <p:cNvPr id="43" name="グラフィックス 4">
              <a:extLst>
                <a:ext uri="{FF2B5EF4-FFF2-40B4-BE49-F238E27FC236}">
                  <a16:creationId xmlns:a16="http://schemas.microsoft.com/office/drawing/2014/main" id="{97497E77-21D2-9301-040F-778A63E03230}"/>
                </a:ext>
              </a:extLst>
            </p:cNvPr>
            <p:cNvGrpSpPr/>
            <p:nvPr/>
          </p:nvGrpSpPr>
          <p:grpSpPr>
            <a:xfrm>
              <a:off x="2198720" y="2622176"/>
              <a:ext cx="206665" cy="111165"/>
              <a:chOff x="3081226" y="2273617"/>
              <a:chExt cx="120649" cy="64897"/>
            </a:xfrm>
            <a:solidFill>
              <a:srgbClr val="000000"/>
            </a:solidFill>
          </p:grpSpPr>
          <p:sp>
            <p:nvSpPr>
              <p:cNvPr id="104" name="フリーフォーム: 図形 103">
                <a:extLst>
                  <a:ext uri="{FF2B5EF4-FFF2-40B4-BE49-F238E27FC236}">
                    <a16:creationId xmlns:a16="http://schemas.microsoft.com/office/drawing/2014/main" id="{605DC12B-8C76-E27F-A968-2FA99A082AA8}"/>
                  </a:ext>
                </a:extLst>
              </p:cNvPr>
              <p:cNvSpPr/>
              <p:nvPr/>
            </p:nvSpPr>
            <p:spPr>
              <a:xfrm>
                <a:off x="3081226" y="2274720"/>
                <a:ext cx="49200" cy="62704"/>
              </a:xfrm>
              <a:custGeom>
                <a:avLst/>
                <a:gdLst>
                  <a:gd name="connsiteX0" fmla="*/ 0 w 49200"/>
                  <a:gd name="connsiteY0" fmla="*/ 62704 h 62704"/>
                  <a:gd name="connsiteX1" fmla="*/ 0 w 49200"/>
                  <a:gd name="connsiteY1" fmla="*/ 0 h 62704"/>
                  <a:gd name="connsiteX2" fmla="*/ 8304 w 49200"/>
                  <a:gd name="connsiteY2" fmla="*/ 0 h 62704"/>
                  <a:gd name="connsiteX3" fmla="*/ 8304 w 49200"/>
                  <a:gd name="connsiteY3" fmla="*/ 25752 h 62704"/>
                  <a:gd name="connsiteX4" fmla="*/ 40897 w 49200"/>
                  <a:gd name="connsiteY4" fmla="*/ 25752 h 62704"/>
                  <a:gd name="connsiteX5" fmla="*/ 40897 w 49200"/>
                  <a:gd name="connsiteY5" fmla="*/ 0 h 62704"/>
                  <a:gd name="connsiteX6" fmla="*/ 49201 w 49200"/>
                  <a:gd name="connsiteY6" fmla="*/ 0 h 62704"/>
                  <a:gd name="connsiteX7" fmla="*/ 49201 w 49200"/>
                  <a:gd name="connsiteY7" fmla="*/ 62704 h 62704"/>
                  <a:gd name="connsiteX8" fmla="*/ 40897 w 49200"/>
                  <a:gd name="connsiteY8" fmla="*/ 62704 h 62704"/>
                  <a:gd name="connsiteX9" fmla="*/ 40897 w 49200"/>
                  <a:gd name="connsiteY9" fmla="*/ 33145 h 62704"/>
                  <a:gd name="connsiteX10" fmla="*/ 8304 w 49200"/>
                  <a:gd name="connsiteY10" fmla="*/ 33145 h 62704"/>
                  <a:gd name="connsiteX11" fmla="*/ 8304 w 49200"/>
                  <a:gd name="connsiteY11" fmla="*/ 62704 h 62704"/>
                  <a:gd name="connsiteX12" fmla="*/ 0 w 49200"/>
                  <a:gd name="connsiteY12" fmla="*/ 62704 h 62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200" h="62704">
                    <a:moveTo>
                      <a:pt x="0" y="62704"/>
                    </a:moveTo>
                    <a:lnTo>
                      <a:pt x="0" y="0"/>
                    </a:lnTo>
                    <a:lnTo>
                      <a:pt x="8304" y="0"/>
                    </a:lnTo>
                    <a:lnTo>
                      <a:pt x="8304" y="25752"/>
                    </a:lnTo>
                    <a:lnTo>
                      <a:pt x="40897" y="25752"/>
                    </a:lnTo>
                    <a:lnTo>
                      <a:pt x="40897" y="0"/>
                    </a:lnTo>
                    <a:lnTo>
                      <a:pt x="49201" y="0"/>
                    </a:lnTo>
                    <a:lnTo>
                      <a:pt x="49201" y="62704"/>
                    </a:lnTo>
                    <a:lnTo>
                      <a:pt x="40897" y="62704"/>
                    </a:lnTo>
                    <a:lnTo>
                      <a:pt x="40897" y="33145"/>
                    </a:lnTo>
                    <a:lnTo>
                      <a:pt x="8304" y="33145"/>
                    </a:lnTo>
                    <a:lnTo>
                      <a:pt x="8304" y="62704"/>
                    </a:lnTo>
                    <a:lnTo>
                      <a:pt x="0" y="62704"/>
                    </a:lnTo>
                    <a:close/>
                  </a:path>
                </a:pathLst>
              </a:custGeom>
              <a:solidFill>
                <a:srgbClr val="000000"/>
              </a:solidFill>
              <a:ln w="137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5" name="フリーフォーム: 図形 104">
                <a:extLst>
                  <a:ext uri="{FF2B5EF4-FFF2-40B4-BE49-F238E27FC236}">
                    <a16:creationId xmlns:a16="http://schemas.microsoft.com/office/drawing/2014/main" id="{89790CEC-F969-3965-8724-AD13B911F12A}"/>
                  </a:ext>
                </a:extLst>
              </p:cNvPr>
              <p:cNvSpPr/>
              <p:nvPr/>
            </p:nvSpPr>
            <p:spPr>
              <a:xfrm>
                <a:off x="3141889" y="2273617"/>
                <a:ext cx="59986" cy="64897"/>
              </a:xfrm>
              <a:custGeom>
                <a:avLst/>
                <a:gdLst>
                  <a:gd name="connsiteX0" fmla="*/ 0 w 59986"/>
                  <a:gd name="connsiteY0" fmla="*/ 33269 h 64897"/>
                  <a:gd name="connsiteX1" fmla="*/ 8386 w 59986"/>
                  <a:gd name="connsiteY1" fmla="*/ 8828 h 64897"/>
                  <a:gd name="connsiteX2" fmla="*/ 30028 w 59986"/>
                  <a:gd name="connsiteY2" fmla="*/ 0 h 64897"/>
                  <a:gd name="connsiteX3" fmla="*/ 45683 w 59986"/>
                  <a:gd name="connsiteY3" fmla="*/ 4152 h 64897"/>
                  <a:gd name="connsiteX4" fmla="*/ 56318 w 59986"/>
                  <a:gd name="connsiteY4" fmla="*/ 15724 h 64897"/>
                  <a:gd name="connsiteX5" fmla="*/ 59987 w 59986"/>
                  <a:gd name="connsiteY5" fmla="*/ 32552 h 64897"/>
                  <a:gd name="connsiteX6" fmla="*/ 56139 w 59986"/>
                  <a:gd name="connsiteY6" fmla="*/ 49614 h 64897"/>
                  <a:gd name="connsiteX7" fmla="*/ 45228 w 59986"/>
                  <a:gd name="connsiteY7" fmla="*/ 61022 h 64897"/>
                  <a:gd name="connsiteX8" fmla="*/ 30000 w 59986"/>
                  <a:gd name="connsiteY8" fmla="*/ 64897 h 64897"/>
                  <a:gd name="connsiteX9" fmla="*/ 14193 w 59986"/>
                  <a:gd name="connsiteY9" fmla="*/ 60621 h 64897"/>
                  <a:gd name="connsiteX10" fmla="*/ 3614 w 59986"/>
                  <a:gd name="connsiteY10" fmla="*/ 48939 h 64897"/>
                  <a:gd name="connsiteX11" fmla="*/ 0 w 59986"/>
                  <a:gd name="connsiteY11" fmla="*/ 33269 h 64897"/>
                  <a:gd name="connsiteX12" fmla="*/ 8566 w 59986"/>
                  <a:gd name="connsiteY12" fmla="*/ 33394 h 64897"/>
                  <a:gd name="connsiteX13" fmla="*/ 14648 w 59986"/>
                  <a:gd name="connsiteY13" fmla="*/ 51256 h 64897"/>
                  <a:gd name="connsiteX14" fmla="*/ 29931 w 59986"/>
                  <a:gd name="connsiteY14" fmla="*/ 57780 h 64897"/>
                  <a:gd name="connsiteX15" fmla="*/ 45352 w 59986"/>
                  <a:gd name="connsiteY15" fmla="*/ 51187 h 64897"/>
                  <a:gd name="connsiteX16" fmla="*/ 51394 w 59986"/>
                  <a:gd name="connsiteY16" fmla="*/ 32497 h 64897"/>
                  <a:gd name="connsiteX17" fmla="*/ 48801 w 59986"/>
                  <a:gd name="connsiteY17" fmla="*/ 19131 h 64897"/>
                  <a:gd name="connsiteX18" fmla="*/ 41228 w 59986"/>
                  <a:gd name="connsiteY18" fmla="*/ 10276 h 64897"/>
                  <a:gd name="connsiteX19" fmla="*/ 30042 w 59986"/>
                  <a:gd name="connsiteY19" fmla="*/ 7131 h 64897"/>
                  <a:gd name="connsiteX20" fmla="*/ 14869 w 59986"/>
                  <a:gd name="connsiteY20" fmla="*/ 13173 h 64897"/>
                  <a:gd name="connsiteX21" fmla="*/ 8566 w 59986"/>
                  <a:gd name="connsiteY21" fmla="*/ 33394 h 64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9986" h="64897">
                    <a:moveTo>
                      <a:pt x="0" y="33269"/>
                    </a:moveTo>
                    <a:cubicBezTo>
                      <a:pt x="0" y="22869"/>
                      <a:pt x="2800" y="14717"/>
                      <a:pt x="8386" y="8828"/>
                    </a:cubicBezTo>
                    <a:cubicBezTo>
                      <a:pt x="13973" y="2938"/>
                      <a:pt x="21187" y="0"/>
                      <a:pt x="30028" y="0"/>
                    </a:cubicBezTo>
                    <a:cubicBezTo>
                      <a:pt x="35807" y="0"/>
                      <a:pt x="41035" y="1379"/>
                      <a:pt x="45683" y="4152"/>
                    </a:cubicBezTo>
                    <a:cubicBezTo>
                      <a:pt x="50332" y="6924"/>
                      <a:pt x="53877" y="10773"/>
                      <a:pt x="56318" y="15724"/>
                    </a:cubicBezTo>
                    <a:cubicBezTo>
                      <a:pt x="58760" y="20676"/>
                      <a:pt x="59987" y="26290"/>
                      <a:pt x="59987" y="32552"/>
                    </a:cubicBezTo>
                    <a:cubicBezTo>
                      <a:pt x="59987" y="38911"/>
                      <a:pt x="58690" y="44607"/>
                      <a:pt x="56139" y="49614"/>
                    </a:cubicBezTo>
                    <a:cubicBezTo>
                      <a:pt x="53559" y="54635"/>
                      <a:pt x="49932" y="58442"/>
                      <a:pt x="45228" y="61022"/>
                    </a:cubicBezTo>
                    <a:cubicBezTo>
                      <a:pt x="40525" y="63601"/>
                      <a:pt x="35449" y="64897"/>
                      <a:pt x="30000" y="64897"/>
                    </a:cubicBezTo>
                    <a:cubicBezTo>
                      <a:pt x="24097" y="64897"/>
                      <a:pt x="18828" y="63463"/>
                      <a:pt x="14193" y="60621"/>
                    </a:cubicBezTo>
                    <a:cubicBezTo>
                      <a:pt x="9531" y="57766"/>
                      <a:pt x="6014" y="53877"/>
                      <a:pt x="3614" y="48939"/>
                    </a:cubicBezTo>
                    <a:cubicBezTo>
                      <a:pt x="1186" y="43987"/>
                      <a:pt x="0" y="38773"/>
                      <a:pt x="0" y="33269"/>
                    </a:cubicBezTo>
                    <a:close/>
                    <a:moveTo>
                      <a:pt x="8566" y="33394"/>
                    </a:moveTo>
                    <a:cubicBezTo>
                      <a:pt x="8566" y="40952"/>
                      <a:pt x="10579" y="46897"/>
                      <a:pt x="14648" y="51256"/>
                    </a:cubicBezTo>
                    <a:cubicBezTo>
                      <a:pt x="18718" y="55615"/>
                      <a:pt x="23807" y="57780"/>
                      <a:pt x="29931" y="57780"/>
                    </a:cubicBezTo>
                    <a:cubicBezTo>
                      <a:pt x="36180" y="57780"/>
                      <a:pt x="41325" y="55587"/>
                      <a:pt x="45352" y="51187"/>
                    </a:cubicBezTo>
                    <a:cubicBezTo>
                      <a:pt x="49394" y="46801"/>
                      <a:pt x="51394" y="40566"/>
                      <a:pt x="51394" y="32497"/>
                    </a:cubicBezTo>
                    <a:cubicBezTo>
                      <a:pt x="51394" y="27393"/>
                      <a:pt x="50525" y="22938"/>
                      <a:pt x="48801" y="19131"/>
                    </a:cubicBezTo>
                    <a:cubicBezTo>
                      <a:pt x="47077" y="15324"/>
                      <a:pt x="44552" y="12373"/>
                      <a:pt x="41228" y="10276"/>
                    </a:cubicBezTo>
                    <a:cubicBezTo>
                      <a:pt x="37918" y="8179"/>
                      <a:pt x="34180" y="7131"/>
                      <a:pt x="30042" y="7131"/>
                    </a:cubicBezTo>
                    <a:cubicBezTo>
                      <a:pt x="24166" y="7131"/>
                      <a:pt x="19104" y="9145"/>
                      <a:pt x="14869" y="13173"/>
                    </a:cubicBezTo>
                    <a:cubicBezTo>
                      <a:pt x="10676" y="17228"/>
                      <a:pt x="8566" y="23959"/>
                      <a:pt x="8566" y="3339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44" name="フリーフォーム: 図形 43">
              <a:extLst>
                <a:ext uri="{FF2B5EF4-FFF2-40B4-BE49-F238E27FC236}">
                  <a16:creationId xmlns:a16="http://schemas.microsoft.com/office/drawing/2014/main" id="{F11CC12E-7093-3E60-67CC-11C4D931D121}"/>
                </a:ext>
              </a:extLst>
            </p:cNvPr>
            <p:cNvSpPr/>
            <p:nvPr/>
          </p:nvSpPr>
          <p:spPr>
            <a:xfrm>
              <a:off x="2432912" y="2682944"/>
              <a:ext cx="292029" cy="79080"/>
            </a:xfrm>
            <a:custGeom>
              <a:avLst/>
              <a:gdLst>
                <a:gd name="connsiteX0" fmla="*/ 135340 w 170484"/>
                <a:gd name="connsiteY0" fmla="*/ 30428 h 46166"/>
                <a:gd name="connsiteX1" fmla="*/ 170485 w 170484"/>
                <a:gd name="connsiteY1" fmla="*/ 43021 h 46166"/>
                <a:gd name="connsiteX2" fmla="*/ 166292 w 170484"/>
                <a:gd name="connsiteY2" fmla="*/ 46166 h 46166"/>
                <a:gd name="connsiteX3" fmla="*/ 0 w 170484"/>
                <a:gd name="connsiteY3" fmla="*/ 8400 h 46166"/>
                <a:gd name="connsiteX4" fmla="*/ 2096 w 170484"/>
                <a:gd name="connsiteY4" fmla="*/ 0 h 46166"/>
                <a:gd name="connsiteX5" fmla="*/ 135340 w 170484"/>
                <a:gd name="connsiteY5" fmla="*/ 30428 h 46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484" h="46166">
                  <a:moveTo>
                    <a:pt x="135340" y="30428"/>
                  </a:moveTo>
                  <a:lnTo>
                    <a:pt x="170485" y="43021"/>
                  </a:lnTo>
                  <a:lnTo>
                    <a:pt x="166292" y="46166"/>
                  </a:lnTo>
                  <a:lnTo>
                    <a:pt x="0" y="8400"/>
                  </a:lnTo>
                  <a:lnTo>
                    <a:pt x="2096" y="0"/>
                  </a:lnTo>
                  <a:lnTo>
                    <a:pt x="135340" y="30428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5" name="フリーフォーム: 図形 44">
              <a:extLst>
                <a:ext uri="{FF2B5EF4-FFF2-40B4-BE49-F238E27FC236}">
                  <a16:creationId xmlns:a16="http://schemas.microsoft.com/office/drawing/2014/main" id="{A9649928-62E1-59E7-C767-69925950A29D}"/>
                </a:ext>
              </a:extLst>
            </p:cNvPr>
            <p:cNvSpPr/>
            <p:nvPr/>
          </p:nvSpPr>
          <p:spPr>
            <a:xfrm>
              <a:off x="3220403" y="2173899"/>
              <a:ext cx="84277" cy="107408"/>
            </a:xfrm>
            <a:custGeom>
              <a:avLst/>
              <a:gdLst>
                <a:gd name="connsiteX0" fmla="*/ 0 w 49200"/>
                <a:gd name="connsiteY0" fmla="*/ 62704 h 62704"/>
                <a:gd name="connsiteX1" fmla="*/ 0 w 49200"/>
                <a:gd name="connsiteY1" fmla="*/ 0 h 62704"/>
                <a:gd name="connsiteX2" fmla="*/ 8303 w 49200"/>
                <a:gd name="connsiteY2" fmla="*/ 0 h 62704"/>
                <a:gd name="connsiteX3" fmla="*/ 8303 w 49200"/>
                <a:gd name="connsiteY3" fmla="*/ 25752 h 62704"/>
                <a:gd name="connsiteX4" fmla="*/ 40897 w 49200"/>
                <a:gd name="connsiteY4" fmla="*/ 25752 h 62704"/>
                <a:gd name="connsiteX5" fmla="*/ 40897 w 49200"/>
                <a:gd name="connsiteY5" fmla="*/ 0 h 62704"/>
                <a:gd name="connsiteX6" fmla="*/ 49201 w 49200"/>
                <a:gd name="connsiteY6" fmla="*/ 0 h 62704"/>
                <a:gd name="connsiteX7" fmla="*/ 49201 w 49200"/>
                <a:gd name="connsiteY7" fmla="*/ 62704 h 62704"/>
                <a:gd name="connsiteX8" fmla="*/ 40897 w 49200"/>
                <a:gd name="connsiteY8" fmla="*/ 62704 h 62704"/>
                <a:gd name="connsiteX9" fmla="*/ 40897 w 49200"/>
                <a:gd name="connsiteY9" fmla="*/ 33145 h 62704"/>
                <a:gd name="connsiteX10" fmla="*/ 8303 w 49200"/>
                <a:gd name="connsiteY10" fmla="*/ 33145 h 62704"/>
                <a:gd name="connsiteX11" fmla="*/ 8303 w 49200"/>
                <a:gd name="connsiteY11" fmla="*/ 62704 h 62704"/>
                <a:gd name="connsiteX12" fmla="*/ 0 w 49200"/>
                <a:gd name="connsiteY12" fmla="*/ 62704 h 62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00" h="62704">
                  <a:moveTo>
                    <a:pt x="0" y="62704"/>
                  </a:moveTo>
                  <a:lnTo>
                    <a:pt x="0" y="0"/>
                  </a:lnTo>
                  <a:lnTo>
                    <a:pt x="8303" y="0"/>
                  </a:lnTo>
                  <a:lnTo>
                    <a:pt x="8303" y="25752"/>
                  </a:lnTo>
                  <a:lnTo>
                    <a:pt x="40897" y="25752"/>
                  </a:lnTo>
                  <a:lnTo>
                    <a:pt x="40897" y="0"/>
                  </a:lnTo>
                  <a:lnTo>
                    <a:pt x="49201" y="0"/>
                  </a:lnTo>
                  <a:lnTo>
                    <a:pt x="49201" y="62704"/>
                  </a:lnTo>
                  <a:lnTo>
                    <a:pt x="40897" y="62704"/>
                  </a:lnTo>
                  <a:lnTo>
                    <a:pt x="40897" y="33145"/>
                  </a:lnTo>
                  <a:lnTo>
                    <a:pt x="8303" y="33145"/>
                  </a:lnTo>
                  <a:lnTo>
                    <a:pt x="8303" y="62704"/>
                  </a:lnTo>
                  <a:lnTo>
                    <a:pt x="0" y="62704"/>
                  </a:lnTo>
                  <a:close/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6" name="フリーフォーム: 図形 45">
              <a:extLst>
                <a:ext uri="{FF2B5EF4-FFF2-40B4-BE49-F238E27FC236}">
                  <a16:creationId xmlns:a16="http://schemas.microsoft.com/office/drawing/2014/main" id="{D316C312-EF22-D8E7-5017-AF00687A9215}"/>
                </a:ext>
              </a:extLst>
            </p:cNvPr>
            <p:cNvSpPr/>
            <p:nvPr/>
          </p:nvSpPr>
          <p:spPr>
            <a:xfrm>
              <a:off x="3255112" y="2310038"/>
              <a:ext cx="14365" cy="293850"/>
            </a:xfrm>
            <a:custGeom>
              <a:avLst/>
              <a:gdLst>
                <a:gd name="connsiteX0" fmla="*/ 8386 w 8386"/>
                <a:gd name="connsiteY0" fmla="*/ 145312 h 171547"/>
                <a:gd name="connsiteX1" fmla="*/ 4193 w 8386"/>
                <a:gd name="connsiteY1" fmla="*/ 171547 h 171547"/>
                <a:gd name="connsiteX2" fmla="*/ 0 w 8386"/>
                <a:gd name="connsiteY2" fmla="*/ 154761 h 171547"/>
                <a:gd name="connsiteX3" fmla="*/ 0 w 8386"/>
                <a:gd name="connsiteY3" fmla="*/ 0 h 171547"/>
                <a:gd name="connsiteX4" fmla="*/ 8386 w 8386"/>
                <a:gd name="connsiteY4" fmla="*/ 0 h 171547"/>
                <a:gd name="connsiteX5" fmla="*/ 8386 w 8386"/>
                <a:gd name="connsiteY5" fmla="*/ 145312 h 1715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86" h="171547">
                  <a:moveTo>
                    <a:pt x="8386" y="145312"/>
                  </a:moveTo>
                  <a:lnTo>
                    <a:pt x="4193" y="171547"/>
                  </a:lnTo>
                  <a:lnTo>
                    <a:pt x="0" y="154761"/>
                  </a:lnTo>
                  <a:lnTo>
                    <a:pt x="0" y="0"/>
                  </a:lnTo>
                  <a:lnTo>
                    <a:pt x="8386" y="0"/>
                  </a:lnTo>
                  <a:lnTo>
                    <a:pt x="8386" y="145312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7" name="フリーフォーム: 図形 46">
              <a:extLst>
                <a:ext uri="{FF2B5EF4-FFF2-40B4-BE49-F238E27FC236}">
                  <a16:creationId xmlns:a16="http://schemas.microsoft.com/office/drawing/2014/main" id="{7C939B26-25F2-603D-693F-F1EDD28830E1}"/>
                </a:ext>
              </a:extLst>
            </p:cNvPr>
            <p:cNvSpPr/>
            <p:nvPr/>
          </p:nvSpPr>
          <p:spPr>
            <a:xfrm>
              <a:off x="3752368" y="3090442"/>
              <a:ext cx="84277" cy="107408"/>
            </a:xfrm>
            <a:custGeom>
              <a:avLst/>
              <a:gdLst>
                <a:gd name="connsiteX0" fmla="*/ 0 w 49200"/>
                <a:gd name="connsiteY0" fmla="*/ 62704 h 62704"/>
                <a:gd name="connsiteX1" fmla="*/ 0 w 49200"/>
                <a:gd name="connsiteY1" fmla="*/ 0 h 62704"/>
                <a:gd name="connsiteX2" fmla="*/ 8303 w 49200"/>
                <a:gd name="connsiteY2" fmla="*/ 0 h 62704"/>
                <a:gd name="connsiteX3" fmla="*/ 8303 w 49200"/>
                <a:gd name="connsiteY3" fmla="*/ 25738 h 62704"/>
                <a:gd name="connsiteX4" fmla="*/ 40897 w 49200"/>
                <a:gd name="connsiteY4" fmla="*/ 25738 h 62704"/>
                <a:gd name="connsiteX5" fmla="*/ 40897 w 49200"/>
                <a:gd name="connsiteY5" fmla="*/ 0 h 62704"/>
                <a:gd name="connsiteX6" fmla="*/ 49201 w 49200"/>
                <a:gd name="connsiteY6" fmla="*/ 0 h 62704"/>
                <a:gd name="connsiteX7" fmla="*/ 49201 w 49200"/>
                <a:gd name="connsiteY7" fmla="*/ 62704 h 62704"/>
                <a:gd name="connsiteX8" fmla="*/ 40897 w 49200"/>
                <a:gd name="connsiteY8" fmla="*/ 62704 h 62704"/>
                <a:gd name="connsiteX9" fmla="*/ 40897 w 49200"/>
                <a:gd name="connsiteY9" fmla="*/ 33145 h 62704"/>
                <a:gd name="connsiteX10" fmla="*/ 8303 w 49200"/>
                <a:gd name="connsiteY10" fmla="*/ 33145 h 62704"/>
                <a:gd name="connsiteX11" fmla="*/ 8303 w 49200"/>
                <a:gd name="connsiteY11" fmla="*/ 62704 h 62704"/>
                <a:gd name="connsiteX12" fmla="*/ 0 w 49200"/>
                <a:gd name="connsiteY12" fmla="*/ 62704 h 62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00" h="62704">
                  <a:moveTo>
                    <a:pt x="0" y="62704"/>
                  </a:moveTo>
                  <a:lnTo>
                    <a:pt x="0" y="0"/>
                  </a:lnTo>
                  <a:lnTo>
                    <a:pt x="8303" y="0"/>
                  </a:lnTo>
                  <a:lnTo>
                    <a:pt x="8303" y="25738"/>
                  </a:lnTo>
                  <a:lnTo>
                    <a:pt x="40897" y="25738"/>
                  </a:lnTo>
                  <a:lnTo>
                    <a:pt x="40897" y="0"/>
                  </a:lnTo>
                  <a:lnTo>
                    <a:pt x="49201" y="0"/>
                  </a:lnTo>
                  <a:lnTo>
                    <a:pt x="49201" y="62704"/>
                  </a:lnTo>
                  <a:lnTo>
                    <a:pt x="40897" y="62704"/>
                  </a:lnTo>
                  <a:lnTo>
                    <a:pt x="40897" y="33145"/>
                  </a:lnTo>
                  <a:lnTo>
                    <a:pt x="8303" y="33145"/>
                  </a:lnTo>
                  <a:lnTo>
                    <a:pt x="8303" y="62704"/>
                  </a:lnTo>
                  <a:lnTo>
                    <a:pt x="0" y="62704"/>
                  </a:lnTo>
                  <a:close/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48" name="フリーフォーム: 図形 47">
              <a:extLst>
                <a:ext uri="{FF2B5EF4-FFF2-40B4-BE49-F238E27FC236}">
                  <a16:creationId xmlns:a16="http://schemas.microsoft.com/office/drawing/2014/main" id="{0D0E303C-D800-8E97-DDA7-7DF9FA38A010}"/>
                </a:ext>
              </a:extLst>
            </p:cNvPr>
            <p:cNvSpPr/>
            <p:nvPr/>
          </p:nvSpPr>
          <p:spPr>
            <a:xfrm>
              <a:off x="3787053" y="2756639"/>
              <a:ext cx="15286" cy="304623"/>
            </a:xfrm>
            <a:custGeom>
              <a:avLst/>
              <a:gdLst>
                <a:gd name="connsiteX0" fmla="*/ 8924 w 8924"/>
                <a:gd name="connsiteY0" fmla="*/ 177837 h 177836"/>
                <a:gd name="connsiteX1" fmla="*/ 0 w 8924"/>
                <a:gd name="connsiteY1" fmla="*/ 177837 h 177836"/>
                <a:gd name="connsiteX2" fmla="*/ 0 w 8924"/>
                <a:gd name="connsiteY2" fmla="*/ 3145 h 177836"/>
                <a:gd name="connsiteX3" fmla="*/ 4193 w 8924"/>
                <a:gd name="connsiteY3" fmla="*/ 0 h 177836"/>
                <a:gd name="connsiteX4" fmla="*/ 8924 w 8924"/>
                <a:gd name="connsiteY4" fmla="*/ 3145 h 177836"/>
                <a:gd name="connsiteX5" fmla="*/ 8924 w 8924"/>
                <a:gd name="connsiteY5" fmla="*/ 177837 h 1778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24" h="177836">
                  <a:moveTo>
                    <a:pt x="8924" y="177837"/>
                  </a:moveTo>
                  <a:lnTo>
                    <a:pt x="0" y="177837"/>
                  </a:lnTo>
                  <a:lnTo>
                    <a:pt x="0" y="3145"/>
                  </a:lnTo>
                  <a:lnTo>
                    <a:pt x="4193" y="0"/>
                  </a:lnTo>
                  <a:lnTo>
                    <a:pt x="8924" y="3145"/>
                  </a:lnTo>
                  <a:lnTo>
                    <a:pt x="8924" y="177837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grpSp>
          <p:nvGrpSpPr>
            <p:cNvPr id="49" name="グラフィックス 4">
              <a:extLst>
                <a:ext uri="{FF2B5EF4-FFF2-40B4-BE49-F238E27FC236}">
                  <a16:creationId xmlns:a16="http://schemas.microsoft.com/office/drawing/2014/main" id="{4677D646-2E7E-25B5-00AD-E1F38A6C5970}"/>
                </a:ext>
              </a:extLst>
            </p:cNvPr>
            <p:cNvGrpSpPr/>
            <p:nvPr/>
          </p:nvGrpSpPr>
          <p:grpSpPr>
            <a:xfrm>
              <a:off x="3492399" y="2812657"/>
              <a:ext cx="205791" cy="111141"/>
              <a:chOff x="3836464" y="2384818"/>
              <a:chExt cx="120139" cy="64883"/>
            </a:xfrm>
            <a:solidFill>
              <a:srgbClr val="000000"/>
            </a:solidFill>
          </p:grpSpPr>
          <p:sp>
            <p:nvSpPr>
              <p:cNvPr id="102" name="フリーフォーム: 図形 101">
                <a:extLst>
                  <a:ext uri="{FF2B5EF4-FFF2-40B4-BE49-F238E27FC236}">
                    <a16:creationId xmlns:a16="http://schemas.microsoft.com/office/drawing/2014/main" id="{956F8A1F-7E28-84D1-63AC-B7C8D5A7C3FA}"/>
                  </a:ext>
                </a:extLst>
              </p:cNvPr>
              <p:cNvSpPr/>
              <p:nvPr/>
            </p:nvSpPr>
            <p:spPr>
              <a:xfrm>
                <a:off x="3836464" y="2384818"/>
                <a:ext cx="59986" cy="64883"/>
              </a:xfrm>
              <a:custGeom>
                <a:avLst/>
                <a:gdLst>
                  <a:gd name="connsiteX0" fmla="*/ 0 w 59986"/>
                  <a:gd name="connsiteY0" fmla="*/ 33283 h 64883"/>
                  <a:gd name="connsiteX1" fmla="*/ 8386 w 59986"/>
                  <a:gd name="connsiteY1" fmla="*/ 8842 h 64883"/>
                  <a:gd name="connsiteX2" fmla="*/ 30028 w 59986"/>
                  <a:gd name="connsiteY2" fmla="*/ 0 h 64883"/>
                  <a:gd name="connsiteX3" fmla="*/ 45683 w 59986"/>
                  <a:gd name="connsiteY3" fmla="*/ 4152 h 64883"/>
                  <a:gd name="connsiteX4" fmla="*/ 56318 w 59986"/>
                  <a:gd name="connsiteY4" fmla="*/ 15724 h 64883"/>
                  <a:gd name="connsiteX5" fmla="*/ 59987 w 59986"/>
                  <a:gd name="connsiteY5" fmla="*/ 32566 h 64883"/>
                  <a:gd name="connsiteX6" fmla="*/ 56139 w 59986"/>
                  <a:gd name="connsiteY6" fmla="*/ 49628 h 64883"/>
                  <a:gd name="connsiteX7" fmla="*/ 45228 w 59986"/>
                  <a:gd name="connsiteY7" fmla="*/ 61021 h 64883"/>
                  <a:gd name="connsiteX8" fmla="*/ 30000 w 59986"/>
                  <a:gd name="connsiteY8" fmla="*/ 64884 h 64883"/>
                  <a:gd name="connsiteX9" fmla="*/ 14193 w 59986"/>
                  <a:gd name="connsiteY9" fmla="*/ 60608 h 64883"/>
                  <a:gd name="connsiteX10" fmla="*/ 3614 w 59986"/>
                  <a:gd name="connsiteY10" fmla="*/ 48925 h 64883"/>
                  <a:gd name="connsiteX11" fmla="*/ 0 w 59986"/>
                  <a:gd name="connsiteY11" fmla="*/ 33283 h 64883"/>
                  <a:gd name="connsiteX12" fmla="*/ 8566 w 59986"/>
                  <a:gd name="connsiteY12" fmla="*/ 33407 h 64883"/>
                  <a:gd name="connsiteX13" fmla="*/ 14648 w 59986"/>
                  <a:gd name="connsiteY13" fmla="*/ 51270 h 64883"/>
                  <a:gd name="connsiteX14" fmla="*/ 29931 w 59986"/>
                  <a:gd name="connsiteY14" fmla="*/ 57794 h 64883"/>
                  <a:gd name="connsiteX15" fmla="*/ 45352 w 59986"/>
                  <a:gd name="connsiteY15" fmla="*/ 51201 h 64883"/>
                  <a:gd name="connsiteX16" fmla="*/ 51394 w 59986"/>
                  <a:gd name="connsiteY16" fmla="*/ 32511 h 64883"/>
                  <a:gd name="connsiteX17" fmla="*/ 48801 w 59986"/>
                  <a:gd name="connsiteY17" fmla="*/ 19145 h 64883"/>
                  <a:gd name="connsiteX18" fmla="*/ 41228 w 59986"/>
                  <a:gd name="connsiteY18" fmla="*/ 10290 h 64883"/>
                  <a:gd name="connsiteX19" fmla="*/ 30042 w 59986"/>
                  <a:gd name="connsiteY19" fmla="*/ 7131 h 64883"/>
                  <a:gd name="connsiteX20" fmla="*/ 14869 w 59986"/>
                  <a:gd name="connsiteY20" fmla="*/ 13186 h 64883"/>
                  <a:gd name="connsiteX21" fmla="*/ 8566 w 59986"/>
                  <a:gd name="connsiteY21" fmla="*/ 33407 h 648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9986" h="64883">
                    <a:moveTo>
                      <a:pt x="0" y="33283"/>
                    </a:moveTo>
                    <a:cubicBezTo>
                      <a:pt x="0" y="22869"/>
                      <a:pt x="2800" y="14717"/>
                      <a:pt x="8386" y="8842"/>
                    </a:cubicBezTo>
                    <a:cubicBezTo>
                      <a:pt x="13973" y="2966"/>
                      <a:pt x="21186" y="0"/>
                      <a:pt x="30028" y="0"/>
                    </a:cubicBezTo>
                    <a:cubicBezTo>
                      <a:pt x="35807" y="0"/>
                      <a:pt x="41035" y="1393"/>
                      <a:pt x="45683" y="4152"/>
                    </a:cubicBezTo>
                    <a:cubicBezTo>
                      <a:pt x="50332" y="6910"/>
                      <a:pt x="53877" y="10773"/>
                      <a:pt x="56318" y="15724"/>
                    </a:cubicBezTo>
                    <a:cubicBezTo>
                      <a:pt x="58759" y="20676"/>
                      <a:pt x="59987" y="26290"/>
                      <a:pt x="59987" y="32566"/>
                    </a:cubicBezTo>
                    <a:cubicBezTo>
                      <a:pt x="59987" y="38925"/>
                      <a:pt x="58690" y="44608"/>
                      <a:pt x="56139" y="49628"/>
                    </a:cubicBezTo>
                    <a:cubicBezTo>
                      <a:pt x="53559" y="54635"/>
                      <a:pt x="49932" y="58442"/>
                      <a:pt x="45228" y="61021"/>
                    </a:cubicBezTo>
                    <a:cubicBezTo>
                      <a:pt x="40525" y="63601"/>
                      <a:pt x="35449" y="64884"/>
                      <a:pt x="30000" y="64884"/>
                    </a:cubicBezTo>
                    <a:cubicBezTo>
                      <a:pt x="24097" y="64884"/>
                      <a:pt x="18828" y="63463"/>
                      <a:pt x="14193" y="60608"/>
                    </a:cubicBezTo>
                    <a:cubicBezTo>
                      <a:pt x="9531" y="57752"/>
                      <a:pt x="6014" y="53863"/>
                      <a:pt x="3614" y="48925"/>
                    </a:cubicBezTo>
                    <a:cubicBezTo>
                      <a:pt x="1214" y="43987"/>
                      <a:pt x="0" y="38773"/>
                      <a:pt x="0" y="33283"/>
                    </a:cubicBezTo>
                    <a:close/>
                    <a:moveTo>
                      <a:pt x="8566" y="33407"/>
                    </a:moveTo>
                    <a:cubicBezTo>
                      <a:pt x="8566" y="40966"/>
                      <a:pt x="10579" y="46911"/>
                      <a:pt x="14648" y="51270"/>
                    </a:cubicBezTo>
                    <a:cubicBezTo>
                      <a:pt x="18717" y="55628"/>
                      <a:pt x="23807" y="57794"/>
                      <a:pt x="29931" y="57794"/>
                    </a:cubicBezTo>
                    <a:cubicBezTo>
                      <a:pt x="36180" y="57794"/>
                      <a:pt x="41325" y="55601"/>
                      <a:pt x="45352" y="51201"/>
                    </a:cubicBezTo>
                    <a:cubicBezTo>
                      <a:pt x="49394" y="46814"/>
                      <a:pt x="51394" y="40580"/>
                      <a:pt x="51394" y="32511"/>
                    </a:cubicBezTo>
                    <a:cubicBezTo>
                      <a:pt x="51394" y="27421"/>
                      <a:pt x="50525" y="22966"/>
                      <a:pt x="48801" y="19145"/>
                    </a:cubicBezTo>
                    <a:cubicBezTo>
                      <a:pt x="47076" y="15324"/>
                      <a:pt x="44552" y="12386"/>
                      <a:pt x="41228" y="10290"/>
                    </a:cubicBezTo>
                    <a:cubicBezTo>
                      <a:pt x="37918" y="8193"/>
                      <a:pt x="34180" y="7131"/>
                      <a:pt x="30042" y="7131"/>
                    </a:cubicBezTo>
                    <a:cubicBezTo>
                      <a:pt x="24166" y="7131"/>
                      <a:pt x="19104" y="9145"/>
                      <a:pt x="14869" y="13186"/>
                    </a:cubicBezTo>
                    <a:cubicBezTo>
                      <a:pt x="10676" y="17228"/>
                      <a:pt x="8566" y="23959"/>
                      <a:pt x="8566" y="33407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3" name="フリーフォーム: 図形 102">
                <a:extLst>
                  <a:ext uri="{FF2B5EF4-FFF2-40B4-BE49-F238E27FC236}">
                    <a16:creationId xmlns:a16="http://schemas.microsoft.com/office/drawing/2014/main" id="{66A78A13-B579-5EA2-1D8B-546D0078A455}"/>
                  </a:ext>
                </a:extLst>
              </p:cNvPr>
              <p:cNvSpPr/>
              <p:nvPr/>
            </p:nvSpPr>
            <p:spPr>
              <a:xfrm>
                <a:off x="3907403" y="2385936"/>
                <a:ext cx="49200" cy="62704"/>
              </a:xfrm>
              <a:custGeom>
                <a:avLst/>
                <a:gdLst>
                  <a:gd name="connsiteX0" fmla="*/ 0 w 49200"/>
                  <a:gd name="connsiteY0" fmla="*/ 62704 h 62704"/>
                  <a:gd name="connsiteX1" fmla="*/ 0 w 49200"/>
                  <a:gd name="connsiteY1" fmla="*/ 0 h 62704"/>
                  <a:gd name="connsiteX2" fmla="*/ 8303 w 49200"/>
                  <a:gd name="connsiteY2" fmla="*/ 0 h 62704"/>
                  <a:gd name="connsiteX3" fmla="*/ 8303 w 49200"/>
                  <a:gd name="connsiteY3" fmla="*/ 25738 h 62704"/>
                  <a:gd name="connsiteX4" fmla="*/ 40897 w 49200"/>
                  <a:gd name="connsiteY4" fmla="*/ 25738 h 62704"/>
                  <a:gd name="connsiteX5" fmla="*/ 40897 w 49200"/>
                  <a:gd name="connsiteY5" fmla="*/ 0 h 62704"/>
                  <a:gd name="connsiteX6" fmla="*/ 49201 w 49200"/>
                  <a:gd name="connsiteY6" fmla="*/ 0 h 62704"/>
                  <a:gd name="connsiteX7" fmla="*/ 49201 w 49200"/>
                  <a:gd name="connsiteY7" fmla="*/ 62704 h 62704"/>
                  <a:gd name="connsiteX8" fmla="*/ 40897 w 49200"/>
                  <a:gd name="connsiteY8" fmla="*/ 62704 h 62704"/>
                  <a:gd name="connsiteX9" fmla="*/ 40897 w 49200"/>
                  <a:gd name="connsiteY9" fmla="*/ 33145 h 62704"/>
                  <a:gd name="connsiteX10" fmla="*/ 8303 w 49200"/>
                  <a:gd name="connsiteY10" fmla="*/ 33145 h 62704"/>
                  <a:gd name="connsiteX11" fmla="*/ 8303 w 49200"/>
                  <a:gd name="connsiteY11" fmla="*/ 62704 h 62704"/>
                  <a:gd name="connsiteX12" fmla="*/ 0 w 49200"/>
                  <a:gd name="connsiteY12" fmla="*/ 62704 h 62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200" h="62704">
                    <a:moveTo>
                      <a:pt x="0" y="62704"/>
                    </a:moveTo>
                    <a:lnTo>
                      <a:pt x="0" y="0"/>
                    </a:lnTo>
                    <a:lnTo>
                      <a:pt x="8303" y="0"/>
                    </a:lnTo>
                    <a:lnTo>
                      <a:pt x="8303" y="25738"/>
                    </a:lnTo>
                    <a:lnTo>
                      <a:pt x="40897" y="25738"/>
                    </a:lnTo>
                    <a:lnTo>
                      <a:pt x="40897" y="0"/>
                    </a:lnTo>
                    <a:lnTo>
                      <a:pt x="49201" y="0"/>
                    </a:lnTo>
                    <a:lnTo>
                      <a:pt x="49201" y="62704"/>
                    </a:lnTo>
                    <a:lnTo>
                      <a:pt x="40897" y="62704"/>
                    </a:lnTo>
                    <a:lnTo>
                      <a:pt x="40897" y="33145"/>
                    </a:lnTo>
                    <a:lnTo>
                      <a:pt x="8303" y="33145"/>
                    </a:lnTo>
                    <a:lnTo>
                      <a:pt x="8303" y="62704"/>
                    </a:lnTo>
                    <a:lnTo>
                      <a:pt x="0" y="62704"/>
                    </a:lnTo>
                    <a:close/>
                  </a:path>
                </a:pathLst>
              </a:custGeom>
              <a:solidFill>
                <a:srgbClr val="000000"/>
              </a:solidFill>
              <a:ln w="137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89" name="フリーフォーム: 図形 88">
              <a:extLst>
                <a:ext uri="{FF2B5EF4-FFF2-40B4-BE49-F238E27FC236}">
                  <a16:creationId xmlns:a16="http://schemas.microsoft.com/office/drawing/2014/main" id="{CD39CEB2-86E9-5D40-596F-D8421ECA11C6}"/>
                </a:ext>
              </a:extLst>
            </p:cNvPr>
            <p:cNvSpPr/>
            <p:nvPr/>
          </p:nvSpPr>
          <p:spPr>
            <a:xfrm>
              <a:off x="3262295" y="2603889"/>
              <a:ext cx="228238" cy="209359"/>
            </a:xfrm>
            <a:custGeom>
              <a:avLst/>
              <a:gdLst>
                <a:gd name="connsiteX0" fmla="*/ 10497 w 133243"/>
                <a:gd name="connsiteY0" fmla="*/ 15200 h 122222"/>
                <a:gd name="connsiteX1" fmla="*/ 0 w 133243"/>
                <a:gd name="connsiteY1" fmla="*/ 0 h 122222"/>
                <a:gd name="connsiteX2" fmla="*/ 46690 w 133243"/>
                <a:gd name="connsiteY2" fmla="*/ 36718 h 122222"/>
                <a:gd name="connsiteX3" fmla="*/ 133243 w 133243"/>
                <a:gd name="connsiteY3" fmla="*/ 115919 h 122222"/>
                <a:gd name="connsiteX4" fmla="*/ 126940 w 133243"/>
                <a:gd name="connsiteY4" fmla="*/ 122222 h 122222"/>
                <a:gd name="connsiteX5" fmla="*/ 10497 w 133243"/>
                <a:gd name="connsiteY5" fmla="*/ 15200 h 1222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3243" h="122222">
                  <a:moveTo>
                    <a:pt x="10497" y="15200"/>
                  </a:moveTo>
                  <a:lnTo>
                    <a:pt x="0" y="0"/>
                  </a:lnTo>
                  <a:lnTo>
                    <a:pt x="46690" y="36718"/>
                  </a:lnTo>
                  <a:lnTo>
                    <a:pt x="133243" y="115919"/>
                  </a:lnTo>
                  <a:lnTo>
                    <a:pt x="126940" y="122222"/>
                  </a:lnTo>
                  <a:lnTo>
                    <a:pt x="10497" y="15200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0" name="フリーフォーム: 図形 89">
              <a:extLst>
                <a:ext uri="{FF2B5EF4-FFF2-40B4-BE49-F238E27FC236}">
                  <a16:creationId xmlns:a16="http://schemas.microsoft.com/office/drawing/2014/main" id="{1B52FF66-097A-49CC-9305-739C81610277}"/>
                </a:ext>
              </a:extLst>
            </p:cNvPr>
            <p:cNvSpPr/>
            <p:nvPr/>
          </p:nvSpPr>
          <p:spPr>
            <a:xfrm>
              <a:off x="2940941" y="2764246"/>
              <a:ext cx="84277" cy="107408"/>
            </a:xfrm>
            <a:custGeom>
              <a:avLst/>
              <a:gdLst>
                <a:gd name="connsiteX0" fmla="*/ 0 w 49200"/>
                <a:gd name="connsiteY0" fmla="*/ 62704 h 62704"/>
                <a:gd name="connsiteX1" fmla="*/ 0 w 49200"/>
                <a:gd name="connsiteY1" fmla="*/ 0 h 62704"/>
                <a:gd name="connsiteX2" fmla="*/ 8304 w 49200"/>
                <a:gd name="connsiteY2" fmla="*/ 0 h 62704"/>
                <a:gd name="connsiteX3" fmla="*/ 8304 w 49200"/>
                <a:gd name="connsiteY3" fmla="*/ 25738 h 62704"/>
                <a:gd name="connsiteX4" fmla="*/ 40897 w 49200"/>
                <a:gd name="connsiteY4" fmla="*/ 25738 h 62704"/>
                <a:gd name="connsiteX5" fmla="*/ 40897 w 49200"/>
                <a:gd name="connsiteY5" fmla="*/ 0 h 62704"/>
                <a:gd name="connsiteX6" fmla="*/ 49201 w 49200"/>
                <a:gd name="connsiteY6" fmla="*/ 0 h 62704"/>
                <a:gd name="connsiteX7" fmla="*/ 49201 w 49200"/>
                <a:gd name="connsiteY7" fmla="*/ 62704 h 62704"/>
                <a:gd name="connsiteX8" fmla="*/ 40897 w 49200"/>
                <a:gd name="connsiteY8" fmla="*/ 62704 h 62704"/>
                <a:gd name="connsiteX9" fmla="*/ 40897 w 49200"/>
                <a:gd name="connsiteY9" fmla="*/ 33145 h 62704"/>
                <a:gd name="connsiteX10" fmla="*/ 8304 w 49200"/>
                <a:gd name="connsiteY10" fmla="*/ 33145 h 62704"/>
                <a:gd name="connsiteX11" fmla="*/ 8304 w 49200"/>
                <a:gd name="connsiteY11" fmla="*/ 62704 h 62704"/>
                <a:gd name="connsiteX12" fmla="*/ 0 w 49200"/>
                <a:gd name="connsiteY12" fmla="*/ 62704 h 62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9200" h="62704">
                  <a:moveTo>
                    <a:pt x="0" y="62704"/>
                  </a:moveTo>
                  <a:lnTo>
                    <a:pt x="0" y="0"/>
                  </a:lnTo>
                  <a:lnTo>
                    <a:pt x="8304" y="0"/>
                  </a:lnTo>
                  <a:lnTo>
                    <a:pt x="8304" y="25738"/>
                  </a:lnTo>
                  <a:lnTo>
                    <a:pt x="40897" y="25738"/>
                  </a:lnTo>
                  <a:lnTo>
                    <a:pt x="40897" y="0"/>
                  </a:lnTo>
                  <a:lnTo>
                    <a:pt x="49201" y="0"/>
                  </a:lnTo>
                  <a:lnTo>
                    <a:pt x="49201" y="62704"/>
                  </a:lnTo>
                  <a:lnTo>
                    <a:pt x="40897" y="62704"/>
                  </a:lnTo>
                  <a:lnTo>
                    <a:pt x="40897" y="33145"/>
                  </a:lnTo>
                  <a:lnTo>
                    <a:pt x="8304" y="33145"/>
                  </a:lnTo>
                  <a:lnTo>
                    <a:pt x="8304" y="62704"/>
                  </a:lnTo>
                  <a:lnTo>
                    <a:pt x="0" y="62704"/>
                  </a:lnTo>
                  <a:close/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1" name="フリーフォーム: 図形 90">
              <a:extLst>
                <a:ext uri="{FF2B5EF4-FFF2-40B4-BE49-F238E27FC236}">
                  <a16:creationId xmlns:a16="http://schemas.microsoft.com/office/drawing/2014/main" id="{585BA0D6-1EF6-A697-A81C-6984DC3087D0}"/>
                </a:ext>
              </a:extLst>
            </p:cNvPr>
            <p:cNvSpPr/>
            <p:nvPr/>
          </p:nvSpPr>
          <p:spPr>
            <a:xfrm>
              <a:off x="2975651" y="2429544"/>
              <a:ext cx="15262" cy="193198"/>
            </a:xfrm>
            <a:custGeom>
              <a:avLst/>
              <a:gdLst>
                <a:gd name="connsiteX0" fmla="*/ 0 w 8910"/>
                <a:gd name="connsiteY0" fmla="*/ 3159 h 112787"/>
                <a:gd name="connsiteX1" fmla="*/ 4717 w 8910"/>
                <a:gd name="connsiteY1" fmla="*/ 0 h 112787"/>
                <a:gd name="connsiteX2" fmla="*/ 8910 w 8910"/>
                <a:gd name="connsiteY2" fmla="*/ 3159 h 112787"/>
                <a:gd name="connsiteX3" fmla="*/ 8910 w 8910"/>
                <a:gd name="connsiteY3" fmla="*/ 110167 h 112787"/>
                <a:gd name="connsiteX4" fmla="*/ 0 w 8910"/>
                <a:gd name="connsiteY4" fmla="*/ 112788 h 112787"/>
                <a:gd name="connsiteX5" fmla="*/ 0 w 8910"/>
                <a:gd name="connsiteY5" fmla="*/ 3159 h 112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910" h="112787">
                  <a:moveTo>
                    <a:pt x="0" y="3159"/>
                  </a:moveTo>
                  <a:lnTo>
                    <a:pt x="4717" y="0"/>
                  </a:lnTo>
                  <a:lnTo>
                    <a:pt x="8910" y="3159"/>
                  </a:lnTo>
                  <a:lnTo>
                    <a:pt x="8910" y="110167"/>
                  </a:lnTo>
                  <a:lnTo>
                    <a:pt x="0" y="112788"/>
                  </a:lnTo>
                  <a:lnTo>
                    <a:pt x="0" y="3159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2" name="フリーフォーム: 図形 91">
              <a:extLst>
                <a:ext uri="{FF2B5EF4-FFF2-40B4-BE49-F238E27FC236}">
                  <a16:creationId xmlns:a16="http://schemas.microsoft.com/office/drawing/2014/main" id="{151C04F0-3DBB-F180-935D-135D605B9F31}"/>
                </a:ext>
              </a:extLst>
            </p:cNvPr>
            <p:cNvSpPr/>
            <p:nvPr/>
          </p:nvSpPr>
          <p:spPr>
            <a:xfrm>
              <a:off x="2658457" y="2212104"/>
              <a:ext cx="326172" cy="217439"/>
            </a:xfrm>
            <a:custGeom>
              <a:avLst/>
              <a:gdLst>
                <a:gd name="connsiteX0" fmla="*/ 0 w 190416"/>
                <a:gd name="connsiteY0" fmla="*/ 4717 h 126939"/>
                <a:gd name="connsiteX1" fmla="*/ 8911 w 190416"/>
                <a:gd name="connsiteY1" fmla="*/ 0 h 126939"/>
                <a:gd name="connsiteX2" fmla="*/ 190416 w 190416"/>
                <a:gd name="connsiteY2" fmla="*/ 122222 h 126939"/>
                <a:gd name="connsiteX3" fmla="*/ 189892 w 190416"/>
                <a:gd name="connsiteY3" fmla="*/ 126940 h 126939"/>
                <a:gd name="connsiteX4" fmla="*/ 164195 w 190416"/>
                <a:gd name="connsiteY4" fmla="*/ 114884 h 126939"/>
                <a:gd name="connsiteX5" fmla="*/ 0 w 190416"/>
                <a:gd name="connsiteY5" fmla="*/ 4717 h 126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90416" h="126939">
                  <a:moveTo>
                    <a:pt x="0" y="4717"/>
                  </a:moveTo>
                  <a:lnTo>
                    <a:pt x="8911" y="0"/>
                  </a:lnTo>
                  <a:lnTo>
                    <a:pt x="190416" y="122222"/>
                  </a:lnTo>
                  <a:lnTo>
                    <a:pt x="189892" y="126940"/>
                  </a:lnTo>
                  <a:lnTo>
                    <a:pt x="164195" y="114884"/>
                  </a:lnTo>
                  <a:lnTo>
                    <a:pt x="0" y="4717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grpSp>
          <p:nvGrpSpPr>
            <p:cNvPr id="93" name="グラフィックス 4">
              <a:extLst>
                <a:ext uri="{FF2B5EF4-FFF2-40B4-BE49-F238E27FC236}">
                  <a16:creationId xmlns:a16="http://schemas.microsoft.com/office/drawing/2014/main" id="{2E5AB254-2701-BDFA-1135-E62CD7EBAEE2}"/>
                </a:ext>
              </a:extLst>
            </p:cNvPr>
            <p:cNvGrpSpPr/>
            <p:nvPr/>
          </p:nvGrpSpPr>
          <p:grpSpPr>
            <a:xfrm>
              <a:off x="4113273" y="2614970"/>
              <a:ext cx="205791" cy="111165"/>
              <a:chOff x="4198924" y="2269410"/>
              <a:chExt cx="120139" cy="64897"/>
            </a:xfrm>
            <a:solidFill>
              <a:schemeClr val="tx1"/>
            </a:solidFill>
          </p:grpSpPr>
          <p:sp>
            <p:nvSpPr>
              <p:cNvPr id="100" name="フリーフォーム: 図形 99">
                <a:extLst>
                  <a:ext uri="{FF2B5EF4-FFF2-40B4-BE49-F238E27FC236}">
                    <a16:creationId xmlns:a16="http://schemas.microsoft.com/office/drawing/2014/main" id="{C955600D-32F5-55EB-8A83-57EC83C1ACE7}"/>
                  </a:ext>
                </a:extLst>
              </p:cNvPr>
              <p:cNvSpPr/>
              <p:nvPr/>
            </p:nvSpPr>
            <p:spPr>
              <a:xfrm>
                <a:off x="4198924" y="2269410"/>
                <a:ext cx="59986" cy="64897"/>
              </a:xfrm>
              <a:custGeom>
                <a:avLst/>
                <a:gdLst>
                  <a:gd name="connsiteX0" fmla="*/ 0 w 59986"/>
                  <a:gd name="connsiteY0" fmla="*/ 33269 h 64897"/>
                  <a:gd name="connsiteX1" fmla="*/ 8386 w 59986"/>
                  <a:gd name="connsiteY1" fmla="*/ 8828 h 64897"/>
                  <a:gd name="connsiteX2" fmla="*/ 30028 w 59986"/>
                  <a:gd name="connsiteY2" fmla="*/ 0 h 64897"/>
                  <a:gd name="connsiteX3" fmla="*/ 45683 w 59986"/>
                  <a:gd name="connsiteY3" fmla="*/ 4152 h 64897"/>
                  <a:gd name="connsiteX4" fmla="*/ 56318 w 59986"/>
                  <a:gd name="connsiteY4" fmla="*/ 15724 h 64897"/>
                  <a:gd name="connsiteX5" fmla="*/ 59987 w 59986"/>
                  <a:gd name="connsiteY5" fmla="*/ 32552 h 64897"/>
                  <a:gd name="connsiteX6" fmla="*/ 56139 w 59986"/>
                  <a:gd name="connsiteY6" fmla="*/ 49614 h 64897"/>
                  <a:gd name="connsiteX7" fmla="*/ 45228 w 59986"/>
                  <a:gd name="connsiteY7" fmla="*/ 61021 h 64897"/>
                  <a:gd name="connsiteX8" fmla="*/ 30000 w 59986"/>
                  <a:gd name="connsiteY8" fmla="*/ 64897 h 64897"/>
                  <a:gd name="connsiteX9" fmla="*/ 14193 w 59986"/>
                  <a:gd name="connsiteY9" fmla="*/ 60621 h 64897"/>
                  <a:gd name="connsiteX10" fmla="*/ 3614 w 59986"/>
                  <a:gd name="connsiteY10" fmla="*/ 48939 h 64897"/>
                  <a:gd name="connsiteX11" fmla="*/ 0 w 59986"/>
                  <a:gd name="connsiteY11" fmla="*/ 33269 h 64897"/>
                  <a:gd name="connsiteX12" fmla="*/ 8566 w 59986"/>
                  <a:gd name="connsiteY12" fmla="*/ 33394 h 64897"/>
                  <a:gd name="connsiteX13" fmla="*/ 14648 w 59986"/>
                  <a:gd name="connsiteY13" fmla="*/ 51256 h 64897"/>
                  <a:gd name="connsiteX14" fmla="*/ 29931 w 59986"/>
                  <a:gd name="connsiteY14" fmla="*/ 57780 h 64897"/>
                  <a:gd name="connsiteX15" fmla="*/ 45352 w 59986"/>
                  <a:gd name="connsiteY15" fmla="*/ 51187 h 64897"/>
                  <a:gd name="connsiteX16" fmla="*/ 51394 w 59986"/>
                  <a:gd name="connsiteY16" fmla="*/ 32497 h 64897"/>
                  <a:gd name="connsiteX17" fmla="*/ 48801 w 59986"/>
                  <a:gd name="connsiteY17" fmla="*/ 19131 h 64897"/>
                  <a:gd name="connsiteX18" fmla="*/ 41228 w 59986"/>
                  <a:gd name="connsiteY18" fmla="*/ 10276 h 64897"/>
                  <a:gd name="connsiteX19" fmla="*/ 30042 w 59986"/>
                  <a:gd name="connsiteY19" fmla="*/ 7131 h 64897"/>
                  <a:gd name="connsiteX20" fmla="*/ 14869 w 59986"/>
                  <a:gd name="connsiteY20" fmla="*/ 13173 h 64897"/>
                  <a:gd name="connsiteX21" fmla="*/ 8566 w 59986"/>
                  <a:gd name="connsiteY21" fmla="*/ 33394 h 64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9986" h="64897">
                    <a:moveTo>
                      <a:pt x="0" y="33269"/>
                    </a:moveTo>
                    <a:cubicBezTo>
                      <a:pt x="0" y="22869"/>
                      <a:pt x="2800" y="14717"/>
                      <a:pt x="8386" y="8828"/>
                    </a:cubicBezTo>
                    <a:cubicBezTo>
                      <a:pt x="13973" y="2938"/>
                      <a:pt x="21186" y="0"/>
                      <a:pt x="30028" y="0"/>
                    </a:cubicBezTo>
                    <a:cubicBezTo>
                      <a:pt x="35807" y="0"/>
                      <a:pt x="41035" y="1379"/>
                      <a:pt x="45683" y="4152"/>
                    </a:cubicBezTo>
                    <a:cubicBezTo>
                      <a:pt x="50332" y="6924"/>
                      <a:pt x="53877" y="10773"/>
                      <a:pt x="56318" y="15724"/>
                    </a:cubicBezTo>
                    <a:cubicBezTo>
                      <a:pt x="58759" y="20676"/>
                      <a:pt x="59987" y="26290"/>
                      <a:pt x="59987" y="32552"/>
                    </a:cubicBezTo>
                    <a:cubicBezTo>
                      <a:pt x="59987" y="38911"/>
                      <a:pt x="58690" y="44607"/>
                      <a:pt x="56139" y="49614"/>
                    </a:cubicBezTo>
                    <a:cubicBezTo>
                      <a:pt x="53559" y="54635"/>
                      <a:pt x="49932" y="58442"/>
                      <a:pt x="45228" y="61021"/>
                    </a:cubicBezTo>
                    <a:cubicBezTo>
                      <a:pt x="40525" y="63601"/>
                      <a:pt x="35449" y="64897"/>
                      <a:pt x="30000" y="64897"/>
                    </a:cubicBezTo>
                    <a:cubicBezTo>
                      <a:pt x="24097" y="64897"/>
                      <a:pt x="18828" y="63463"/>
                      <a:pt x="14193" y="60621"/>
                    </a:cubicBezTo>
                    <a:cubicBezTo>
                      <a:pt x="9531" y="57766"/>
                      <a:pt x="6014" y="53877"/>
                      <a:pt x="3614" y="48939"/>
                    </a:cubicBezTo>
                    <a:cubicBezTo>
                      <a:pt x="1200" y="44001"/>
                      <a:pt x="0" y="38773"/>
                      <a:pt x="0" y="33269"/>
                    </a:cubicBezTo>
                    <a:close/>
                    <a:moveTo>
                      <a:pt x="8566" y="33394"/>
                    </a:moveTo>
                    <a:cubicBezTo>
                      <a:pt x="8566" y="40952"/>
                      <a:pt x="10579" y="46897"/>
                      <a:pt x="14648" y="51256"/>
                    </a:cubicBezTo>
                    <a:cubicBezTo>
                      <a:pt x="18717" y="55614"/>
                      <a:pt x="23807" y="57780"/>
                      <a:pt x="29931" y="57780"/>
                    </a:cubicBezTo>
                    <a:cubicBezTo>
                      <a:pt x="36180" y="57780"/>
                      <a:pt x="41325" y="55587"/>
                      <a:pt x="45352" y="51187"/>
                    </a:cubicBezTo>
                    <a:cubicBezTo>
                      <a:pt x="49394" y="46801"/>
                      <a:pt x="51394" y="40566"/>
                      <a:pt x="51394" y="32497"/>
                    </a:cubicBezTo>
                    <a:cubicBezTo>
                      <a:pt x="51394" y="27393"/>
                      <a:pt x="50525" y="22938"/>
                      <a:pt x="48801" y="19131"/>
                    </a:cubicBezTo>
                    <a:cubicBezTo>
                      <a:pt x="47076" y="15324"/>
                      <a:pt x="44552" y="12373"/>
                      <a:pt x="41228" y="10276"/>
                    </a:cubicBezTo>
                    <a:cubicBezTo>
                      <a:pt x="37918" y="8179"/>
                      <a:pt x="34180" y="7131"/>
                      <a:pt x="30042" y="7131"/>
                    </a:cubicBezTo>
                    <a:cubicBezTo>
                      <a:pt x="24166" y="7131"/>
                      <a:pt x="19104" y="9145"/>
                      <a:pt x="14869" y="13173"/>
                    </a:cubicBezTo>
                    <a:cubicBezTo>
                      <a:pt x="10690" y="17228"/>
                      <a:pt x="8566" y="23959"/>
                      <a:pt x="8566" y="33394"/>
                    </a:cubicBezTo>
                    <a:close/>
                  </a:path>
                </a:pathLst>
              </a:custGeom>
              <a:grpFill/>
              <a:ln w="137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101" name="フリーフォーム: 図形 100">
                <a:extLst>
                  <a:ext uri="{FF2B5EF4-FFF2-40B4-BE49-F238E27FC236}">
                    <a16:creationId xmlns:a16="http://schemas.microsoft.com/office/drawing/2014/main" id="{B27EC6E8-1342-BB66-3D11-2236BF773C20}"/>
                  </a:ext>
                </a:extLst>
              </p:cNvPr>
              <p:cNvSpPr/>
              <p:nvPr/>
            </p:nvSpPr>
            <p:spPr>
              <a:xfrm>
                <a:off x="4269863" y="2270527"/>
                <a:ext cx="49200" cy="62704"/>
              </a:xfrm>
              <a:custGeom>
                <a:avLst/>
                <a:gdLst>
                  <a:gd name="connsiteX0" fmla="*/ 0 w 49200"/>
                  <a:gd name="connsiteY0" fmla="*/ 62704 h 62704"/>
                  <a:gd name="connsiteX1" fmla="*/ 0 w 49200"/>
                  <a:gd name="connsiteY1" fmla="*/ 0 h 62704"/>
                  <a:gd name="connsiteX2" fmla="*/ 8303 w 49200"/>
                  <a:gd name="connsiteY2" fmla="*/ 0 h 62704"/>
                  <a:gd name="connsiteX3" fmla="*/ 8303 w 49200"/>
                  <a:gd name="connsiteY3" fmla="*/ 25752 h 62704"/>
                  <a:gd name="connsiteX4" fmla="*/ 40897 w 49200"/>
                  <a:gd name="connsiteY4" fmla="*/ 25752 h 62704"/>
                  <a:gd name="connsiteX5" fmla="*/ 40897 w 49200"/>
                  <a:gd name="connsiteY5" fmla="*/ 0 h 62704"/>
                  <a:gd name="connsiteX6" fmla="*/ 49201 w 49200"/>
                  <a:gd name="connsiteY6" fmla="*/ 0 h 62704"/>
                  <a:gd name="connsiteX7" fmla="*/ 49201 w 49200"/>
                  <a:gd name="connsiteY7" fmla="*/ 62704 h 62704"/>
                  <a:gd name="connsiteX8" fmla="*/ 40897 w 49200"/>
                  <a:gd name="connsiteY8" fmla="*/ 62704 h 62704"/>
                  <a:gd name="connsiteX9" fmla="*/ 40897 w 49200"/>
                  <a:gd name="connsiteY9" fmla="*/ 33145 h 62704"/>
                  <a:gd name="connsiteX10" fmla="*/ 8303 w 49200"/>
                  <a:gd name="connsiteY10" fmla="*/ 33145 h 62704"/>
                  <a:gd name="connsiteX11" fmla="*/ 8303 w 49200"/>
                  <a:gd name="connsiteY11" fmla="*/ 62704 h 62704"/>
                  <a:gd name="connsiteX12" fmla="*/ 0 w 49200"/>
                  <a:gd name="connsiteY12" fmla="*/ 62704 h 62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200" h="62704">
                    <a:moveTo>
                      <a:pt x="0" y="62704"/>
                    </a:moveTo>
                    <a:lnTo>
                      <a:pt x="0" y="0"/>
                    </a:lnTo>
                    <a:lnTo>
                      <a:pt x="8303" y="0"/>
                    </a:lnTo>
                    <a:lnTo>
                      <a:pt x="8303" y="25752"/>
                    </a:lnTo>
                    <a:lnTo>
                      <a:pt x="40897" y="25752"/>
                    </a:lnTo>
                    <a:lnTo>
                      <a:pt x="40897" y="0"/>
                    </a:lnTo>
                    <a:lnTo>
                      <a:pt x="49201" y="0"/>
                    </a:lnTo>
                    <a:lnTo>
                      <a:pt x="49201" y="62704"/>
                    </a:lnTo>
                    <a:lnTo>
                      <a:pt x="40897" y="62704"/>
                    </a:lnTo>
                    <a:lnTo>
                      <a:pt x="40897" y="33145"/>
                    </a:lnTo>
                    <a:lnTo>
                      <a:pt x="8303" y="33145"/>
                    </a:lnTo>
                    <a:lnTo>
                      <a:pt x="8303" y="62704"/>
                    </a:lnTo>
                    <a:lnTo>
                      <a:pt x="0" y="62704"/>
                    </a:lnTo>
                    <a:close/>
                  </a:path>
                </a:pathLst>
              </a:custGeom>
              <a:grpFill/>
              <a:ln w="137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94" name="フリーフォーム: 図形 93">
              <a:extLst>
                <a:ext uri="{FF2B5EF4-FFF2-40B4-BE49-F238E27FC236}">
                  <a16:creationId xmlns:a16="http://schemas.microsoft.com/office/drawing/2014/main" id="{13C278A2-9A31-7D88-C1EC-7E2B46DA7B4C}"/>
                </a:ext>
              </a:extLst>
            </p:cNvPr>
            <p:cNvSpPr/>
            <p:nvPr/>
          </p:nvSpPr>
          <p:spPr>
            <a:xfrm>
              <a:off x="3794235" y="2677557"/>
              <a:ext cx="292053" cy="84467"/>
            </a:xfrm>
            <a:custGeom>
              <a:avLst/>
              <a:gdLst>
                <a:gd name="connsiteX0" fmla="*/ 168402 w 170498"/>
                <a:gd name="connsiteY0" fmla="*/ 0 h 49311"/>
                <a:gd name="connsiteX1" fmla="*/ 170499 w 170498"/>
                <a:gd name="connsiteY1" fmla="*/ 8400 h 49311"/>
                <a:gd name="connsiteX2" fmla="*/ 4731 w 170498"/>
                <a:gd name="connsiteY2" fmla="*/ 49311 h 49311"/>
                <a:gd name="connsiteX3" fmla="*/ 0 w 170498"/>
                <a:gd name="connsiteY3" fmla="*/ 46166 h 49311"/>
                <a:gd name="connsiteX4" fmla="*/ 2635 w 170498"/>
                <a:gd name="connsiteY4" fmla="*/ 40925 h 49311"/>
                <a:gd name="connsiteX5" fmla="*/ 168402 w 170498"/>
                <a:gd name="connsiteY5" fmla="*/ 0 h 493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0498" h="49311">
                  <a:moveTo>
                    <a:pt x="168402" y="0"/>
                  </a:moveTo>
                  <a:lnTo>
                    <a:pt x="170499" y="8400"/>
                  </a:lnTo>
                  <a:lnTo>
                    <a:pt x="4731" y="49311"/>
                  </a:lnTo>
                  <a:lnTo>
                    <a:pt x="0" y="46166"/>
                  </a:lnTo>
                  <a:lnTo>
                    <a:pt x="2635" y="40925"/>
                  </a:lnTo>
                  <a:lnTo>
                    <a:pt x="168402" y="0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sp>
          <p:nvSpPr>
            <p:cNvPr id="95" name="フリーフォーム: 図形 94">
              <a:extLst>
                <a:ext uri="{FF2B5EF4-FFF2-40B4-BE49-F238E27FC236}">
                  <a16:creationId xmlns:a16="http://schemas.microsoft.com/office/drawing/2014/main" id="{C400E88B-5974-6207-5AA0-641D52210710}"/>
                </a:ext>
              </a:extLst>
            </p:cNvPr>
            <p:cNvSpPr/>
            <p:nvPr/>
          </p:nvSpPr>
          <p:spPr>
            <a:xfrm>
              <a:off x="2707933" y="2575135"/>
              <a:ext cx="572342" cy="210257"/>
            </a:xfrm>
            <a:custGeom>
              <a:avLst/>
              <a:gdLst>
                <a:gd name="connsiteX0" fmla="*/ 4717 w 324197"/>
                <a:gd name="connsiteY0" fmla="*/ 122746 h 122746"/>
                <a:gd name="connsiteX1" fmla="*/ 0 w 324197"/>
                <a:gd name="connsiteY1" fmla="*/ 105960 h 122746"/>
                <a:gd name="connsiteX2" fmla="*/ 16262 w 324197"/>
                <a:gd name="connsiteY2" fmla="*/ 82884 h 122746"/>
                <a:gd name="connsiteX3" fmla="*/ 309507 w 324197"/>
                <a:gd name="connsiteY3" fmla="*/ 0 h 122746"/>
                <a:gd name="connsiteX4" fmla="*/ 313701 w 324197"/>
                <a:gd name="connsiteY4" fmla="*/ 16786 h 122746"/>
                <a:gd name="connsiteX5" fmla="*/ 324197 w 324197"/>
                <a:gd name="connsiteY5" fmla="*/ 32000 h 122746"/>
                <a:gd name="connsiteX6" fmla="*/ 4717 w 324197"/>
                <a:gd name="connsiteY6" fmla="*/ 122746 h 122746"/>
                <a:gd name="connsiteX0" fmla="*/ 0 w 319480"/>
                <a:gd name="connsiteY0" fmla="*/ 122746 h 122746"/>
                <a:gd name="connsiteX1" fmla="*/ 11545 w 319480"/>
                <a:gd name="connsiteY1" fmla="*/ 82884 h 122746"/>
                <a:gd name="connsiteX2" fmla="*/ 304790 w 319480"/>
                <a:gd name="connsiteY2" fmla="*/ 0 h 122746"/>
                <a:gd name="connsiteX3" fmla="*/ 308984 w 319480"/>
                <a:gd name="connsiteY3" fmla="*/ 16786 h 122746"/>
                <a:gd name="connsiteX4" fmla="*/ 319480 w 319480"/>
                <a:gd name="connsiteY4" fmla="*/ 32000 h 122746"/>
                <a:gd name="connsiteX5" fmla="*/ 0 w 319480"/>
                <a:gd name="connsiteY5" fmla="*/ 122746 h 122746"/>
                <a:gd name="connsiteX0" fmla="*/ 14648 w 334128"/>
                <a:gd name="connsiteY0" fmla="*/ 122746 h 122746"/>
                <a:gd name="connsiteX1" fmla="*/ 0 w 334128"/>
                <a:gd name="connsiteY1" fmla="*/ 90028 h 122746"/>
                <a:gd name="connsiteX2" fmla="*/ 319438 w 334128"/>
                <a:gd name="connsiteY2" fmla="*/ 0 h 122746"/>
                <a:gd name="connsiteX3" fmla="*/ 323632 w 334128"/>
                <a:gd name="connsiteY3" fmla="*/ 16786 h 122746"/>
                <a:gd name="connsiteX4" fmla="*/ 334128 w 334128"/>
                <a:gd name="connsiteY4" fmla="*/ 32000 h 122746"/>
                <a:gd name="connsiteX5" fmla="*/ 14648 w 334128"/>
                <a:gd name="connsiteY5" fmla="*/ 122746 h 122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34128" h="122746">
                  <a:moveTo>
                    <a:pt x="14648" y="122746"/>
                  </a:moveTo>
                  <a:lnTo>
                    <a:pt x="0" y="90028"/>
                  </a:lnTo>
                  <a:lnTo>
                    <a:pt x="319438" y="0"/>
                  </a:lnTo>
                  <a:lnTo>
                    <a:pt x="323632" y="16786"/>
                  </a:lnTo>
                  <a:lnTo>
                    <a:pt x="334128" y="32000"/>
                  </a:lnTo>
                  <a:lnTo>
                    <a:pt x="14648" y="122746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  <p:grpSp>
          <p:nvGrpSpPr>
            <p:cNvPr id="96" name="グラフィックス 4">
              <a:extLst>
                <a:ext uri="{FF2B5EF4-FFF2-40B4-BE49-F238E27FC236}">
                  <a16:creationId xmlns:a16="http://schemas.microsoft.com/office/drawing/2014/main" id="{AF20FA60-C3CA-0C25-A81A-B695C88B9112}"/>
                </a:ext>
              </a:extLst>
            </p:cNvPr>
            <p:cNvGrpSpPr/>
            <p:nvPr/>
          </p:nvGrpSpPr>
          <p:grpSpPr>
            <a:xfrm>
              <a:off x="2614487" y="1784713"/>
              <a:ext cx="205767" cy="111165"/>
              <a:chOff x="3323947" y="1784714"/>
              <a:chExt cx="120125" cy="64897"/>
            </a:xfrm>
            <a:solidFill>
              <a:srgbClr val="000000"/>
            </a:solidFill>
          </p:grpSpPr>
          <p:sp>
            <p:nvSpPr>
              <p:cNvPr id="98" name="フリーフォーム: 図形 97">
                <a:extLst>
                  <a:ext uri="{FF2B5EF4-FFF2-40B4-BE49-F238E27FC236}">
                    <a16:creationId xmlns:a16="http://schemas.microsoft.com/office/drawing/2014/main" id="{933FB251-49DB-60F1-9B31-CC6DE1A3F1A7}"/>
                  </a:ext>
                </a:extLst>
              </p:cNvPr>
              <p:cNvSpPr/>
              <p:nvPr/>
            </p:nvSpPr>
            <p:spPr>
              <a:xfrm>
                <a:off x="3323947" y="1784714"/>
                <a:ext cx="59986" cy="64897"/>
              </a:xfrm>
              <a:custGeom>
                <a:avLst/>
                <a:gdLst>
                  <a:gd name="connsiteX0" fmla="*/ 0 w 59986"/>
                  <a:gd name="connsiteY0" fmla="*/ 33269 h 64897"/>
                  <a:gd name="connsiteX1" fmla="*/ 8386 w 59986"/>
                  <a:gd name="connsiteY1" fmla="*/ 8828 h 64897"/>
                  <a:gd name="connsiteX2" fmla="*/ 30028 w 59986"/>
                  <a:gd name="connsiteY2" fmla="*/ 0 h 64897"/>
                  <a:gd name="connsiteX3" fmla="*/ 45683 w 59986"/>
                  <a:gd name="connsiteY3" fmla="*/ 4152 h 64897"/>
                  <a:gd name="connsiteX4" fmla="*/ 56318 w 59986"/>
                  <a:gd name="connsiteY4" fmla="*/ 15724 h 64897"/>
                  <a:gd name="connsiteX5" fmla="*/ 59987 w 59986"/>
                  <a:gd name="connsiteY5" fmla="*/ 32552 h 64897"/>
                  <a:gd name="connsiteX6" fmla="*/ 56139 w 59986"/>
                  <a:gd name="connsiteY6" fmla="*/ 49614 h 64897"/>
                  <a:gd name="connsiteX7" fmla="*/ 45228 w 59986"/>
                  <a:gd name="connsiteY7" fmla="*/ 61021 h 64897"/>
                  <a:gd name="connsiteX8" fmla="*/ 30000 w 59986"/>
                  <a:gd name="connsiteY8" fmla="*/ 64897 h 64897"/>
                  <a:gd name="connsiteX9" fmla="*/ 14193 w 59986"/>
                  <a:gd name="connsiteY9" fmla="*/ 60621 h 64897"/>
                  <a:gd name="connsiteX10" fmla="*/ 3614 w 59986"/>
                  <a:gd name="connsiteY10" fmla="*/ 48939 h 64897"/>
                  <a:gd name="connsiteX11" fmla="*/ 0 w 59986"/>
                  <a:gd name="connsiteY11" fmla="*/ 33269 h 64897"/>
                  <a:gd name="connsiteX12" fmla="*/ 8566 w 59986"/>
                  <a:gd name="connsiteY12" fmla="*/ 33394 h 64897"/>
                  <a:gd name="connsiteX13" fmla="*/ 14648 w 59986"/>
                  <a:gd name="connsiteY13" fmla="*/ 51256 h 64897"/>
                  <a:gd name="connsiteX14" fmla="*/ 29931 w 59986"/>
                  <a:gd name="connsiteY14" fmla="*/ 57780 h 64897"/>
                  <a:gd name="connsiteX15" fmla="*/ 45352 w 59986"/>
                  <a:gd name="connsiteY15" fmla="*/ 51187 h 64897"/>
                  <a:gd name="connsiteX16" fmla="*/ 51394 w 59986"/>
                  <a:gd name="connsiteY16" fmla="*/ 32497 h 64897"/>
                  <a:gd name="connsiteX17" fmla="*/ 48801 w 59986"/>
                  <a:gd name="connsiteY17" fmla="*/ 19131 h 64897"/>
                  <a:gd name="connsiteX18" fmla="*/ 41228 w 59986"/>
                  <a:gd name="connsiteY18" fmla="*/ 10276 h 64897"/>
                  <a:gd name="connsiteX19" fmla="*/ 30042 w 59986"/>
                  <a:gd name="connsiteY19" fmla="*/ 7131 h 64897"/>
                  <a:gd name="connsiteX20" fmla="*/ 14869 w 59986"/>
                  <a:gd name="connsiteY20" fmla="*/ 13173 h 64897"/>
                  <a:gd name="connsiteX21" fmla="*/ 8566 w 59986"/>
                  <a:gd name="connsiteY21" fmla="*/ 33394 h 648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59986" h="64897">
                    <a:moveTo>
                      <a:pt x="0" y="33269"/>
                    </a:moveTo>
                    <a:cubicBezTo>
                      <a:pt x="0" y="22869"/>
                      <a:pt x="2800" y="14717"/>
                      <a:pt x="8386" y="8828"/>
                    </a:cubicBezTo>
                    <a:cubicBezTo>
                      <a:pt x="13973" y="2938"/>
                      <a:pt x="21186" y="0"/>
                      <a:pt x="30028" y="0"/>
                    </a:cubicBezTo>
                    <a:cubicBezTo>
                      <a:pt x="35807" y="0"/>
                      <a:pt x="41035" y="1379"/>
                      <a:pt x="45683" y="4152"/>
                    </a:cubicBezTo>
                    <a:cubicBezTo>
                      <a:pt x="50332" y="6924"/>
                      <a:pt x="53877" y="10773"/>
                      <a:pt x="56318" y="15724"/>
                    </a:cubicBezTo>
                    <a:cubicBezTo>
                      <a:pt x="58759" y="20676"/>
                      <a:pt x="59987" y="26290"/>
                      <a:pt x="59987" y="32552"/>
                    </a:cubicBezTo>
                    <a:cubicBezTo>
                      <a:pt x="59987" y="38911"/>
                      <a:pt x="58690" y="44607"/>
                      <a:pt x="56139" y="49614"/>
                    </a:cubicBezTo>
                    <a:cubicBezTo>
                      <a:pt x="53559" y="54635"/>
                      <a:pt x="49932" y="58442"/>
                      <a:pt x="45228" y="61021"/>
                    </a:cubicBezTo>
                    <a:cubicBezTo>
                      <a:pt x="40525" y="63601"/>
                      <a:pt x="35449" y="64897"/>
                      <a:pt x="30000" y="64897"/>
                    </a:cubicBezTo>
                    <a:cubicBezTo>
                      <a:pt x="24097" y="64897"/>
                      <a:pt x="18828" y="63463"/>
                      <a:pt x="14193" y="60621"/>
                    </a:cubicBezTo>
                    <a:cubicBezTo>
                      <a:pt x="9531" y="57766"/>
                      <a:pt x="6014" y="53877"/>
                      <a:pt x="3614" y="48939"/>
                    </a:cubicBezTo>
                    <a:cubicBezTo>
                      <a:pt x="1200" y="43987"/>
                      <a:pt x="0" y="38759"/>
                      <a:pt x="0" y="33269"/>
                    </a:cubicBezTo>
                    <a:close/>
                    <a:moveTo>
                      <a:pt x="8566" y="33394"/>
                    </a:moveTo>
                    <a:cubicBezTo>
                      <a:pt x="8566" y="40952"/>
                      <a:pt x="10579" y="46897"/>
                      <a:pt x="14648" y="51256"/>
                    </a:cubicBezTo>
                    <a:cubicBezTo>
                      <a:pt x="18717" y="55615"/>
                      <a:pt x="23807" y="57780"/>
                      <a:pt x="29931" y="57780"/>
                    </a:cubicBezTo>
                    <a:cubicBezTo>
                      <a:pt x="36180" y="57780"/>
                      <a:pt x="41325" y="55587"/>
                      <a:pt x="45352" y="51187"/>
                    </a:cubicBezTo>
                    <a:cubicBezTo>
                      <a:pt x="49394" y="46801"/>
                      <a:pt x="51394" y="40566"/>
                      <a:pt x="51394" y="32497"/>
                    </a:cubicBezTo>
                    <a:cubicBezTo>
                      <a:pt x="51394" y="27393"/>
                      <a:pt x="50525" y="22938"/>
                      <a:pt x="48801" y="19131"/>
                    </a:cubicBezTo>
                    <a:cubicBezTo>
                      <a:pt x="47076" y="15324"/>
                      <a:pt x="44552" y="12373"/>
                      <a:pt x="41228" y="10276"/>
                    </a:cubicBezTo>
                    <a:cubicBezTo>
                      <a:pt x="37918" y="8179"/>
                      <a:pt x="34180" y="7131"/>
                      <a:pt x="30042" y="7131"/>
                    </a:cubicBezTo>
                    <a:cubicBezTo>
                      <a:pt x="24166" y="7131"/>
                      <a:pt x="19104" y="9145"/>
                      <a:pt x="14869" y="13173"/>
                    </a:cubicBezTo>
                    <a:cubicBezTo>
                      <a:pt x="10676" y="17214"/>
                      <a:pt x="8566" y="23959"/>
                      <a:pt x="8566" y="33394"/>
                    </a:cubicBezTo>
                    <a:close/>
                  </a:path>
                </a:pathLst>
              </a:custGeom>
              <a:solidFill>
                <a:srgbClr val="000000"/>
              </a:solidFill>
              <a:ln w="137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  <p:sp>
            <p:nvSpPr>
              <p:cNvPr id="99" name="フリーフォーム: 図形 98">
                <a:extLst>
                  <a:ext uri="{FF2B5EF4-FFF2-40B4-BE49-F238E27FC236}">
                    <a16:creationId xmlns:a16="http://schemas.microsoft.com/office/drawing/2014/main" id="{771874D4-DCF5-8032-91EA-58E3DAE1BC46}"/>
                  </a:ext>
                </a:extLst>
              </p:cNvPr>
              <p:cNvSpPr/>
              <p:nvPr/>
            </p:nvSpPr>
            <p:spPr>
              <a:xfrm>
                <a:off x="3394872" y="1785817"/>
                <a:ext cx="49200" cy="62704"/>
              </a:xfrm>
              <a:custGeom>
                <a:avLst/>
                <a:gdLst>
                  <a:gd name="connsiteX0" fmla="*/ 0 w 49200"/>
                  <a:gd name="connsiteY0" fmla="*/ 62704 h 62704"/>
                  <a:gd name="connsiteX1" fmla="*/ 0 w 49200"/>
                  <a:gd name="connsiteY1" fmla="*/ 0 h 62704"/>
                  <a:gd name="connsiteX2" fmla="*/ 8304 w 49200"/>
                  <a:gd name="connsiteY2" fmla="*/ 0 h 62704"/>
                  <a:gd name="connsiteX3" fmla="*/ 8304 w 49200"/>
                  <a:gd name="connsiteY3" fmla="*/ 25752 h 62704"/>
                  <a:gd name="connsiteX4" fmla="*/ 40897 w 49200"/>
                  <a:gd name="connsiteY4" fmla="*/ 25752 h 62704"/>
                  <a:gd name="connsiteX5" fmla="*/ 40897 w 49200"/>
                  <a:gd name="connsiteY5" fmla="*/ 0 h 62704"/>
                  <a:gd name="connsiteX6" fmla="*/ 49201 w 49200"/>
                  <a:gd name="connsiteY6" fmla="*/ 0 h 62704"/>
                  <a:gd name="connsiteX7" fmla="*/ 49201 w 49200"/>
                  <a:gd name="connsiteY7" fmla="*/ 62704 h 62704"/>
                  <a:gd name="connsiteX8" fmla="*/ 40897 w 49200"/>
                  <a:gd name="connsiteY8" fmla="*/ 62704 h 62704"/>
                  <a:gd name="connsiteX9" fmla="*/ 40897 w 49200"/>
                  <a:gd name="connsiteY9" fmla="*/ 33145 h 62704"/>
                  <a:gd name="connsiteX10" fmla="*/ 8304 w 49200"/>
                  <a:gd name="connsiteY10" fmla="*/ 33145 h 62704"/>
                  <a:gd name="connsiteX11" fmla="*/ 8304 w 49200"/>
                  <a:gd name="connsiteY11" fmla="*/ 62704 h 62704"/>
                  <a:gd name="connsiteX12" fmla="*/ 0 w 49200"/>
                  <a:gd name="connsiteY12" fmla="*/ 62704 h 6270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49200" h="62704">
                    <a:moveTo>
                      <a:pt x="0" y="62704"/>
                    </a:moveTo>
                    <a:lnTo>
                      <a:pt x="0" y="0"/>
                    </a:lnTo>
                    <a:lnTo>
                      <a:pt x="8304" y="0"/>
                    </a:lnTo>
                    <a:lnTo>
                      <a:pt x="8304" y="25752"/>
                    </a:lnTo>
                    <a:lnTo>
                      <a:pt x="40897" y="25752"/>
                    </a:lnTo>
                    <a:lnTo>
                      <a:pt x="40897" y="0"/>
                    </a:lnTo>
                    <a:lnTo>
                      <a:pt x="49201" y="0"/>
                    </a:lnTo>
                    <a:lnTo>
                      <a:pt x="49201" y="62704"/>
                    </a:lnTo>
                    <a:lnTo>
                      <a:pt x="40897" y="62704"/>
                    </a:lnTo>
                    <a:lnTo>
                      <a:pt x="40897" y="33145"/>
                    </a:lnTo>
                    <a:lnTo>
                      <a:pt x="8304" y="33145"/>
                    </a:lnTo>
                    <a:lnTo>
                      <a:pt x="8304" y="62704"/>
                    </a:lnTo>
                    <a:lnTo>
                      <a:pt x="0" y="62704"/>
                    </a:lnTo>
                    <a:close/>
                  </a:path>
                </a:pathLst>
              </a:custGeom>
              <a:solidFill>
                <a:srgbClr val="000000"/>
              </a:solidFill>
              <a:ln w="13772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ja-JP" altLang="en-US"/>
              </a:p>
            </p:txBody>
          </p:sp>
        </p:grpSp>
        <p:sp>
          <p:nvSpPr>
            <p:cNvPr id="97" name="フリーフォーム: 図形 96">
              <a:extLst>
                <a:ext uri="{FF2B5EF4-FFF2-40B4-BE49-F238E27FC236}">
                  <a16:creationId xmlns:a16="http://schemas.microsoft.com/office/drawing/2014/main" id="{5510B822-E856-AA7C-4864-2791C3574664}"/>
                </a:ext>
              </a:extLst>
            </p:cNvPr>
            <p:cNvSpPr/>
            <p:nvPr/>
          </p:nvSpPr>
          <p:spPr>
            <a:xfrm>
              <a:off x="2658457" y="1923664"/>
              <a:ext cx="15262" cy="296519"/>
            </a:xfrm>
            <a:custGeom>
              <a:avLst/>
              <a:gdLst>
                <a:gd name="connsiteX0" fmla="*/ 0 w 8910"/>
                <a:gd name="connsiteY0" fmla="*/ 0 h 173105"/>
                <a:gd name="connsiteX1" fmla="*/ 8911 w 8910"/>
                <a:gd name="connsiteY1" fmla="*/ 0 h 173105"/>
                <a:gd name="connsiteX2" fmla="*/ 8911 w 8910"/>
                <a:gd name="connsiteY2" fmla="*/ 168388 h 173105"/>
                <a:gd name="connsiteX3" fmla="*/ 0 w 8910"/>
                <a:gd name="connsiteY3" fmla="*/ 173106 h 173105"/>
                <a:gd name="connsiteX4" fmla="*/ 0 w 8910"/>
                <a:gd name="connsiteY4" fmla="*/ 0 h 1731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10" h="173105">
                  <a:moveTo>
                    <a:pt x="0" y="0"/>
                  </a:moveTo>
                  <a:lnTo>
                    <a:pt x="8911" y="0"/>
                  </a:lnTo>
                  <a:lnTo>
                    <a:pt x="8911" y="168388"/>
                  </a:lnTo>
                  <a:lnTo>
                    <a:pt x="0" y="173106"/>
                  </a:lnTo>
                  <a:lnTo>
                    <a:pt x="0" y="0"/>
                  </a:lnTo>
                </a:path>
              </a:pathLst>
            </a:custGeom>
            <a:solidFill>
              <a:srgbClr val="000000"/>
            </a:solidFill>
            <a:ln w="137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ja-JP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280495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テーマ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952ab04-0ae3-4d00-bda6-702fdc5fffab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317BAD2A974274468B93BA0E70B86153" ma:contentTypeVersion="14" ma:contentTypeDescription="新しいドキュメントを作成します。" ma:contentTypeScope="" ma:versionID="19deaf902174782fcab1e59d5990709b">
  <xsd:schema xmlns:xsd="http://www.w3.org/2001/XMLSchema" xmlns:xs="http://www.w3.org/2001/XMLSchema" xmlns:p="http://schemas.microsoft.com/office/2006/metadata/properties" xmlns:ns3="4952ab04-0ae3-4d00-bda6-702fdc5fffab" xmlns:ns4="a9997899-e6ea-448c-9370-6665c1cb1ca9" targetNamespace="http://schemas.microsoft.com/office/2006/metadata/properties" ma:root="true" ma:fieldsID="626e8013a1feda8fd847dbe4d0402ef4" ns3:_="" ns4:_="">
    <xsd:import namespace="4952ab04-0ae3-4d00-bda6-702fdc5fffab"/>
    <xsd:import namespace="a9997899-e6ea-448c-9370-6665c1cb1ca9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52ab04-0ae3-4d00-bda6-702fdc5fffa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997899-e6ea-448c-9370-6665c1cb1ca9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共有のヒントのハッシュ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E2029E0-8D7D-4067-AC26-278BE9B3E4BC}">
  <ds:schemaRefs>
    <ds:schemaRef ds:uri="http://schemas.microsoft.com/office/2006/metadata/properties"/>
    <ds:schemaRef ds:uri="http://purl.org/dc/terms/"/>
    <ds:schemaRef ds:uri="http://schemas.openxmlformats.org/package/2006/metadata/core-properties"/>
    <ds:schemaRef ds:uri="http://purl.org/dc/dcmitype/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a9997899-e6ea-448c-9370-6665c1cb1ca9"/>
    <ds:schemaRef ds:uri="4952ab04-0ae3-4d00-bda6-702fdc5fffab"/>
  </ds:schemaRefs>
</ds:datastoreItem>
</file>

<file path=customXml/itemProps2.xml><?xml version="1.0" encoding="utf-8"?>
<ds:datastoreItem xmlns:ds="http://schemas.openxmlformats.org/officeDocument/2006/customXml" ds:itemID="{CD710AFE-B63E-4CA4-84D1-F4418132873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77BFAEF-C45C-4E94-81C1-7ACC20734F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952ab04-0ae3-4d00-bda6-702fdc5fffab"/>
    <ds:schemaRef ds:uri="a9997899-e6ea-448c-9370-6665c1cb1c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17</TotalTime>
  <Words>3</Words>
  <Application>Microsoft Office PowerPoint</Application>
  <PresentationFormat>ユーザー設定</PresentationFormat>
  <Paragraphs>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HGS創英角ﾎﾟｯﾌﾟ体</vt:lpstr>
      <vt:lpstr>Aptos</vt:lpstr>
      <vt:lpstr>Aptos Display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Hojicya</dc:creator>
  <cp:lastModifiedBy>テラヤユウキ</cp:lastModifiedBy>
  <cp:revision>2</cp:revision>
  <dcterms:created xsi:type="dcterms:W3CDTF">2025-03-22T08:57:58Z</dcterms:created>
  <dcterms:modified xsi:type="dcterms:W3CDTF">2026-05-09T19:52:48Z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0x010100317BAD2A974274468B93BA0E70B86153</vt:lpwstr>
  </property>
</Properties>
</file>