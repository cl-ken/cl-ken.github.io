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32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97" r:id="rId12"/>
    <p:sldId id="267" r:id="rId13"/>
    <p:sldId id="292" r:id="rId14"/>
    <p:sldId id="305" r:id="rId15"/>
    <p:sldId id="322" r:id="rId16"/>
    <p:sldId id="309" r:id="rId17"/>
    <p:sldId id="290" r:id="rId18"/>
    <p:sldId id="294" r:id="rId19"/>
  </p:sldIdLst>
  <p:sldSz cx="12192000" cy="6858000"/>
  <p:notesSz cx="9144000" cy="6858000"/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pos="19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8F7"/>
    <a:srgbClr val="000000"/>
    <a:srgbClr val="FF9933"/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182" y="108"/>
      </p:cViewPr>
      <p:guideLst>
        <p:guide orient="horz" pos="1440"/>
        <p:guide pos="19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7" y="2367959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1" y="-5866"/>
            <a:ext cx="1864099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1" y="3383901"/>
            <a:ext cx="1864099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9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9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73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8" y="1687513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6"/>
            <a:ext cx="487672" cy="5091711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9" y="1927356"/>
            <a:ext cx="748107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7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5" y="4873441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7" y="5141170"/>
            <a:ext cx="1172327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7" y="620098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4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7" y="4158978"/>
            <a:ext cx="797099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29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9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17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60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3" y="6827975"/>
            <a:ext cx="567903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6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9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40" y="6498035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6" y="5137431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6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1" y="5178298"/>
            <a:ext cx="35259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5" y="5150200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5" y="5192824"/>
            <a:ext cx="34535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7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401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5" y="5122056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5" y="3435541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3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3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3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9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9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8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13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51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6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5" y="828639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5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7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1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9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5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89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3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7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7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5" y="6063891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71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72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7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7" y="5189685"/>
            <a:ext cx="1231535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24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4" y="58212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4" y="57037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4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4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4" y="53517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4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4" y="6524891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4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4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4" y="61728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4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3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3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3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3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3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3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3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3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3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3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5" y="6466423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1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90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7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9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7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7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91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5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5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5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5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5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5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5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5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5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5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5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5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5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5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5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5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5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5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7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9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0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7275-CD1E-4A39-AA66-D4D0A328BDAF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33091-41A4-49A9-BD4D-3AE2B1A7EE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440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  <p:sldLayoutId id="2147483689" r:id="rId16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2B0DB9A-825F-E611-1C5B-6AF625F44C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267" y="2443957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9648" y="892926"/>
            <a:ext cx="10094822" cy="907216"/>
          </a:xfrm>
        </p:spPr>
        <p:txBody>
          <a:bodyPr/>
          <a:lstStyle/>
          <a:p>
            <a:r>
              <a:rPr kumimoji="1" lang="ja-JP" altLang="en-US" sz="54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バイオサイエンス学術研究会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9648" y="1963727"/>
            <a:ext cx="10094822" cy="349572"/>
          </a:xfrm>
        </p:spPr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100" y="6176198"/>
            <a:ext cx="8474517" cy="505453"/>
          </a:xfrm>
        </p:spPr>
        <p:txBody>
          <a:bodyPr/>
          <a:lstStyle/>
          <a:p>
            <a:r>
              <a:rPr lang="ja-JP" altLang="en-US" sz="2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第</a:t>
            </a:r>
            <a:r>
              <a:rPr lang="en-US" altLang="ja-JP" sz="2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1</a:t>
            </a:r>
            <a:r>
              <a:rPr lang="ja-JP" altLang="en-US" sz="2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回 サークル説明会 </a:t>
            </a:r>
            <a:r>
              <a:rPr lang="en-US" altLang="ja-JP" sz="2800" dirty="0">
                <a:latin typeface="MS gothic" panose="020B0609070205080204" pitchFamily="49" charset="-128"/>
                <a:ea typeface="MS gothic" panose="020B0609070205080204" pitchFamily="49" charset="-128"/>
              </a:rPr>
              <a:t>2026.05.19.Tue.</a:t>
            </a:r>
            <a:endParaRPr lang="ja-JP" altLang="en-US" sz="28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01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顧問からのお話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10D70F6-4FC3-6A2F-1073-6A849E1C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02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63CD21-D127-D32B-7287-AB3C0C4525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年間予定について</a:t>
            </a:r>
          </a:p>
        </p:txBody>
      </p:sp>
    </p:spTree>
    <p:extLst>
      <p:ext uri="{BB962C8B-B14F-4D97-AF65-F5344CB8AC3E}">
        <p14:creationId xmlns:p14="http://schemas.microsoft.com/office/powerpoint/2010/main" val="1326054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215397"/>
              </p:ext>
            </p:extLst>
          </p:nvPr>
        </p:nvGraphicFramePr>
        <p:xfrm>
          <a:off x="1110128" y="1423962"/>
          <a:ext cx="9971743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1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5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6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実験体験会</a:t>
                      </a:r>
                      <a:endParaRPr kumimoji="1" lang="ja-JP" altLang="en-US" sz="2400" b="1" dirty="0">
                        <a:solidFill>
                          <a:schemeClr val="tx1"/>
                        </a:solidFill>
                        <a:latin typeface="MS gothic" panose="020B0609070205080204" pitchFamily="49" charset="-128"/>
                        <a:ea typeface="MS gothic" panose="020B0609070205080204" pitchFamily="49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8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9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（準備）</a:t>
                      </a:r>
                      <a:r>
                        <a:rPr kumimoji="1" lang="ja-JP" altLang="en-US" sz="2400" b="1" dirty="0">
                          <a:solidFill>
                            <a:schemeClr val="tx1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研究発表</a:t>
                      </a:r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10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学部祭：</a:t>
                      </a:r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研究発表 </a:t>
                      </a:r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，</a:t>
                      </a:r>
                      <a:r>
                        <a:rPr kumimoji="1" lang="en-US" altLang="ja-JP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 </a:t>
                      </a:r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12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年間予定について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イベントは何をする？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交流会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をしたい！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勉強会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をしたい！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合宿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をしたい！　　など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03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8928" y="2075460"/>
            <a:ext cx="4885887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349510" y="1551022"/>
            <a:ext cx="6356090" cy="3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春季実験</a:t>
            </a:r>
            <a:r>
              <a:rPr lang="ja-JP" altLang="en-US" sz="36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（実験体験会）</a:t>
            </a:r>
            <a:endParaRPr sz="36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新入生に向けた，実験を行います．</a:t>
            </a:r>
            <a:endParaRPr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一昨年は「</a:t>
            </a:r>
            <a:r>
              <a:rPr lang="ja-JP" altLang="en-US" sz="28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チーズ・ヨーグルト</a:t>
            </a: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」を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作りました！</a:t>
            </a:r>
            <a:endParaRPr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7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夏季実験</a:t>
            </a:r>
            <a:endParaRPr lang="en-US" altLang="ja-JP" sz="3600" b="1" dirty="0">
              <a:solidFill>
                <a:schemeClr val="accent5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春期実験で行った内容を，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進展させて行う予定です！</a:t>
            </a:r>
            <a:endParaRPr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790575" y="1704759"/>
            <a:ext cx="6004672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学部祭での展示・発表</a:t>
            </a:r>
            <a:endParaRPr lang="en-US" altLang="ja-JP" sz="3600" b="1" dirty="0">
              <a:solidFill>
                <a:schemeClr val="accent5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夏季実験の研究内容をまとめ，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学部祭で</a:t>
            </a:r>
            <a:r>
              <a:rPr lang="ja-JP" altLang="en-US" sz="28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展示・発表</a:t>
            </a: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を行います！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13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4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昨年「</a:t>
            </a:r>
            <a:r>
              <a:rPr lang="ja-JP" altLang="en-US" sz="24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市販のヨーグルト中の乳酸菌の</a:t>
            </a:r>
            <a:endParaRPr lang="en-US" altLang="ja-JP" sz="2400" b="1" dirty="0">
              <a:solidFill>
                <a:schemeClr val="accent6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buClr>
                <a:schemeClr val="dk1"/>
              </a:buClr>
              <a:buSzPts val="1200"/>
            </a:pPr>
            <a:r>
              <a:rPr lang="ja-JP" altLang="en-US" sz="24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　　　</a:t>
            </a:r>
            <a:r>
              <a:rPr lang="ja-JP" altLang="en-US" sz="24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簡易同定とヨーグルト化試験</a:t>
            </a:r>
            <a:r>
              <a:rPr lang="ja-JP" altLang="en-US" sz="24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」</a:t>
            </a:r>
            <a:endParaRPr lang="en-US" altLang="ja-JP" sz="24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EAE9A55-FC9B-5155-CBA4-08329440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693" y="3463400"/>
            <a:ext cx="3792034" cy="213301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DB070AC-F334-111E-F604-605EE12A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645" y="1571017"/>
            <a:ext cx="4204447" cy="236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6" y="1789146"/>
            <a:ext cx="4885885" cy="3664415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学術部連盟発表会</a:t>
            </a:r>
            <a:endParaRPr lang="en-US" altLang="ja-JP" sz="3600" b="1" dirty="0">
              <a:solidFill>
                <a:schemeClr val="accent5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夏季実験の内容をまとめ，
　 大講堂で発表を行います！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先取りして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，実験を行うことができる．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講義の</a:t>
            </a: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深い理解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が得られる．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実験や試験，コース分けの</a:t>
            </a: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詳細を知れる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．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04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QR</a:t>
            </a:r>
            <a:r>
              <a:rPr lang="ja-JP" altLang="en-US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コードを読み込み，</a:t>
            </a:r>
            <a:endParaRPr sz="32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Form</a:t>
            </a:r>
            <a:r>
              <a:rPr lang="ja-JP" altLang="en-US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71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b="1">
                <a:latin typeface="MS gothic" panose="020B0609070205080204" pitchFamily="49" charset="-128"/>
                <a:ea typeface="MS gothic" panose="020B0609070205080204" pitchFamily="49" charset="-128"/>
              </a:endParaRPr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b="1">
                <a:latin typeface="MS gothic" panose="020B0609070205080204" pitchFamily="49" charset="-128"/>
                <a:ea typeface="MS gothic" panose="020B0609070205080204" pitchFamily="49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252045"/>
            <a:ext cx="11261632" cy="517641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持ち物：</a:t>
            </a: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白衣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🥼，筆記用具🖊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白衣に関しては，</a:t>
            </a: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購入をお願いします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ﾊﾞｲｵｻｲｴﾝｽの方は，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1 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年後期には購入することになります．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マニキュアなど付けず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，</a:t>
            </a: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運動靴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で参加すること．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実験室内では白衣の着用が必須です．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白衣，保護メガネは，立野商店で購入が可能です．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値段：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\ </a:t>
            </a:r>
            <a:r>
              <a:rPr kumimoji="1" lang="en-US" altLang="ja-JP" sz="32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3,440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（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S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～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L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），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\ 3,540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（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LL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）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6E21-84FC-A71C-1A3D-B5230C473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AEA84A7-086B-EFBB-3E8F-966204B950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05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9D9A54-666A-D998-8F63-0AF1313419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今後の連絡について</a:t>
            </a:r>
          </a:p>
        </p:txBody>
      </p:sp>
    </p:spTree>
    <p:extLst>
      <p:ext uri="{BB962C8B-B14F-4D97-AF65-F5344CB8AC3E}">
        <p14:creationId xmlns:p14="http://schemas.microsoft.com/office/powerpoint/2010/main" val="301900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521F014-2335-AC31-9BE3-386D69DCF9EE}"/>
              </a:ext>
            </a:extLst>
          </p:cNvPr>
          <p:cNvSpPr/>
          <p:nvPr/>
        </p:nvSpPr>
        <p:spPr>
          <a:xfrm>
            <a:off x="5279371" y="1267234"/>
            <a:ext cx="5495925" cy="54959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4400" dirty="0">
                <a:latin typeface="MS gothic" panose="020B0609070205080204" pitchFamily="49" charset="-128"/>
                <a:ea typeface="MS gothic" panose="020B0609070205080204" pitchFamily="49" charset="-128"/>
              </a:rPr>
              <a:t>QR</a:t>
            </a:r>
            <a:endParaRPr kumimoji="1" lang="ja-JP" altLang="en-US" sz="344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グループへの招待</a:t>
            </a:r>
          </a:p>
        </p:txBody>
      </p:sp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9" y="2925771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大学のメールアドレス</a:t>
            </a:r>
            <a:r>
              <a:rPr lang="ja-JP" altLang="en-US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で</a:t>
            </a:r>
            <a:endParaRPr lang="en-US" altLang="ja-JP" sz="32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ログインしてください．</a:t>
            </a: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06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lang="en-US" altLang="ja-JP" sz="8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Thanks !</a:t>
            </a:r>
            <a:endParaRPr lang="ja-JP" altLang="en-US" sz="88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4" y="4114438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ユーザー定義 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CCEAF6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admit_def_font">
      <a:majorFont>
        <a:latin typeface="ＭＳ 明朝"/>
        <a:ea typeface="ＭＳ 明朝"/>
        <a:cs typeface=""/>
      </a:majorFont>
      <a:minorFont>
        <a:latin typeface="ＭＳ ゴシック"/>
        <a:ea typeface="ＭＳ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703</TotalTime>
  <Words>406</Words>
  <Application>Microsoft Office PowerPoint</Application>
  <PresentationFormat>ワイド画面</PresentationFormat>
  <Paragraphs>75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MS gothic</vt:lpstr>
      <vt:lpstr>MS gothic</vt:lpstr>
      <vt:lpstr>メイリオ</vt:lpstr>
      <vt:lpstr>游ゴシック</vt:lpstr>
      <vt:lpstr>Arial</vt:lpstr>
      <vt:lpstr>Wingdings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テラヤユウキ</cp:lastModifiedBy>
  <cp:revision>62</cp:revision>
  <cp:lastPrinted>2025-06-03T02:45:41Z</cp:lastPrinted>
  <dcterms:created xsi:type="dcterms:W3CDTF">2025-03-16T19:50:08Z</dcterms:created>
  <dcterms:modified xsi:type="dcterms:W3CDTF">2026-05-14T19:06:33Z</dcterms:modified>
</cp:coreProperties>
</file>